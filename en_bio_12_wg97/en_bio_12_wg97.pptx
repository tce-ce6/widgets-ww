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7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8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9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10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11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notesSlides/notesSlide12.xml" ContentType="application/vnd.openxmlformats-officedocument.presentationml.notesSlide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notesSlides/notesSlide13.xml" ContentType="application/vnd.openxmlformats-officedocument.presentationml.notesSlide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notesSlides/notesSlide14.xml" ContentType="application/vnd.openxmlformats-officedocument.presentationml.notesSlide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notesSlides/notesSlide15.xml" ContentType="application/vnd.openxmlformats-officedocument.presentationml.notesSlide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notesSlides/notesSlide16.xml" ContentType="application/vnd.openxmlformats-officedocument.presentationml.notesSlide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notesSlides/notesSlide17.xml" ContentType="application/vnd.openxmlformats-officedocument.presentationml.notesSlide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notesSlides/notesSlide18.xml" ContentType="application/vnd.openxmlformats-officedocument.presentationml.notesSlide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notesSlides/notesSlide19.xml" ContentType="application/vnd.openxmlformats-officedocument.presentationml.notesSlide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8"/>
  </p:notesMasterIdLst>
  <p:sldIdLst>
    <p:sldId id="264" r:id="rId5"/>
    <p:sldId id="273" r:id="rId6"/>
    <p:sldId id="290" r:id="rId7"/>
    <p:sldId id="324" r:id="rId8"/>
    <p:sldId id="307" r:id="rId9"/>
    <p:sldId id="308" r:id="rId10"/>
    <p:sldId id="311" r:id="rId11"/>
    <p:sldId id="309" r:id="rId12"/>
    <p:sldId id="310" r:id="rId13"/>
    <p:sldId id="312" r:id="rId14"/>
    <p:sldId id="313" r:id="rId15"/>
    <p:sldId id="314" r:id="rId16"/>
    <p:sldId id="315" r:id="rId17"/>
    <p:sldId id="316" r:id="rId18"/>
    <p:sldId id="317" r:id="rId19"/>
    <p:sldId id="318" r:id="rId20"/>
    <p:sldId id="319" r:id="rId21"/>
    <p:sldId id="320" r:id="rId22"/>
    <p:sldId id="321" r:id="rId23"/>
    <p:sldId id="322" r:id="rId24"/>
    <p:sldId id="323" r:id="rId25"/>
    <p:sldId id="325" r:id="rId26"/>
    <p:sldId id="32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8DB617-702C-9128-11C1-F3CE54C68CFC}" v="10" dt="2026-02-02T05:55:34.8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79487" autoAdjust="0"/>
  </p:normalViewPr>
  <p:slideViewPr>
    <p:cSldViewPr snapToGrid="0" showGuides="1">
      <p:cViewPr>
        <p:scale>
          <a:sx n="100" d="100"/>
          <a:sy n="100" d="100"/>
        </p:scale>
        <p:origin x="-588" y="-8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das Wadaye" userId="S::ramdasw@tataclassedge.com::ed749ba9-ce5f-4727-9bdb-a0c336236159" providerId="AD" clId="Web-{658DB617-702C-9128-11C1-F3CE54C68CFC}"/>
    <pc:docChg chg="modSld">
      <pc:chgData name="Ramdas Wadaye" userId="S::ramdasw@tataclassedge.com::ed749ba9-ce5f-4727-9bdb-a0c336236159" providerId="AD" clId="Web-{658DB617-702C-9128-11C1-F3CE54C68CFC}" dt="2026-02-02T05:55:34.885" v="9" actId="14100"/>
      <pc:docMkLst>
        <pc:docMk/>
      </pc:docMkLst>
      <pc:sldChg chg="modSp">
        <pc:chgData name="Ramdas Wadaye" userId="S::ramdasw@tataclassedge.com::ed749ba9-ce5f-4727-9bdb-a0c336236159" providerId="AD" clId="Web-{658DB617-702C-9128-11C1-F3CE54C68CFC}" dt="2026-02-02T05:44:24.315" v="5" actId="14100"/>
        <pc:sldMkLst>
          <pc:docMk/>
          <pc:sldMk cId="298785706" sldId="290"/>
        </pc:sldMkLst>
        <pc:picChg chg="mod">
          <ac:chgData name="Ramdas Wadaye" userId="S::ramdasw@tataclassedge.com::ed749ba9-ce5f-4727-9bdb-a0c336236159" providerId="AD" clId="Web-{658DB617-702C-9128-11C1-F3CE54C68CFC}" dt="2026-02-02T05:44:24.315" v="5" actId="14100"/>
          <ac:picMkLst>
            <pc:docMk/>
            <pc:sldMk cId="298785706" sldId="290"/>
            <ac:picMk id="23" creationId="{022BC27E-74A4-602A-90D4-00BF4DC465F9}"/>
          </ac:picMkLst>
        </pc:picChg>
      </pc:sldChg>
      <pc:sldChg chg="modSp">
        <pc:chgData name="Ramdas Wadaye" userId="S::ramdasw@tataclassedge.com::ed749ba9-ce5f-4727-9bdb-a0c336236159" providerId="AD" clId="Web-{658DB617-702C-9128-11C1-F3CE54C68CFC}" dt="2026-02-02T05:55:34.885" v="9" actId="14100"/>
        <pc:sldMkLst>
          <pc:docMk/>
          <pc:sldMk cId="876065872" sldId="307"/>
        </pc:sldMkLst>
        <pc:picChg chg="mod">
          <ac:chgData name="Ramdas Wadaye" userId="S::ramdasw@tataclassedge.com::ed749ba9-ce5f-4727-9bdb-a0c336236159" providerId="AD" clId="Web-{658DB617-702C-9128-11C1-F3CE54C68CFC}" dt="2026-02-02T05:55:34.885" v="9" actId="14100"/>
          <ac:picMkLst>
            <pc:docMk/>
            <pc:sldMk cId="876065872" sldId="307"/>
            <ac:picMk id="2" creationId="{3A048D8A-3556-2B37-AD05-685B66A92492}"/>
          </ac:picMkLst>
        </pc:picChg>
      </pc:sldChg>
    </pc:docChg>
  </pc:docChgLst>
  <pc:docChgLst>
    <pc:chgData name="Barenya Das" userId="e35ebc08-92ca-4f5c-ac07-71b9cfc27341" providerId="ADAL" clId="{957D9172-4998-40FF-97CD-C7C1153A75B6}"/>
    <pc:docChg chg="undo redo custSel addSld delSld modSld">
      <pc:chgData name="Barenya Das" userId="e35ebc08-92ca-4f5c-ac07-71b9cfc27341" providerId="ADAL" clId="{957D9172-4998-40FF-97CD-C7C1153A75B6}" dt="2026-01-29T12:25:16.902" v="13565" actId="20577"/>
      <pc:docMkLst>
        <pc:docMk/>
      </pc:docMkLst>
      <pc:sldChg chg="modSp mod">
        <pc:chgData name="Barenya Das" userId="e35ebc08-92ca-4f5c-ac07-71b9cfc27341" providerId="ADAL" clId="{957D9172-4998-40FF-97CD-C7C1153A75B6}" dt="2026-01-28T08:55:03.167" v="13303" actId="6549"/>
        <pc:sldMkLst>
          <pc:docMk/>
          <pc:sldMk cId="2669013681" sldId="264"/>
        </pc:sldMkLst>
        <pc:spChg chg="mod">
          <ac:chgData name="Barenya Das" userId="e35ebc08-92ca-4f5c-ac07-71b9cfc27341" providerId="ADAL" clId="{957D9172-4998-40FF-97CD-C7C1153A75B6}" dt="2026-01-28T08:54:11.865" v="13300" actId="14100"/>
          <ac:spMkLst>
            <pc:docMk/>
            <pc:sldMk cId="2669013681" sldId="264"/>
            <ac:spMk id="4" creationId="{F4107777-AFBE-24FE-28A9-4F5E91958503}"/>
          </ac:spMkLst>
        </pc:spChg>
        <pc:spChg chg="mod">
          <ac:chgData name="Barenya Das" userId="e35ebc08-92ca-4f5c-ac07-71b9cfc27341" providerId="ADAL" clId="{957D9172-4998-40FF-97CD-C7C1153A75B6}" dt="2026-01-28T08:55:03.167" v="13303" actId="6549"/>
          <ac:spMkLst>
            <pc:docMk/>
            <pc:sldMk cId="2669013681" sldId="264"/>
            <ac:spMk id="5" creationId="{E8B9A284-2D9A-8310-2D4E-8BB185E937CB}"/>
          </ac:spMkLst>
        </pc:spChg>
      </pc:sldChg>
      <pc:sldChg chg="addSp delSp modSp new mod">
        <pc:chgData name="Barenya Das" userId="e35ebc08-92ca-4f5c-ac07-71b9cfc27341" providerId="ADAL" clId="{957D9172-4998-40FF-97CD-C7C1153A75B6}" dt="2026-01-28T08:52:17.948" v="13286" actId="20577"/>
        <pc:sldMkLst>
          <pc:docMk/>
          <pc:sldMk cId="3612199605" sldId="273"/>
        </pc:sldMkLst>
        <pc:spChg chg="mod">
          <ac:chgData name="Barenya Das" userId="e35ebc08-92ca-4f5c-ac07-71b9cfc27341" providerId="ADAL" clId="{957D9172-4998-40FF-97CD-C7C1153A75B6}" dt="2026-01-28T08:52:17.948" v="13286" actId="20577"/>
          <ac:spMkLst>
            <pc:docMk/>
            <pc:sldMk cId="3612199605" sldId="273"/>
            <ac:spMk id="3" creationId="{F2798C08-D4F8-E020-BD76-98DB05F03B47}"/>
          </ac:spMkLst>
        </pc:spChg>
      </pc:sldChg>
      <pc:sldChg chg="addSp delSp modSp new mod modNotesTx">
        <pc:chgData name="Barenya Das" userId="e35ebc08-92ca-4f5c-ac07-71b9cfc27341" providerId="ADAL" clId="{957D9172-4998-40FF-97CD-C7C1153A75B6}" dt="2026-01-28T07:37:39.697" v="9872" actId="20577"/>
        <pc:sldMkLst>
          <pc:docMk/>
          <pc:sldMk cId="298785706" sldId="290"/>
        </pc:sldMkLst>
        <pc:spChg chg="add mod">
          <ac:chgData name="Barenya Das" userId="e35ebc08-92ca-4f5c-ac07-71b9cfc27341" providerId="ADAL" clId="{957D9172-4998-40FF-97CD-C7C1153A75B6}" dt="2026-01-27T05:57:19.116" v="8865" actId="113"/>
          <ac:spMkLst>
            <pc:docMk/>
            <pc:sldMk cId="298785706" sldId="290"/>
            <ac:spMk id="2" creationId="{C143C604-CE35-947D-D21A-7AA4AD1D2979}"/>
          </ac:spMkLst>
        </pc:spChg>
        <pc:spChg chg="add mod">
          <ac:chgData name="Barenya Das" userId="e35ebc08-92ca-4f5c-ac07-71b9cfc27341" providerId="ADAL" clId="{957D9172-4998-40FF-97CD-C7C1153A75B6}" dt="2026-01-27T06:32:15.689" v="9428"/>
          <ac:spMkLst>
            <pc:docMk/>
            <pc:sldMk cId="298785706" sldId="290"/>
            <ac:spMk id="18" creationId="{FE902EDA-411B-C2CC-B333-EA575839AC0C}"/>
          </ac:spMkLst>
        </pc:spChg>
        <pc:spChg chg="add mod">
          <ac:chgData name="Barenya Das" userId="e35ebc08-92ca-4f5c-ac07-71b9cfc27341" providerId="ADAL" clId="{957D9172-4998-40FF-97CD-C7C1153A75B6}" dt="2026-01-27T06:32:15.689" v="9428"/>
          <ac:spMkLst>
            <pc:docMk/>
            <pc:sldMk cId="298785706" sldId="290"/>
            <ac:spMk id="19" creationId="{10E95AC7-8E44-FD2E-E2A1-11C1F9178A1C}"/>
          </ac:spMkLst>
        </pc:spChg>
        <pc:spChg chg="add mod">
          <ac:chgData name="Barenya Das" userId="e35ebc08-92ca-4f5c-ac07-71b9cfc27341" providerId="ADAL" clId="{957D9172-4998-40FF-97CD-C7C1153A75B6}" dt="2026-01-27T06:32:15.689" v="9428"/>
          <ac:spMkLst>
            <pc:docMk/>
            <pc:sldMk cId="298785706" sldId="290"/>
            <ac:spMk id="20" creationId="{2F83066A-ECD9-48D3-AA7B-9309D916B196}"/>
          </ac:spMkLst>
        </pc:spChg>
        <pc:spChg chg="add mod">
          <ac:chgData name="Barenya Das" userId="e35ebc08-92ca-4f5c-ac07-71b9cfc27341" providerId="ADAL" clId="{957D9172-4998-40FF-97CD-C7C1153A75B6}" dt="2026-01-22T17:23:45.321" v="8590" actId="1076"/>
          <ac:spMkLst>
            <pc:docMk/>
            <pc:sldMk cId="298785706" sldId="290"/>
            <ac:spMk id="29" creationId="{4CA25EF0-53AF-CE5A-A8AB-3DAFD0D7E80B}"/>
          </ac:spMkLst>
        </pc:spChg>
        <pc:spChg chg="add mod">
          <ac:chgData name="Barenya Das" userId="e35ebc08-92ca-4f5c-ac07-71b9cfc27341" providerId="ADAL" clId="{957D9172-4998-40FF-97CD-C7C1153A75B6}" dt="2026-01-22T17:33:18.722" v="8748" actId="14100"/>
          <ac:spMkLst>
            <pc:docMk/>
            <pc:sldMk cId="298785706" sldId="290"/>
            <ac:spMk id="30" creationId="{CC82C4A5-1D8A-08B2-D4D6-2774BBFABFBC}"/>
          </ac:spMkLst>
        </pc:spChg>
        <pc:spChg chg="add mod">
          <ac:chgData name="Barenya Das" userId="e35ebc08-92ca-4f5c-ac07-71b9cfc27341" providerId="ADAL" clId="{957D9172-4998-40FF-97CD-C7C1153A75B6}" dt="2026-01-27T06:32:36.062" v="9432"/>
          <ac:spMkLst>
            <pc:docMk/>
            <pc:sldMk cId="298785706" sldId="290"/>
            <ac:spMk id="31" creationId="{8A5761DE-0005-84A6-BC59-211CD95F094A}"/>
          </ac:spMkLst>
        </pc:spChg>
        <pc:spChg chg="add mod">
          <ac:chgData name="Barenya Das" userId="e35ebc08-92ca-4f5c-ac07-71b9cfc27341" providerId="ADAL" clId="{957D9172-4998-40FF-97CD-C7C1153A75B6}" dt="2026-01-27T06:33:53.289" v="9459"/>
          <ac:spMkLst>
            <pc:docMk/>
            <pc:sldMk cId="298785706" sldId="290"/>
            <ac:spMk id="32" creationId="{DA5F2AC9-2211-D656-8396-7FE3A3E7D696}"/>
          </ac:spMkLst>
        </pc:spChg>
        <pc:spChg chg="add mod">
          <ac:chgData name="Barenya Das" userId="e35ebc08-92ca-4f5c-ac07-71b9cfc27341" providerId="ADAL" clId="{957D9172-4998-40FF-97CD-C7C1153A75B6}" dt="2026-01-27T06:33:53.289" v="9459"/>
          <ac:spMkLst>
            <pc:docMk/>
            <pc:sldMk cId="298785706" sldId="290"/>
            <ac:spMk id="33" creationId="{54A79A7E-49F1-BACB-7266-9FD14BE4E0EA}"/>
          </ac:spMkLst>
        </pc:spChg>
        <pc:spChg chg="add mod">
          <ac:chgData name="Barenya Das" userId="e35ebc08-92ca-4f5c-ac07-71b9cfc27341" providerId="ADAL" clId="{957D9172-4998-40FF-97CD-C7C1153A75B6}" dt="2026-01-27T06:44:26.752" v="9489"/>
          <ac:spMkLst>
            <pc:docMk/>
            <pc:sldMk cId="298785706" sldId="290"/>
            <ac:spMk id="35" creationId="{1B2EE11C-090D-1EEF-202E-5763D1AA3522}"/>
          </ac:spMkLst>
        </pc:spChg>
        <pc:picChg chg="add mod">
          <ac:chgData name="Barenya Das" userId="e35ebc08-92ca-4f5c-ac07-71b9cfc27341" providerId="ADAL" clId="{957D9172-4998-40FF-97CD-C7C1153A75B6}" dt="2026-01-27T06:32:21.468" v="9430" actId="208"/>
          <ac:picMkLst>
            <pc:docMk/>
            <pc:sldMk cId="298785706" sldId="290"/>
            <ac:picMk id="14" creationId="{1F3B8989-BAEE-BCFB-3897-3AF824AC5C18}"/>
          </ac:picMkLst>
        </pc:picChg>
        <pc:picChg chg="add mod">
          <ac:chgData name="Barenya Das" userId="e35ebc08-92ca-4f5c-ac07-71b9cfc27341" providerId="ADAL" clId="{957D9172-4998-40FF-97CD-C7C1153A75B6}" dt="2026-01-27T06:32:15.689" v="9428"/>
          <ac:picMkLst>
            <pc:docMk/>
            <pc:sldMk cId="298785706" sldId="290"/>
            <ac:picMk id="15" creationId="{7C2ACFDC-928E-E750-C7D2-D5DC05347E5C}"/>
          </ac:picMkLst>
        </pc:picChg>
        <pc:picChg chg="add mod">
          <ac:chgData name="Barenya Das" userId="e35ebc08-92ca-4f5c-ac07-71b9cfc27341" providerId="ADAL" clId="{957D9172-4998-40FF-97CD-C7C1153A75B6}" dt="2026-01-27T06:32:15.689" v="9428"/>
          <ac:picMkLst>
            <pc:docMk/>
            <pc:sldMk cId="298785706" sldId="290"/>
            <ac:picMk id="16" creationId="{7DB91C69-E3CF-037F-885B-600F02D7D2E9}"/>
          </ac:picMkLst>
        </pc:picChg>
        <pc:picChg chg="add mod">
          <ac:chgData name="Barenya Das" userId="e35ebc08-92ca-4f5c-ac07-71b9cfc27341" providerId="ADAL" clId="{957D9172-4998-40FF-97CD-C7C1153A75B6}" dt="2026-01-27T06:32:15.689" v="9428"/>
          <ac:picMkLst>
            <pc:docMk/>
            <pc:sldMk cId="298785706" sldId="290"/>
            <ac:picMk id="17" creationId="{2CDD49EA-C595-2B55-FF81-9AAEEBD7B5BC}"/>
          </ac:picMkLst>
        </pc:picChg>
        <pc:picChg chg="add mod">
          <ac:chgData name="Barenya Das" userId="e35ebc08-92ca-4f5c-ac07-71b9cfc27341" providerId="ADAL" clId="{957D9172-4998-40FF-97CD-C7C1153A75B6}" dt="2026-01-27T06:32:15.689" v="9428"/>
          <ac:picMkLst>
            <pc:docMk/>
            <pc:sldMk cId="298785706" sldId="290"/>
            <ac:picMk id="22" creationId="{C65D7A58-7700-57E6-BC20-34BA06EB4713}"/>
          </ac:picMkLst>
        </pc:picChg>
        <pc:picChg chg="add mod">
          <ac:chgData name="Barenya Das" userId="e35ebc08-92ca-4f5c-ac07-71b9cfc27341" providerId="ADAL" clId="{957D9172-4998-40FF-97CD-C7C1153A75B6}" dt="2026-01-22T15:56:39.428" v="7221" actId="1076"/>
          <ac:picMkLst>
            <pc:docMk/>
            <pc:sldMk cId="298785706" sldId="290"/>
            <ac:picMk id="23" creationId="{022BC27E-74A4-602A-90D4-00BF4DC465F9}"/>
          </ac:picMkLst>
        </pc:picChg>
      </pc:sldChg>
      <pc:sldChg chg="addSp delSp modSp add mod modNotesTx">
        <pc:chgData name="Barenya Das" userId="e35ebc08-92ca-4f5c-ac07-71b9cfc27341" providerId="ADAL" clId="{957D9172-4998-40FF-97CD-C7C1153A75B6}" dt="2026-01-28T09:12:53.806" v="13556"/>
        <pc:sldMkLst>
          <pc:docMk/>
          <pc:sldMk cId="876065872" sldId="307"/>
        </pc:sldMkLst>
        <pc:spChg chg="add mod">
          <ac:chgData name="Barenya Das" userId="e35ebc08-92ca-4f5c-ac07-71b9cfc27341" providerId="ADAL" clId="{957D9172-4998-40FF-97CD-C7C1153A75B6}" dt="2026-01-28T09:12:53.806" v="13556"/>
          <ac:spMkLst>
            <pc:docMk/>
            <pc:sldMk cId="876065872" sldId="307"/>
            <ac:spMk id="3" creationId="{F17FF8E4-AC15-EE34-9693-3775916FBEDA}"/>
          </ac:spMkLst>
        </pc:spChg>
        <pc:spChg chg="add mod">
          <ac:chgData name="Barenya Das" userId="e35ebc08-92ca-4f5c-ac07-71b9cfc27341" providerId="ADAL" clId="{957D9172-4998-40FF-97CD-C7C1153A75B6}" dt="2026-01-28T09:12:53.806" v="13556"/>
          <ac:spMkLst>
            <pc:docMk/>
            <pc:sldMk cId="876065872" sldId="307"/>
            <ac:spMk id="4" creationId="{8F2402D0-9C02-0B7A-1F6D-268E19B54379}"/>
          </ac:spMkLst>
        </pc:spChg>
        <pc:spChg chg="add mod">
          <ac:chgData name="Barenya Das" userId="e35ebc08-92ca-4f5c-ac07-71b9cfc27341" providerId="ADAL" clId="{957D9172-4998-40FF-97CD-C7C1153A75B6}" dt="2026-01-28T09:12:53.806" v="13556"/>
          <ac:spMkLst>
            <pc:docMk/>
            <pc:sldMk cId="876065872" sldId="307"/>
            <ac:spMk id="9" creationId="{351CF95E-1007-45DF-ACA0-D9EBEE506BFA}"/>
          </ac:spMkLst>
        </pc:spChg>
        <pc:spChg chg="add mod">
          <ac:chgData name="Barenya Das" userId="e35ebc08-92ca-4f5c-ac07-71b9cfc27341" providerId="ADAL" clId="{957D9172-4998-40FF-97CD-C7C1153A75B6}" dt="2026-01-22T17:24:19.516" v="8592"/>
          <ac:spMkLst>
            <pc:docMk/>
            <pc:sldMk cId="876065872" sldId="307"/>
            <ac:spMk id="10" creationId="{9D1D0B86-0B36-C039-571C-54633E458A7B}"/>
          </ac:spMkLst>
        </pc:spChg>
        <pc:spChg chg="add mod">
          <ac:chgData name="Barenya Das" userId="e35ebc08-92ca-4f5c-ac07-71b9cfc27341" providerId="ADAL" clId="{957D9172-4998-40FF-97CD-C7C1153A75B6}" dt="2026-01-28T09:12:53.806" v="13556"/>
          <ac:spMkLst>
            <pc:docMk/>
            <pc:sldMk cId="876065872" sldId="307"/>
            <ac:spMk id="11" creationId="{A7B591CA-0C62-F2B2-A233-0507D1598EE5}"/>
          </ac:spMkLst>
        </pc:spChg>
        <pc:spChg chg="add mod">
          <ac:chgData name="Barenya Das" userId="e35ebc08-92ca-4f5c-ac07-71b9cfc27341" providerId="ADAL" clId="{957D9172-4998-40FF-97CD-C7C1153A75B6}" dt="2026-01-22T17:33:27.864" v="8749"/>
          <ac:spMkLst>
            <pc:docMk/>
            <pc:sldMk cId="876065872" sldId="307"/>
            <ac:spMk id="12" creationId="{A867C0AB-7DAB-D168-1261-180AD63675EC}"/>
          </ac:spMkLst>
        </pc:spChg>
        <pc:spChg chg="add mod">
          <ac:chgData name="Barenya Das" userId="e35ebc08-92ca-4f5c-ac07-71b9cfc27341" providerId="ADAL" clId="{957D9172-4998-40FF-97CD-C7C1153A75B6}" dt="2026-01-27T06:14:00.411" v="9073"/>
          <ac:spMkLst>
            <pc:docMk/>
            <pc:sldMk cId="876065872" sldId="307"/>
            <ac:spMk id="26" creationId="{918A97DC-11C3-CF0A-C8F0-D894464677D9}"/>
          </ac:spMkLst>
        </pc:spChg>
        <pc:spChg chg="add mod">
          <ac:chgData name="Barenya Das" userId="e35ebc08-92ca-4f5c-ac07-71b9cfc27341" providerId="ADAL" clId="{957D9172-4998-40FF-97CD-C7C1153A75B6}" dt="2026-01-27T06:31:59.457" v="9421"/>
          <ac:spMkLst>
            <pc:docMk/>
            <pc:sldMk cId="876065872" sldId="307"/>
            <ac:spMk id="32" creationId="{249E99D9-2A32-4C4A-6E6B-77261B185986}"/>
          </ac:spMkLst>
        </pc:spChg>
        <pc:spChg chg="add mod">
          <ac:chgData name="Barenya Das" userId="e35ebc08-92ca-4f5c-ac07-71b9cfc27341" providerId="ADAL" clId="{957D9172-4998-40FF-97CD-C7C1153A75B6}" dt="2026-01-27T06:31:59.457" v="9421"/>
          <ac:spMkLst>
            <pc:docMk/>
            <pc:sldMk cId="876065872" sldId="307"/>
            <ac:spMk id="33" creationId="{56312264-0697-98ED-FD47-705DE1A43F2F}"/>
          </ac:spMkLst>
        </pc:spChg>
        <pc:spChg chg="add mod">
          <ac:chgData name="Barenya Das" userId="e35ebc08-92ca-4f5c-ac07-71b9cfc27341" providerId="ADAL" clId="{957D9172-4998-40FF-97CD-C7C1153A75B6}" dt="2026-01-27T06:31:59.457" v="9421"/>
          <ac:spMkLst>
            <pc:docMk/>
            <pc:sldMk cId="876065872" sldId="307"/>
            <ac:spMk id="34" creationId="{C2E65705-6270-B6FA-D62C-9F9A821FD7DC}"/>
          </ac:spMkLst>
        </pc:spChg>
        <pc:spChg chg="add mod">
          <ac:chgData name="Barenya Das" userId="e35ebc08-92ca-4f5c-ac07-71b9cfc27341" providerId="ADAL" clId="{957D9172-4998-40FF-97CD-C7C1153A75B6}" dt="2026-01-27T06:32:39.420" v="9434"/>
          <ac:spMkLst>
            <pc:docMk/>
            <pc:sldMk cId="876065872" sldId="307"/>
            <ac:spMk id="36" creationId="{62896870-4E35-61A0-1787-3F73746DA9F8}"/>
          </ac:spMkLst>
        </pc:spChg>
        <pc:spChg chg="add mod">
          <ac:chgData name="Barenya Das" userId="e35ebc08-92ca-4f5c-ac07-71b9cfc27341" providerId="ADAL" clId="{957D9172-4998-40FF-97CD-C7C1153A75B6}" dt="2026-01-27T06:33:54.757" v="9460"/>
          <ac:spMkLst>
            <pc:docMk/>
            <pc:sldMk cId="876065872" sldId="307"/>
            <ac:spMk id="37" creationId="{23A4879B-9C78-CCB2-A27B-3B6D86C59757}"/>
          </ac:spMkLst>
        </pc:spChg>
        <pc:spChg chg="add mod">
          <ac:chgData name="Barenya Das" userId="e35ebc08-92ca-4f5c-ac07-71b9cfc27341" providerId="ADAL" clId="{957D9172-4998-40FF-97CD-C7C1153A75B6}" dt="2026-01-27T06:33:54.757" v="9460"/>
          <ac:spMkLst>
            <pc:docMk/>
            <pc:sldMk cId="876065872" sldId="307"/>
            <ac:spMk id="38" creationId="{37F9F8AC-D927-DEA6-EC1E-622F415D9449}"/>
          </ac:spMkLst>
        </pc:spChg>
        <pc:spChg chg="add mod">
          <ac:chgData name="Barenya Das" userId="e35ebc08-92ca-4f5c-ac07-71b9cfc27341" providerId="ADAL" clId="{957D9172-4998-40FF-97CD-C7C1153A75B6}" dt="2026-01-27T06:44:28.967" v="9490"/>
          <ac:spMkLst>
            <pc:docMk/>
            <pc:sldMk cId="876065872" sldId="307"/>
            <ac:spMk id="39" creationId="{AD9BBF2A-90A2-E092-F389-EE1D223F0C9C}"/>
          </ac:spMkLst>
        </pc:spChg>
        <pc:picChg chg="add mod">
          <ac:chgData name="Barenya Das" userId="e35ebc08-92ca-4f5c-ac07-71b9cfc27341" providerId="ADAL" clId="{957D9172-4998-40FF-97CD-C7C1153A75B6}" dt="2026-01-22T15:56:46.847" v="7223"/>
          <ac:picMkLst>
            <pc:docMk/>
            <pc:sldMk cId="876065872" sldId="307"/>
            <ac:picMk id="2" creationId="{3A048D8A-3556-2B37-AD05-685B66A92492}"/>
          </ac:picMkLst>
        </pc:picChg>
        <pc:picChg chg="add mod">
          <ac:chgData name="Barenya Das" userId="e35ebc08-92ca-4f5c-ac07-71b9cfc27341" providerId="ADAL" clId="{957D9172-4998-40FF-97CD-C7C1153A75B6}" dt="2026-01-27T06:31:59.457" v="9421"/>
          <ac:picMkLst>
            <pc:docMk/>
            <pc:sldMk cId="876065872" sldId="307"/>
            <ac:picMk id="28" creationId="{12DC698F-8828-95A7-CEA9-F42B8137BF59}"/>
          </ac:picMkLst>
        </pc:picChg>
        <pc:picChg chg="add mod">
          <ac:chgData name="Barenya Das" userId="e35ebc08-92ca-4f5c-ac07-71b9cfc27341" providerId="ADAL" clId="{957D9172-4998-40FF-97CD-C7C1153A75B6}" dt="2026-01-27T06:31:59.457" v="9421"/>
          <ac:picMkLst>
            <pc:docMk/>
            <pc:sldMk cId="876065872" sldId="307"/>
            <ac:picMk id="29" creationId="{80927844-3785-7550-2A43-01E8A50B3D2E}"/>
          </ac:picMkLst>
        </pc:picChg>
        <pc:picChg chg="add mod">
          <ac:chgData name="Barenya Das" userId="e35ebc08-92ca-4f5c-ac07-71b9cfc27341" providerId="ADAL" clId="{957D9172-4998-40FF-97CD-C7C1153A75B6}" dt="2026-01-27T06:31:59.457" v="9421"/>
          <ac:picMkLst>
            <pc:docMk/>
            <pc:sldMk cId="876065872" sldId="307"/>
            <ac:picMk id="30" creationId="{17462672-1D61-26EB-77E9-70C6D667035F}"/>
          </ac:picMkLst>
        </pc:picChg>
        <pc:picChg chg="add mod">
          <ac:chgData name="Barenya Das" userId="e35ebc08-92ca-4f5c-ac07-71b9cfc27341" providerId="ADAL" clId="{957D9172-4998-40FF-97CD-C7C1153A75B6}" dt="2026-01-27T06:31:59.457" v="9421"/>
          <ac:picMkLst>
            <pc:docMk/>
            <pc:sldMk cId="876065872" sldId="307"/>
            <ac:picMk id="31" creationId="{1FB190A4-7272-2DA2-0E86-D5E819710B2C}"/>
          </ac:picMkLst>
        </pc:picChg>
        <pc:picChg chg="add mod">
          <ac:chgData name="Barenya Das" userId="e35ebc08-92ca-4f5c-ac07-71b9cfc27341" providerId="ADAL" clId="{957D9172-4998-40FF-97CD-C7C1153A75B6}" dt="2026-01-27T06:31:59.457" v="9421"/>
          <ac:picMkLst>
            <pc:docMk/>
            <pc:sldMk cId="876065872" sldId="307"/>
            <ac:picMk id="35" creationId="{209A7547-C58B-FD40-F553-D970446BD1EC}"/>
          </ac:picMkLst>
        </pc:picChg>
        <pc:cxnChg chg="add mod">
          <ac:chgData name="Barenya Das" userId="e35ebc08-92ca-4f5c-ac07-71b9cfc27341" providerId="ADAL" clId="{957D9172-4998-40FF-97CD-C7C1153A75B6}" dt="2026-01-28T09:12:53.806" v="13556"/>
          <ac:cxnSpMkLst>
            <pc:docMk/>
            <pc:sldMk cId="876065872" sldId="307"/>
            <ac:cxnSpMk id="5" creationId="{FCDC1145-ADFA-4811-63DA-EE60F9E90A91}"/>
          </ac:cxnSpMkLst>
        </pc:cxnChg>
        <pc:cxnChg chg="add mod">
          <ac:chgData name="Barenya Das" userId="e35ebc08-92ca-4f5c-ac07-71b9cfc27341" providerId="ADAL" clId="{957D9172-4998-40FF-97CD-C7C1153A75B6}" dt="2026-01-28T09:12:53.806" v="13556"/>
          <ac:cxnSpMkLst>
            <pc:docMk/>
            <pc:sldMk cId="876065872" sldId="307"/>
            <ac:cxnSpMk id="6" creationId="{53A7CD89-4BE0-DD2A-F731-4D1E99BC3C8B}"/>
          </ac:cxnSpMkLst>
        </pc:cxnChg>
        <pc:cxnChg chg="add mod">
          <ac:chgData name="Barenya Das" userId="e35ebc08-92ca-4f5c-ac07-71b9cfc27341" providerId="ADAL" clId="{957D9172-4998-40FF-97CD-C7C1153A75B6}" dt="2026-01-28T09:12:53.806" v="13556"/>
          <ac:cxnSpMkLst>
            <pc:docMk/>
            <pc:sldMk cId="876065872" sldId="307"/>
            <ac:cxnSpMk id="7" creationId="{187793A5-E88E-E8D6-1304-CD876C46B0CF}"/>
          </ac:cxnSpMkLst>
        </pc:cxnChg>
        <pc:cxnChg chg="add mod">
          <ac:chgData name="Barenya Das" userId="e35ebc08-92ca-4f5c-ac07-71b9cfc27341" providerId="ADAL" clId="{957D9172-4998-40FF-97CD-C7C1153A75B6}" dt="2026-01-28T09:12:53.806" v="13556"/>
          <ac:cxnSpMkLst>
            <pc:docMk/>
            <pc:sldMk cId="876065872" sldId="307"/>
            <ac:cxnSpMk id="8" creationId="{689A0FA3-48CF-6D85-93F1-4B427EB62806}"/>
          </ac:cxnSpMkLst>
        </pc:cxnChg>
      </pc:sldChg>
      <pc:sldChg chg="addSp delSp modSp add mod modNotesTx">
        <pc:chgData name="Barenya Das" userId="e35ebc08-92ca-4f5c-ac07-71b9cfc27341" providerId="ADAL" clId="{957D9172-4998-40FF-97CD-C7C1153A75B6}" dt="2026-01-28T09:12:52.033" v="13555"/>
        <pc:sldMkLst>
          <pc:docMk/>
          <pc:sldMk cId="16622190" sldId="308"/>
        </pc:sldMkLst>
        <pc:spChg chg="add mod">
          <ac:chgData name="Barenya Das" userId="e35ebc08-92ca-4f5c-ac07-71b9cfc27341" providerId="ADAL" clId="{957D9172-4998-40FF-97CD-C7C1153A75B6}" dt="2026-01-28T09:12:52.033" v="13555"/>
          <ac:spMkLst>
            <pc:docMk/>
            <pc:sldMk cId="16622190" sldId="308"/>
            <ac:spMk id="2" creationId="{48927A69-5481-667B-E446-9FC60AFF0A19}"/>
          </ac:spMkLst>
        </pc:spChg>
        <pc:spChg chg="add mod">
          <ac:chgData name="Barenya Das" userId="e35ebc08-92ca-4f5c-ac07-71b9cfc27341" providerId="ADAL" clId="{957D9172-4998-40FF-97CD-C7C1153A75B6}" dt="2026-01-28T09:12:52.033" v="13555"/>
          <ac:spMkLst>
            <pc:docMk/>
            <pc:sldMk cId="16622190" sldId="308"/>
            <ac:spMk id="3" creationId="{274E5880-0A0C-AE8E-8C4B-D5989D7756BB}"/>
          </ac:spMkLst>
        </pc:spChg>
        <pc:spChg chg="add mod">
          <ac:chgData name="Barenya Das" userId="e35ebc08-92ca-4f5c-ac07-71b9cfc27341" providerId="ADAL" clId="{957D9172-4998-40FF-97CD-C7C1153A75B6}" dt="2026-01-28T09:12:52.033" v="13555"/>
          <ac:spMkLst>
            <pc:docMk/>
            <pc:sldMk cId="16622190" sldId="308"/>
            <ac:spMk id="9" creationId="{CB36EFBA-94C2-D50E-85EC-BD9460D1EFC8}"/>
          </ac:spMkLst>
        </pc:spChg>
        <pc:spChg chg="add mod">
          <ac:chgData name="Barenya Das" userId="e35ebc08-92ca-4f5c-ac07-71b9cfc27341" providerId="ADAL" clId="{957D9172-4998-40FF-97CD-C7C1153A75B6}" dt="2026-01-28T09:12:52.033" v="13555"/>
          <ac:spMkLst>
            <pc:docMk/>
            <pc:sldMk cId="16622190" sldId="308"/>
            <ac:spMk id="10" creationId="{B5A373F0-BD34-BFBE-CA63-FD1F006077C2}"/>
          </ac:spMkLst>
        </pc:spChg>
        <pc:spChg chg="add mod">
          <ac:chgData name="Barenya Das" userId="e35ebc08-92ca-4f5c-ac07-71b9cfc27341" providerId="ADAL" clId="{957D9172-4998-40FF-97CD-C7C1153A75B6}" dt="2026-01-22T17:24:20.883" v="8593"/>
          <ac:spMkLst>
            <pc:docMk/>
            <pc:sldMk cId="16622190" sldId="308"/>
            <ac:spMk id="14" creationId="{B06E57D4-985A-9E72-3E05-2D6A03D36916}"/>
          </ac:spMkLst>
        </pc:spChg>
        <pc:spChg chg="add mod">
          <ac:chgData name="Barenya Das" userId="e35ebc08-92ca-4f5c-ac07-71b9cfc27341" providerId="ADAL" clId="{957D9172-4998-40FF-97CD-C7C1153A75B6}" dt="2026-01-22T17:33:28.911" v="8750"/>
          <ac:spMkLst>
            <pc:docMk/>
            <pc:sldMk cId="16622190" sldId="308"/>
            <ac:spMk id="16" creationId="{5F89EF58-F01D-838E-4D9F-0348FC2F5D7D}"/>
          </ac:spMkLst>
        </pc:spChg>
        <pc:spChg chg="add mod">
          <ac:chgData name="Barenya Das" userId="e35ebc08-92ca-4f5c-ac07-71b9cfc27341" providerId="ADAL" clId="{957D9172-4998-40FF-97CD-C7C1153A75B6}" dt="2026-01-27T06:14:01.891" v="9074"/>
          <ac:spMkLst>
            <pc:docMk/>
            <pc:sldMk cId="16622190" sldId="308"/>
            <ac:spMk id="33" creationId="{536C6076-EEDE-6355-88FC-9A162D987B65}"/>
          </ac:spMkLst>
        </pc:spChg>
        <pc:spChg chg="add mod">
          <ac:chgData name="Barenya Das" userId="e35ebc08-92ca-4f5c-ac07-71b9cfc27341" providerId="ADAL" clId="{957D9172-4998-40FF-97CD-C7C1153A75B6}" dt="2026-01-27T06:31:40.293" v="9414"/>
          <ac:spMkLst>
            <pc:docMk/>
            <pc:sldMk cId="16622190" sldId="308"/>
            <ac:spMk id="39" creationId="{DE0DAD28-D55A-262D-22B9-ADE8E97D16BC}"/>
          </ac:spMkLst>
        </pc:spChg>
        <pc:spChg chg="add mod">
          <ac:chgData name="Barenya Das" userId="e35ebc08-92ca-4f5c-ac07-71b9cfc27341" providerId="ADAL" clId="{957D9172-4998-40FF-97CD-C7C1153A75B6}" dt="2026-01-27T06:31:40.293" v="9414"/>
          <ac:spMkLst>
            <pc:docMk/>
            <pc:sldMk cId="16622190" sldId="308"/>
            <ac:spMk id="40" creationId="{EA34E7E6-FAD4-B57B-A117-F8D55A14829E}"/>
          </ac:spMkLst>
        </pc:spChg>
        <pc:spChg chg="add mod">
          <ac:chgData name="Barenya Das" userId="e35ebc08-92ca-4f5c-ac07-71b9cfc27341" providerId="ADAL" clId="{957D9172-4998-40FF-97CD-C7C1153A75B6}" dt="2026-01-27T06:31:40.293" v="9414"/>
          <ac:spMkLst>
            <pc:docMk/>
            <pc:sldMk cId="16622190" sldId="308"/>
            <ac:spMk id="41" creationId="{ED7CDE1E-E32D-DA07-8BCF-5350E1143076}"/>
          </ac:spMkLst>
        </pc:spChg>
        <pc:spChg chg="add mod">
          <ac:chgData name="Barenya Das" userId="e35ebc08-92ca-4f5c-ac07-71b9cfc27341" providerId="ADAL" clId="{957D9172-4998-40FF-97CD-C7C1153A75B6}" dt="2026-01-27T06:32:46.119" v="9437"/>
          <ac:spMkLst>
            <pc:docMk/>
            <pc:sldMk cId="16622190" sldId="308"/>
            <ac:spMk id="43" creationId="{567033F6-D424-DC67-B88D-D405389D6C9A}"/>
          </ac:spMkLst>
        </pc:spChg>
        <pc:spChg chg="add mod">
          <ac:chgData name="Barenya Das" userId="e35ebc08-92ca-4f5c-ac07-71b9cfc27341" providerId="ADAL" clId="{957D9172-4998-40FF-97CD-C7C1153A75B6}" dt="2026-01-27T06:33:56.218" v="9461"/>
          <ac:spMkLst>
            <pc:docMk/>
            <pc:sldMk cId="16622190" sldId="308"/>
            <ac:spMk id="44" creationId="{54E736CF-60BC-926C-751F-F7225D5A7C33}"/>
          </ac:spMkLst>
        </pc:spChg>
        <pc:spChg chg="add mod">
          <ac:chgData name="Barenya Das" userId="e35ebc08-92ca-4f5c-ac07-71b9cfc27341" providerId="ADAL" clId="{957D9172-4998-40FF-97CD-C7C1153A75B6}" dt="2026-01-27T06:33:56.218" v="9461"/>
          <ac:spMkLst>
            <pc:docMk/>
            <pc:sldMk cId="16622190" sldId="308"/>
            <ac:spMk id="45" creationId="{F88136E7-2E39-8B96-0FC1-0F1C76C2AEBB}"/>
          </ac:spMkLst>
        </pc:spChg>
        <pc:spChg chg="add mod">
          <ac:chgData name="Barenya Das" userId="e35ebc08-92ca-4f5c-ac07-71b9cfc27341" providerId="ADAL" clId="{957D9172-4998-40FF-97CD-C7C1153A75B6}" dt="2026-01-27T06:44:30.376" v="9491"/>
          <ac:spMkLst>
            <pc:docMk/>
            <pc:sldMk cId="16622190" sldId="308"/>
            <ac:spMk id="46" creationId="{D4DB7837-FB0A-72BA-4BFE-AD0DDBF2E218}"/>
          </ac:spMkLst>
        </pc:spChg>
        <pc:picChg chg="add mod">
          <ac:chgData name="Barenya Das" userId="e35ebc08-92ca-4f5c-ac07-71b9cfc27341" providerId="ADAL" clId="{957D9172-4998-40FF-97CD-C7C1153A75B6}" dt="2026-01-22T15:56:51.280" v="7225"/>
          <ac:picMkLst>
            <pc:docMk/>
            <pc:sldMk cId="16622190" sldId="308"/>
            <ac:picMk id="4" creationId="{6C9818B1-147D-FF9E-3484-9D020E3467DC}"/>
          </ac:picMkLst>
        </pc:picChg>
        <pc:picChg chg="add mod">
          <ac:chgData name="Barenya Das" userId="e35ebc08-92ca-4f5c-ac07-71b9cfc27341" providerId="ADAL" clId="{957D9172-4998-40FF-97CD-C7C1153A75B6}" dt="2026-01-27T06:31:40.293" v="9414"/>
          <ac:picMkLst>
            <pc:docMk/>
            <pc:sldMk cId="16622190" sldId="308"/>
            <ac:picMk id="34" creationId="{2C39C2FC-2CA7-A3D8-C70E-2F1E371B45D2}"/>
          </ac:picMkLst>
        </pc:picChg>
        <pc:picChg chg="add mod">
          <ac:chgData name="Barenya Das" userId="e35ebc08-92ca-4f5c-ac07-71b9cfc27341" providerId="ADAL" clId="{957D9172-4998-40FF-97CD-C7C1153A75B6}" dt="2026-01-27T06:31:40.293" v="9414"/>
          <ac:picMkLst>
            <pc:docMk/>
            <pc:sldMk cId="16622190" sldId="308"/>
            <ac:picMk id="35" creationId="{14FA7F02-95F5-BC5F-712C-D6DD2C7E5548}"/>
          </ac:picMkLst>
        </pc:picChg>
        <pc:picChg chg="add mod">
          <ac:chgData name="Barenya Das" userId="e35ebc08-92ca-4f5c-ac07-71b9cfc27341" providerId="ADAL" clId="{957D9172-4998-40FF-97CD-C7C1153A75B6}" dt="2026-01-27T06:31:40.293" v="9414"/>
          <ac:picMkLst>
            <pc:docMk/>
            <pc:sldMk cId="16622190" sldId="308"/>
            <ac:picMk id="36" creationId="{8373AAEC-6235-5B02-DBCE-01D5387074F6}"/>
          </ac:picMkLst>
        </pc:picChg>
        <pc:picChg chg="add mod">
          <ac:chgData name="Barenya Das" userId="e35ebc08-92ca-4f5c-ac07-71b9cfc27341" providerId="ADAL" clId="{957D9172-4998-40FF-97CD-C7C1153A75B6}" dt="2026-01-27T06:31:40.293" v="9414"/>
          <ac:picMkLst>
            <pc:docMk/>
            <pc:sldMk cId="16622190" sldId="308"/>
            <ac:picMk id="37" creationId="{A93B6027-6466-82FD-48D1-B7EE41B5BDCA}"/>
          </ac:picMkLst>
        </pc:picChg>
        <pc:picChg chg="add mod">
          <ac:chgData name="Barenya Das" userId="e35ebc08-92ca-4f5c-ac07-71b9cfc27341" providerId="ADAL" clId="{957D9172-4998-40FF-97CD-C7C1153A75B6}" dt="2026-01-27T06:31:40.293" v="9414"/>
          <ac:picMkLst>
            <pc:docMk/>
            <pc:sldMk cId="16622190" sldId="308"/>
            <ac:picMk id="38" creationId="{57348A65-DD40-4253-2368-3A72F3EA458A}"/>
          </ac:picMkLst>
        </pc:picChg>
        <pc:picChg chg="add mod">
          <ac:chgData name="Barenya Das" userId="e35ebc08-92ca-4f5c-ac07-71b9cfc27341" providerId="ADAL" clId="{957D9172-4998-40FF-97CD-C7C1153A75B6}" dt="2026-01-27T06:31:40.293" v="9414"/>
          <ac:picMkLst>
            <pc:docMk/>
            <pc:sldMk cId="16622190" sldId="308"/>
            <ac:picMk id="42" creationId="{211D3170-8A0E-080C-224F-53C429DE40EA}"/>
          </ac:picMkLst>
        </pc:picChg>
        <pc:cxnChg chg="add mod">
          <ac:chgData name="Barenya Das" userId="e35ebc08-92ca-4f5c-ac07-71b9cfc27341" providerId="ADAL" clId="{957D9172-4998-40FF-97CD-C7C1153A75B6}" dt="2026-01-28T09:12:52.033" v="13555"/>
          <ac:cxnSpMkLst>
            <pc:docMk/>
            <pc:sldMk cId="16622190" sldId="308"/>
            <ac:cxnSpMk id="5" creationId="{28B53D68-3389-8CED-7C39-B28ADB432485}"/>
          </ac:cxnSpMkLst>
        </pc:cxnChg>
        <pc:cxnChg chg="add mod">
          <ac:chgData name="Barenya Das" userId="e35ebc08-92ca-4f5c-ac07-71b9cfc27341" providerId="ADAL" clId="{957D9172-4998-40FF-97CD-C7C1153A75B6}" dt="2026-01-28T09:12:52.033" v="13555"/>
          <ac:cxnSpMkLst>
            <pc:docMk/>
            <pc:sldMk cId="16622190" sldId="308"/>
            <ac:cxnSpMk id="6" creationId="{EA93A382-47E2-C3CC-C21A-0BDE9193D4EB}"/>
          </ac:cxnSpMkLst>
        </pc:cxnChg>
        <pc:cxnChg chg="add mod">
          <ac:chgData name="Barenya Das" userId="e35ebc08-92ca-4f5c-ac07-71b9cfc27341" providerId="ADAL" clId="{957D9172-4998-40FF-97CD-C7C1153A75B6}" dt="2026-01-28T09:12:52.033" v="13555"/>
          <ac:cxnSpMkLst>
            <pc:docMk/>
            <pc:sldMk cId="16622190" sldId="308"/>
            <ac:cxnSpMk id="7" creationId="{90CF7A39-42A2-0B68-6FB9-6AF2D60C89AD}"/>
          </ac:cxnSpMkLst>
        </pc:cxnChg>
        <pc:cxnChg chg="add mod">
          <ac:chgData name="Barenya Das" userId="e35ebc08-92ca-4f5c-ac07-71b9cfc27341" providerId="ADAL" clId="{957D9172-4998-40FF-97CD-C7C1153A75B6}" dt="2026-01-28T09:12:52.033" v="13555"/>
          <ac:cxnSpMkLst>
            <pc:docMk/>
            <pc:sldMk cId="16622190" sldId="308"/>
            <ac:cxnSpMk id="8" creationId="{E8568E76-532D-FB2F-F4E2-E31F55F07297}"/>
          </ac:cxnSpMkLst>
        </pc:cxnChg>
      </pc:sldChg>
      <pc:sldChg chg="addSp delSp modSp add mod modNotesTx">
        <pc:chgData name="Barenya Das" userId="e35ebc08-92ca-4f5c-ac07-71b9cfc27341" providerId="ADAL" clId="{957D9172-4998-40FF-97CD-C7C1153A75B6}" dt="2026-01-28T09:12:48.652" v="13553"/>
        <pc:sldMkLst>
          <pc:docMk/>
          <pc:sldMk cId="2602730693" sldId="309"/>
        </pc:sldMkLst>
        <pc:spChg chg="add mod">
          <ac:chgData name="Barenya Das" userId="e35ebc08-92ca-4f5c-ac07-71b9cfc27341" providerId="ADAL" clId="{957D9172-4998-40FF-97CD-C7C1153A75B6}" dt="2026-01-28T09:12:48.652" v="13553"/>
          <ac:spMkLst>
            <pc:docMk/>
            <pc:sldMk cId="2602730693" sldId="309"/>
            <ac:spMk id="3" creationId="{27066C4C-DCFC-6325-0E23-34129F8F90D3}"/>
          </ac:spMkLst>
        </pc:spChg>
        <pc:spChg chg="add mod">
          <ac:chgData name="Barenya Das" userId="e35ebc08-92ca-4f5c-ac07-71b9cfc27341" providerId="ADAL" clId="{957D9172-4998-40FF-97CD-C7C1153A75B6}" dt="2026-01-28T09:12:48.652" v="13553"/>
          <ac:spMkLst>
            <pc:docMk/>
            <pc:sldMk cId="2602730693" sldId="309"/>
            <ac:spMk id="4" creationId="{12FEFF93-EB1D-AE5D-6D7D-247147F71A45}"/>
          </ac:spMkLst>
        </pc:spChg>
        <pc:spChg chg="add mod">
          <ac:chgData name="Barenya Das" userId="e35ebc08-92ca-4f5c-ac07-71b9cfc27341" providerId="ADAL" clId="{957D9172-4998-40FF-97CD-C7C1153A75B6}" dt="2026-01-28T09:12:48.652" v="13553"/>
          <ac:spMkLst>
            <pc:docMk/>
            <pc:sldMk cId="2602730693" sldId="309"/>
            <ac:spMk id="13" creationId="{7F208E56-03B2-256D-9212-8799B8E0FEE2}"/>
          </ac:spMkLst>
        </pc:spChg>
        <pc:spChg chg="add mod">
          <ac:chgData name="Barenya Das" userId="e35ebc08-92ca-4f5c-ac07-71b9cfc27341" providerId="ADAL" clId="{957D9172-4998-40FF-97CD-C7C1153A75B6}" dt="2026-01-28T09:12:48.652" v="13553"/>
          <ac:spMkLst>
            <pc:docMk/>
            <pc:sldMk cId="2602730693" sldId="309"/>
            <ac:spMk id="14" creationId="{CCC2A0D6-2660-4C0B-17ED-CAA9A6E9A851}"/>
          </ac:spMkLst>
        </pc:spChg>
        <pc:spChg chg="add mod">
          <ac:chgData name="Barenya Das" userId="e35ebc08-92ca-4f5c-ac07-71b9cfc27341" providerId="ADAL" clId="{957D9172-4998-40FF-97CD-C7C1153A75B6}" dt="2026-01-22T17:24:24.896" v="8595"/>
          <ac:spMkLst>
            <pc:docMk/>
            <pc:sldMk cId="2602730693" sldId="309"/>
            <ac:spMk id="22" creationId="{A5BC10C6-E75C-F901-3461-582D10A97238}"/>
          </ac:spMkLst>
        </pc:spChg>
        <pc:spChg chg="add mod">
          <ac:chgData name="Barenya Das" userId="e35ebc08-92ca-4f5c-ac07-71b9cfc27341" providerId="ADAL" clId="{957D9172-4998-40FF-97CD-C7C1153A75B6}" dt="2026-01-22T17:33:31.074" v="8752"/>
          <ac:spMkLst>
            <pc:docMk/>
            <pc:sldMk cId="2602730693" sldId="309"/>
            <ac:spMk id="23" creationId="{A94129CD-F3F9-1CCA-E395-48C722B467F0}"/>
          </ac:spMkLst>
        </pc:spChg>
        <pc:spChg chg="add mod">
          <ac:chgData name="Barenya Das" userId="e35ebc08-92ca-4f5c-ac07-71b9cfc27341" providerId="ADAL" clId="{957D9172-4998-40FF-97CD-C7C1153A75B6}" dt="2026-01-27T06:14:05.181" v="9076"/>
          <ac:spMkLst>
            <pc:docMk/>
            <pc:sldMk cId="2602730693" sldId="309"/>
            <ac:spMk id="26" creationId="{699EF734-B7A4-DDB4-D547-53964F67163C}"/>
          </ac:spMkLst>
        </pc:spChg>
        <pc:spChg chg="add mod">
          <ac:chgData name="Barenya Das" userId="e35ebc08-92ca-4f5c-ac07-71b9cfc27341" providerId="ADAL" clId="{957D9172-4998-40FF-97CD-C7C1153A75B6}" dt="2026-01-27T06:30:01.231" v="9333"/>
          <ac:spMkLst>
            <pc:docMk/>
            <pc:sldMk cId="2602730693" sldId="309"/>
            <ac:spMk id="31" creationId="{17F726A5-A5A9-5DBB-F111-4E0349C34272}"/>
          </ac:spMkLst>
        </pc:spChg>
        <pc:spChg chg="add mod">
          <ac:chgData name="Barenya Das" userId="e35ebc08-92ca-4f5c-ac07-71b9cfc27341" providerId="ADAL" clId="{957D9172-4998-40FF-97CD-C7C1153A75B6}" dt="2026-01-27T06:30:01.231" v="9333"/>
          <ac:spMkLst>
            <pc:docMk/>
            <pc:sldMk cId="2602730693" sldId="309"/>
            <ac:spMk id="32" creationId="{2587194E-CAA9-5DF1-30AA-5E8AF35720A5}"/>
          </ac:spMkLst>
        </pc:spChg>
        <pc:spChg chg="add mod">
          <ac:chgData name="Barenya Das" userId="e35ebc08-92ca-4f5c-ac07-71b9cfc27341" providerId="ADAL" clId="{957D9172-4998-40FF-97CD-C7C1153A75B6}" dt="2026-01-27T06:30:01.231" v="9333"/>
          <ac:spMkLst>
            <pc:docMk/>
            <pc:sldMk cId="2602730693" sldId="309"/>
            <ac:spMk id="33" creationId="{17061660-D430-CC20-A971-8FBAA6D8766F}"/>
          </ac:spMkLst>
        </pc:spChg>
        <pc:spChg chg="add mod">
          <ac:chgData name="Barenya Das" userId="e35ebc08-92ca-4f5c-ac07-71b9cfc27341" providerId="ADAL" clId="{957D9172-4998-40FF-97CD-C7C1153A75B6}" dt="2026-01-27T06:30:01.231" v="9333"/>
          <ac:spMkLst>
            <pc:docMk/>
            <pc:sldMk cId="2602730693" sldId="309"/>
            <ac:spMk id="34" creationId="{4BC1E77C-EB36-CD7F-E489-F3CBD832E7E1}"/>
          </ac:spMkLst>
        </pc:spChg>
        <pc:spChg chg="add mod">
          <ac:chgData name="Barenya Das" userId="e35ebc08-92ca-4f5c-ac07-71b9cfc27341" providerId="ADAL" clId="{957D9172-4998-40FF-97CD-C7C1153A75B6}" dt="2026-01-27T06:30:01.231" v="9333"/>
          <ac:spMkLst>
            <pc:docMk/>
            <pc:sldMk cId="2602730693" sldId="309"/>
            <ac:spMk id="35" creationId="{B47D7EC0-7DE7-25D6-F91E-6532C1D13A9E}"/>
          </ac:spMkLst>
        </pc:spChg>
        <pc:spChg chg="add mod">
          <ac:chgData name="Barenya Das" userId="e35ebc08-92ca-4f5c-ac07-71b9cfc27341" providerId="ADAL" clId="{957D9172-4998-40FF-97CD-C7C1153A75B6}" dt="2026-01-27T06:32:55.329" v="9441"/>
          <ac:spMkLst>
            <pc:docMk/>
            <pc:sldMk cId="2602730693" sldId="309"/>
            <ac:spMk id="37" creationId="{25D1A0C4-A256-9DF1-8BBF-F54C7C24BDF7}"/>
          </ac:spMkLst>
        </pc:spChg>
        <pc:spChg chg="add mod">
          <ac:chgData name="Barenya Das" userId="e35ebc08-92ca-4f5c-ac07-71b9cfc27341" providerId="ADAL" clId="{957D9172-4998-40FF-97CD-C7C1153A75B6}" dt="2026-01-27T06:44:33.323" v="9493"/>
          <ac:spMkLst>
            <pc:docMk/>
            <pc:sldMk cId="2602730693" sldId="309"/>
            <ac:spMk id="38" creationId="{D2170443-D6FA-A6C9-5D1A-3D4F766A4FC2}"/>
          </ac:spMkLst>
        </pc:spChg>
        <pc:picChg chg="add mod">
          <ac:chgData name="Barenya Das" userId="e35ebc08-92ca-4f5c-ac07-71b9cfc27341" providerId="ADAL" clId="{957D9172-4998-40FF-97CD-C7C1153A75B6}" dt="2026-01-22T15:56:55.301" v="7227"/>
          <ac:picMkLst>
            <pc:docMk/>
            <pc:sldMk cId="2602730693" sldId="309"/>
            <ac:picMk id="2" creationId="{2157636C-DAE5-F15F-17A3-CC6E1791CD53}"/>
          </ac:picMkLst>
        </pc:picChg>
        <pc:picChg chg="add mod">
          <ac:chgData name="Barenya Das" userId="e35ebc08-92ca-4f5c-ac07-71b9cfc27341" providerId="ADAL" clId="{957D9172-4998-40FF-97CD-C7C1153A75B6}" dt="2026-01-22T16:03:10.538" v="7266"/>
          <ac:picMkLst>
            <pc:docMk/>
            <pc:sldMk cId="2602730693" sldId="309"/>
            <ac:picMk id="6" creationId="{E31F24D2-0B60-3F0F-D425-DFCAEE20630D}"/>
          </ac:picMkLst>
        </pc:picChg>
        <pc:picChg chg="add mod">
          <ac:chgData name="Barenya Das" userId="e35ebc08-92ca-4f5c-ac07-71b9cfc27341" providerId="ADAL" clId="{957D9172-4998-40FF-97CD-C7C1153A75B6}" dt="2026-01-27T06:30:01.231" v="9333"/>
          <ac:picMkLst>
            <pc:docMk/>
            <pc:sldMk cId="2602730693" sldId="309"/>
            <ac:picMk id="27" creationId="{890731D4-7A79-5F06-1A5A-FB59836AB659}"/>
          </ac:picMkLst>
        </pc:picChg>
        <pc:picChg chg="add mod">
          <ac:chgData name="Barenya Das" userId="e35ebc08-92ca-4f5c-ac07-71b9cfc27341" providerId="ADAL" clId="{957D9172-4998-40FF-97CD-C7C1153A75B6}" dt="2026-01-27T06:30:01.231" v="9333"/>
          <ac:picMkLst>
            <pc:docMk/>
            <pc:sldMk cId="2602730693" sldId="309"/>
            <ac:picMk id="28" creationId="{34CA277F-DAFE-81EB-850D-AD68AE3D4210}"/>
          </ac:picMkLst>
        </pc:picChg>
        <pc:picChg chg="add mod">
          <ac:chgData name="Barenya Das" userId="e35ebc08-92ca-4f5c-ac07-71b9cfc27341" providerId="ADAL" clId="{957D9172-4998-40FF-97CD-C7C1153A75B6}" dt="2026-01-27T06:30:01.231" v="9333"/>
          <ac:picMkLst>
            <pc:docMk/>
            <pc:sldMk cId="2602730693" sldId="309"/>
            <ac:picMk id="29" creationId="{53775733-3774-1CCB-7C8E-17844984B476}"/>
          </ac:picMkLst>
        </pc:picChg>
        <pc:picChg chg="add mod">
          <ac:chgData name="Barenya Das" userId="e35ebc08-92ca-4f5c-ac07-71b9cfc27341" providerId="ADAL" clId="{957D9172-4998-40FF-97CD-C7C1153A75B6}" dt="2026-01-27T06:30:12.996" v="9335" actId="208"/>
          <ac:picMkLst>
            <pc:docMk/>
            <pc:sldMk cId="2602730693" sldId="309"/>
            <ac:picMk id="30" creationId="{133285DA-6DF1-EA17-CABF-7F165550FA93}"/>
          </ac:picMkLst>
        </pc:picChg>
        <pc:picChg chg="add mod">
          <ac:chgData name="Barenya Das" userId="e35ebc08-92ca-4f5c-ac07-71b9cfc27341" providerId="ADAL" clId="{957D9172-4998-40FF-97CD-C7C1153A75B6}" dt="2026-01-27T06:30:08.999" v="9334" actId="208"/>
          <ac:picMkLst>
            <pc:docMk/>
            <pc:sldMk cId="2602730693" sldId="309"/>
            <ac:picMk id="36" creationId="{4508ED42-C20C-2B9B-A61F-948D6A82B716}"/>
          </ac:picMkLst>
        </pc:picChg>
        <pc:inkChg chg="add mod">
          <ac:chgData name="Barenya Das" userId="e35ebc08-92ca-4f5c-ac07-71b9cfc27341" providerId="ADAL" clId="{957D9172-4998-40FF-97CD-C7C1153A75B6}" dt="2026-01-22T16:03:22.375" v="7269"/>
          <ac:inkMkLst>
            <pc:docMk/>
            <pc:sldMk cId="2602730693" sldId="309"/>
            <ac:inkMk id="8" creationId="{6BB82F6C-B4A5-523F-926D-D37BEF4028EA}"/>
          </ac:inkMkLst>
        </pc:inkChg>
        <pc:inkChg chg="add">
          <ac:chgData name="Barenya Das" userId="e35ebc08-92ca-4f5c-ac07-71b9cfc27341" providerId="ADAL" clId="{957D9172-4998-40FF-97CD-C7C1153A75B6}" dt="2026-01-22T16:03:25.169" v="7270" actId="9405"/>
          <ac:inkMkLst>
            <pc:docMk/>
            <pc:sldMk cId="2602730693" sldId="309"/>
            <ac:inkMk id="10" creationId="{9D433B45-7A8F-39B6-DF48-65050399C6B1}"/>
          </ac:inkMkLst>
        </pc:inkChg>
        <pc:inkChg chg="add">
          <ac:chgData name="Barenya Das" userId="e35ebc08-92ca-4f5c-ac07-71b9cfc27341" providerId="ADAL" clId="{957D9172-4998-40FF-97CD-C7C1153A75B6}" dt="2026-01-22T16:03:28.216" v="7271" actId="9405"/>
          <ac:inkMkLst>
            <pc:docMk/>
            <pc:sldMk cId="2602730693" sldId="309"/>
            <ac:inkMk id="12" creationId="{5F5EFAA2-1CA9-A7E5-4151-9DF31DEE4461}"/>
          </ac:inkMkLst>
        </pc:inkChg>
        <pc:cxnChg chg="add mod">
          <ac:chgData name="Barenya Das" userId="e35ebc08-92ca-4f5c-ac07-71b9cfc27341" providerId="ADAL" clId="{957D9172-4998-40FF-97CD-C7C1153A75B6}" dt="2026-01-28T09:12:48.652" v="13553"/>
          <ac:cxnSpMkLst>
            <pc:docMk/>
            <pc:sldMk cId="2602730693" sldId="309"/>
            <ac:cxnSpMk id="5" creationId="{AC247B61-62A7-79B2-3DFC-0121DAAFFB05}"/>
          </ac:cxnSpMkLst>
        </pc:cxnChg>
        <pc:cxnChg chg="add mod">
          <ac:chgData name="Barenya Das" userId="e35ebc08-92ca-4f5c-ac07-71b9cfc27341" providerId="ADAL" clId="{957D9172-4998-40FF-97CD-C7C1153A75B6}" dt="2026-01-28T09:12:48.652" v="13553"/>
          <ac:cxnSpMkLst>
            <pc:docMk/>
            <pc:sldMk cId="2602730693" sldId="309"/>
            <ac:cxnSpMk id="7" creationId="{E2CADC24-D351-7A74-1539-42E1A1A20AAC}"/>
          </ac:cxnSpMkLst>
        </pc:cxnChg>
        <pc:cxnChg chg="add mod">
          <ac:chgData name="Barenya Das" userId="e35ebc08-92ca-4f5c-ac07-71b9cfc27341" providerId="ADAL" clId="{957D9172-4998-40FF-97CD-C7C1153A75B6}" dt="2026-01-28T09:12:48.652" v="13553"/>
          <ac:cxnSpMkLst>
            <pc:docMk/>
            <pc:sldMk cId="2602730693" sldId="309"/>
            <ac:cxnSpMk id="9" creationId="{8F1B370B-10B4-C812-DE14-2AAC0AFE8028}"/>
          </ac:cxnSpMkLst>
        </pc:cxnChg>
        <pc:cxnChg chg="add mod">
          <ac:chgData name="Barenya Das" userId="e35ebc08-92ca-4f5c-ac07-71b9cfc27341" providerId="ADAL" clId="{957D9172-4998-40FF-97CD-C7C1153A75B6}" dt="2026-01-28T09:12:48.652" v="13553"/>
          <ac:cxnSpMkLst>
            <pc:docMk/>
            <pc:sldMk cId="2602730693" sldId="309"/>
            <ac:cxnSpMk id="11" creationId="{E75C727B-71D2-F5D8-8CAB-9AF197357ABD}"/>
          </ac:cxnSpMkLst>
        </pc:cxnChg>
      </pc:sldChg>
      <pc:sldChg chg="addSp delSp modSp add mod modNotesTx">
        <pc:chgData name="Barenya Das" userId="e35ebc08-92ca-4f5c-ac07-71b9cfc27341" providerId="ADAL" clId="{957D9172-4998-40FF-97CD-C7C1153A75B6}" dt="2026-01-28T09:12:46.866" v="13552"/>
        <pc:sldMkLst>
          <pc:docMk/>
          <pc:sldMk cId="3011132166" sldId="310"/>
        </pc:sldMkLst>
        <pc:spChg chg="add mod">
          <ac:chgData name="Barenya Das" userId="e35ebc08-92ca-4f5c-ac07-71b9cfc27341" providerId="ADAL" clId="{957D9172-4998-40FF-97CD-C7C1153A75B6}" dt="2026-01-28T09:12:46.866" v="13552"/>
          <ac:spMkLst>
            <pc:docMk/>
            <pc:sldMk cId="3011132166" sldId="310"/>
            <ac:spMk id="3" creationId="{B3324979-8CE3-7E4F-F9A6-88F321E938DB}"/>
          </ac:spMkLst>
        </pc:spChg>
        <pc:spChg chg="add mod">
          <ac:chgData name="Barenya Das" userId="e35ebc08-92ca-4f5c-ac07-71b9cfc27341" providerId="ADAL" clId="{957D9172-4998-40FF-97CD-C7C1153A75B6}" dt="2026-01-28T09:12:46.866" v="13552"/>
          <ac:spMkLst>
            <pc:docMk/>
            <pc:sldMk cId="3011132166" sldId="310"/>
            <ac:spMk id="4" creationId="{B1AB2778-96F4-19E0-C9F9-8F2FF3E16205}"/>
          </ac:spMkLst>
        </pc:spChg>
        <pc:spChg chg="add mod">
          <ac:chgData name="Barenya Das" userId="e35ebc08-92ca-4f5c-ac07-71b9cfc27341" providerId="ADAL" clId="{957D9172-4998-40FF-97CD-C7C1153A75B6}" dt="2026-01-28T09:12:46.866" v="13552"/>
          <ac:spMkLst>
            <pc:docMk/>
            <pc:sldMk cId="3011132166" sldId="310"/>
            <ac:spMk id="9" creationId="{75B211DF-D188-4B96-D6E2-B2C3DD537ABC}"/>
          </ac:spMkLst>
        </pc:spChg>
        <pc:spChg chg="add mod">
          <ac:chgData name="Barenya Das" userId="e35ebc08-92ca-4f5c-ac07-71b9cfc27341" providerId="ADAL" clId="{957D9172-4998-40FF-97CD-C7C1153A75B6}" dt="2026-01-28T09:12:46.866" v="13552"/>
          <ac:spMkLst>
            <pc:docMk/>
            <pc:sldMk cId="3011132166" sldId="310"/>
            <ac:spMk id="10" creationId="{4B6592F7-5B0A-6793-AF8D-B925B9CB1BD6}"/>
          </ac:spMkLst>
        </pc:spChg>
        <pc:spChg chg="add mod">
          <ac:chgData name="Barenya Das" userId="e35ebc08-92ca-4f5c-ac07-71b9cfc27341" providerId="ADAL" clId="{957D9172-4998-40FF-97CD-C7C1153A75B6}" dt="2026-01-27T06:14:06.752" v="9077"/>
          <ac:spMkLst>
            <pc:docMk/>
            <pc:sldMk cId="3011132166" sldId="310"/>
            <ac:spMk id="14" creationId="{B91673F5-4E52-CBC5-12BA-3FB385E33F8F}"/>
          </ac:spMkLst>
        </pc:spChg>
        <pc:spChg chg="add mod">
          <ac:chgData name="Barenya Das" userId="e35ebc08-92ca-4f5c-ac07-71b9cfc27341" providerId="ADAL" clId="{957D9172-4998-40FF-97CD-C7C1153A75B6}" dt="2026-01-22T17:24:25.781" v="8596"/>
          <ac:spMkLst>
            <pc:docMk/>
            <pc:sldMk cId="3011132166" sldId="310"/>
            <ac:spMk id="28" creationId="{4BEC4E47-26C8-F486-F101-2D4715FF490D}"/>
          </ac:spMkLst>
        </pc:spChg>
        <pc:spChg chg="add mod">
          <ac:chgData name="Barenya Das" userId="e35ebc08-92ca-4f5c-ac07-71b9cfc27341" providerId="ADAL" clId="{957D9172-4998-40FF-97CD-C7C1153A75B6}" dt="2026-01-22T17:33:32.296" v="8753"/>
          <ac:spMkLst>
            <pc:docMk/>
            <pc:sldMk cId="3011132166" sldId="310"/>
            <ac:spMk id="29" creationId="{18C546FE-34C2-44BA-0532-1C51861A4DE3}"/>
          </ac:spMkLst>
        </pc:spChg>
        <pc:spChg chg="add mod">
          <ac:chgData name="Barenya Das" userId="e35ebc08-92ca-4f5c-ac07-71b9cfc27341" providerId="ADAL" clId="{957D9172-4998-40FF-97CD-C7C1153A75B6}" dt="2026-01-27T06:29:29.112" v="9313"/>
          <ac:spMkLst>
            <pc:docMk/>
            <pc:sldMk cId="3011132166" sldId="310"/>
            <ac:spMk id="31" creationId="{B503FFC4-AD97-6AB6-BB77-ED35D4D1DD44}"/>
          </ac:spMkLst>
        </pc:spChg>
        <pc:spChg chg="add mod">
          <ac:chgData name="Barenya Das" userId="e35ebc08-92ca-4f5c-ac07-71b9cfc27341" providerId="ADAL" clId="{957D9172-4998-40FF-97CD-C7C1153A75B6}" dt="2026-01-27T06:29:29.112" v="9313"/>
          <ac:spMkLst>
            <pc:docMk/>
            <pc:sldMk cId="3011132166" sldId="310"/>
            <ac:spMk id="32" creationId="{A1D97875-0312-E99B-62C0-20D069199E98}"/>
          </ac:spMkLst>
        </pc:spChg>
        <pc:spChg chg="add mod">
          <ac:chgData name="Barenya Das" userId="e35ebc08-92ca-4f5c-ac07-71b9cfc27341" providerId="ADAL" clId="{957D9172-4998-40FF-97CD-C7C1153A75B6}" dt="2026-01-27T06:29:29.112" v="9313"/>
          <ac:spMkLst>
            <pc:docMk/>
            <pc:sldMk cId="3011132166" sldId="310"/>
            <ac:spMk id="33" creationId="{ED64BF8C-225D-390D-0301-EFF2FC352CA4}"/>
          </ac:spMkLst>
        </pc:spChg>
        <pc:spChg chg="add mod">
          <ac:chgData name="Barenya Das" userId="e35ebc08-92ca-4f5c-ac07-71b9cfc27341" providerId="ADAL" clId="{957D9172-4998-40FF-97CD-C7C1153A75B6}" dt="2026-01-27T06:29:29.112" v="9313"/>
          <ac:spMkLst>
            <pc:docMk/>
            <pc:sldMk cId="3011132166" sldId="310"/>
            <ac:spMk id="34" creationId="{718326B6-640D-FF7D-46E6-5E1AFD0AC3C0}"/>
          </ac:spMkLst>
        </pc:spChg>
        <pc:spChg chg="add mod">
          <ac:chgData name="Barenya Das" userId="e35ebc08-92ca-4f5c-ac07-71b9cfc27341" providerId="ADAL" clId="{957D9172-4998-40FF-97CD-C7C1153A75B6}" dt="2026-01-27T06:29:29.112" v="9313"/>
          <ac:spMkLst>
            <pc:docMk/>
            <pc:sldMk cId="3011132166" sldId="310"/>
            <ac:spMk id="35" creationId="{95CA0E2E-C07C-9382-283B-7C214DB23B36}"/>
          </ac:spMkLst>
        </pc:spChg>
        <pc:spChg chg="add mod">
          <ac:chgData name="Barenya Das" userId="e35ebc08-92ca-4f5c-ac07-71b9cfc27341" providerId="ADAL" clId="{957D9172-4998-40FF-97CD-C7C1153A75B6}" dt="2026-01-27T06:33:00.804" v="9443"/>
          <ac:spMkLst>
            <pc:docMk/>
            <pc:sldMk cId="3011132166" sldId="310"/>
            <ac:spMk id="37" creationId="{D7F1B2EA-F0DD-E43E-75C6-A6D3F248B5A2}"/>
          </ac:spMkLst>
        </pc:spChg>
        <pc:spChg chg="add mod">
          <ac:chgData name="Barenya Das" userId="e35ebc08-92ca-4f5c-ac07-71b9cfc27341" providerId="ADAL" clId="{957D9172-4998-40FF-97CD-C7C1153A75B6}" dt="2026-01-27T06:44:34.926" v="9494"/>
          <ac:spMkLst>
            <pc:docMk/>
            <pc:sldMk cId="3011132166" sldId="310"/>
            <ac:spMk id="38" creationId="{C37AEE76-E47A-EA8F-13B1-4A85629D31D2}"/>
          </ac:spMkLst>
        </pc:spChg>
        <pc:picChg chg="add mod">
          <ac:chgData name="Barenya Das" userId="e35ebc08-92ca-4f5c-ac07-71b9cfc27341" providerId="ADAL" clId="{957D9172-4998-40FF-97CD-C7C1153A75B6}" dt="2026-01-27T06:29:29.112" v="9313"/>
          <ac:picMkLst>
            <pc:docMk/>
            <pc:sldMk cId="3011132166" sldId="310"/>
            <ac:picMk id="15" creationId="{B55C0F23-7953-46EF-E223-4A270164031A}"/>
          </ac:picMkLst>
        </pc:picChg>
        <pc:picChg chg="add mod">
          <ac:chgData name="Barenya Das" userId="e35ebc08-92ca-4f5c-ac07-71b9cfc27341" providerId="ADAL" clId="{957D9172-4998-40FF-97CD-C7C1153A75B6}" dt="2026-01-27T06:29:29.112" v="9313"/>
          <ac:picMkLst>
            <pc:docMk/>
            <pc:sldMk cId="3011132166" sldId="310"/>
            <ac:picMk id="17" creationId="{4B3D3733-F8F3-5C7A-7470-31EB9E229335}"/>
          </ac:picMkLst>
        </pc:picChg>
        <pc:picChg chg="add mod">
          <ac:chgData name="Barenya Das" userId="e35ebc08-92ca-4f5c-ac07-71b9cfc27341" providerId="ADAL" clId="{957D9172-4998-40FF-97CD-C7C1153A75B6}" dt="2026-01-27T06:29:29.112" v="9313"/>
          <ac:picMkLst>
            <pc:docMk/>
            <pc:sldMk cId="3011132166" sldId="310"/>
            <ac:picMk id="18" creationId="{B375335A-105C-750A-57B7-7E9EF8723D20}"/>
          </ac:picMkLst>
        </pc:picChg>
        <pc:picChg chg="add mod">
          <ac:chgData name="Barenya Das" userId="e35ebc08-92ca-4f5c-ac07-71b9cfc27341" providerId="ADAL" clId="{957D9172-4998-40FF-97CD-C7C1153A75B6}" dt="2026-01-22T16:01:12.070" v="7253"/>
          <ac:picMkLst>
            <pc:docMk/>
            <pc:sldMk cId="3011132166" sldId="310"/>
            <ac:picMk id="20" creationId="{5512C803-EF9E-1CA2-9ECB-03EC4E1A2CC0}"/>
          </ac:picMkLst>
        </pc:picChg>
        <pc:picChg chg="add mod">
          <ac:chgData name="Barenya Das" userId="e35ebc08-92ca-4f5c-ac07-71b9cfc27341" providerId="ADAL" clId="{957D9172-4998-40FF-97CD-C7C1153A75B6}" dt="2026-01-27T06:29:39.959" v="9316" actId="208"/>
          <ac:picMkLst>
            <pc:docMk/>
            <pc:sldMk cId="3011132166" sldId="310"/>
            <ac:picMk id="30" creationId="{E09D6980-9687-FD2D-C4A0-87162E918B6A}"/>
          </ac:picMkLst>
        </pc:picChg>
        <pc:picChg chg="add mod">
          <ac:chgData name="Barenya Das" userId="e35ebc08-92ca-4f5c-ac07-71b9cfc27341" providerId="ADAL" clId="{957D9172-4998-40FF-97CD-C7C1153A75B6}" dt="2026-01-27T06:29:36.244" v="9315" actId="208"/>
          <ac:picMkLst>
            <pc:docMk/>
            <pc:sldMk cId="3011132166" sldId="310"/>
            <ac:picMk id="36" creationId="{C822685C-C322-8DDB-FB7C-1E018FD3ECD1}"/>
          </ac:picMkLst>
        </pc:picChg>
        <pc:inkChg chg="add">
          <ac:chgData name="Barenya Das" userId="e35ebc08-92ca-4f5c-ac07-71b9cfc27341" providerId="ADAL" clId="{957D9172-4998-40FF-97CD-C7C1153A75B6}" dt="2026-01-22T16:00:30.746" v="7250"/>
          <ac:inkMkLst>
            <pc:docMk/>
            <pc:sldMk cId="3011132166" sldId="310"/>
            <ac:inkMk id="16" creationId="{5C138F3C-D59D-89B9-3621-16F3DD4B2775}"/>
          </ac:inkMkLst>
        </pc:inkChg>
        <pc:inkChg chg="add">
          <ac:chgData name="Barenya Das" userId="e35ebc08-92ca-4f5c-ac07-71b9cfc27341" providerId="ADAL" clId="{957D9172-4998-40FF-97CD-C7C1153A75B6}" dt="2026-01-22T16:00:35.838" v="7252"/>
          <ac:inkMkLst>
            <pc:docMk/>
            <pc:sldMk cId="3011132166" sldId="310"/>
            <ac:inkMk id="19" creationId="{C52F517E-9F08-60B6-71F1-FE074AA03310}"/>
          </ac:inkMkLst>
        </pc:inkChg>
        <pc:inkChg chg="add">
          <ac:chgData name="Barenya Das" userId="e35ebc08-92ca-4f5c-ac07-71b9cfc27341" providerId="ADAL" clId="{957D9172-4998-40FF-97CD-C7C1153A75B6}" dt="2026-01-22T16:03:58.098" v="7272" actId="9405"/>
          <ac:inkMkLst>
            <pc:docMk/>
            <pc:sldMk cId="3011132166" sldId="310"/>
            <ac:inkMk id="22" creationId="{1318D3E8-A42D-C991-E381-AE90CAEE4065}"/>
          </ac:inkMkLst>
        </pc:inkChg>
        <pc:cxnChg chg="add mod">
          <ac:chgData name="Barenya Das" userId="e35ebc08-92ca-4f5c-ac07-71b9cfc27341" providerId="ADAL" clId="{957D9172-4998-40FF-97CD-C7C1153A75B6}" dt="2026-01-28T09:12:46.866" v="13552"/>
          <ac:cxnSpMkLst>
            <pc:docMk/>
            <pc:sldMk cId="3011132166" sldId="310"/>
            <ac:cxnSpMk id="5" creationId="{00A2991C-4023-591A-87AD-E7D74EEF90EA}"/>
          </ac:cxnSpMkLst>
        </pc:cxnChg>
        <pc:cxnChg chg="add mod">
          <ac:chgData name="Barenya Das" userId="e35ebc08-92ca-4f5c-ac07-71b9cfc27341" providerId="ADAL" clId="{957D9172-4998-40FF-97CD-C7C1153A75B6}" dt="2026-01-28T09:12:46.866" v="13552"/>
          <ac:cxnSpMkLst>
            <pc:docMk/>
            <pc:sldMk cId="3011132166" sldId="310"/>
            <ac:cxnSpMk id="6" creationId="{E20D9B16-627D-F6B1-6716-9CFACDD79EB6}"/>
          </ac:cxnSpMkLst>
        </pc:cxnChg>
        <pc:cxnChg chg="add mod">
          <ac:chgData name="Barenya Das" userId="e35ebc08-92ca-4f5c-ac07-71b9cfc27341" providerId="ADAL" clId="{957D9172-4998-40FF-97CD-C7C1153A75B6}" dt="2026-01-28T09:12:46.866" v="13552"/>
          <ac:cxnSpMkLst>
            <pc:docMk/>
            <pc:sldMk cId="3011132166" sldId="310"/>
            <ac:cxnSpMk id="7" creationId="{D8718D53-A65B-B0E4-3BE3-F5D527C52DE7}"/>
          </ac:cxnSpMkLst>
        </pc:cxnChg>
        <pc:cxnChg chg="add mod">
          <ac:chgData name="Barenya Das" userId="e35ebc08-92ca-4f5c-ac07-71b9cfc27341" providerId="ADAL" clId="{957D9172-4998-40FF-97CD-C7C1153A75B6}" dt="2026-01-28T09:12:46.866" v="13552"/>
          <ac:cxnSpMkLst>
            <pc:docMk/>
            <pc:sldMk cId="3011132166" sldId="310"/>
            <ac:cxnSpMk id="8" creationId="{39E97403-D5D2-FED9-3A4E-4ACF54335931}"/>
          </ac:cxnSpMkLst>
        </pc:cxnChg>
      </pc:sldChg>
      <pc:sldChg chg="addSp delSp modSp add mod modNotesTx">
        <pc:chgData name="Barenya Das" userId="e35ebc08-92ca-4f5c-ac07-71b9cfc27341" providerId="ADAL" clId="{957D9172-4998-40FF-97CD-C7C1153A75B6}" dt="2026-01-28T09:12:50.876" v="13554"/>
        <pc:sldMkLst>
          <pc:docMk/>
          <pc:sldMk cId="1239633881" sldId="311"/>
        </pc:sldMkLst>
        <pc:spChg chg="add mod">
          <ac:chgData name="Barenya Das" userId="e35ebc08-92ca-4f5c-ac07-71b9cfc27341" providerId="ADAL" clId="{957D9172-4998-40FF-97CD-C7C1153A75B6}" dt="2026-01-28T09:12:50.876" v="13554"/>
          <ac:spMkLst>
            <pc:docMk/>
            <pc:sldMk cId="1239633881" sldId="311"/>
            <ac:spMk id="2" creationId="{FDB62E28-38D0-1850-05F4-55D8FACA51C9}"/>
          </ac:spMkLst>
        </pc:spChg>
        <pc:spChg chg="add mod">
          <ac:chgData name="Barenya Das" userId="e35ebc08-92ca-4f5c-ac07-71b9cfc27341" providerId="ADAL" clId="{957D9172-4998-40FF-97CD-C7C1153A75B6}" dt="2026-01-28T09:12:50.876" v="13554"/>
          <ac:spMkLst>
            <pc:docMk/>
            <pc:sldMk cId="1239633881" sldId="311"/>
            <ac:spMk id="3" creationId="{CA04F8CC-7BEF-3C0C-32BC-3633011006B9}"/>
          </ac:spMkLst>
        </pc:spChg>
        <pc:spChg chg="add mod">
          <ac:chgData name="Barenya Das" userId="e35ebc08-92ca-4f5c-ac07-71b9cfc27341" providerId="ADAL" clId="{957D9172-4998-40FF-97CD-C7C1153A75B6}" dt="2026-01-28T09:12:50.876" v="13554"/>
          <ac:spMkLst>
            <pc:docMk/>
            <pc:sldMk cId="1239633881" sldId="311"/>
            <ac:spMk id="10" creationId="{A54CCC76-DD36-4910-1DFC-7BF40792B657}"/>
          </ac:spMkLst>
        </pc:spChg>
        <pc:spChg chg="add mod">
          <ac:chgData name="Barenya Das" userId="e35ebc08-92ca-4f5c-ac07-71b9cfc27341" providerId="ADAL" clId="{957D9172-4998-40FF-97CD-C7C1153A75B6}" dt="2026-01-28T09:12:50.876" v="13554"/>
          <ac:spMkLst>
            <pc:docMk/>
            <pc:sldMk cId="1239633881" sldId="311"/>
            <ac:spMk id="11" creationId="{AC2C50FB-AA09-D52C-C155-F111282F09EB}"/>
          </ac:spMkLst>
        </pc:spChg>
        <pc:spChg chg="add mod">
          <ac:chgData name="Barenya Das" userId="e35ebc08-92ca-4f5c-ac07-71b9cfc27341" providerId="ADAL" clId="{957D9172-4998-40FF-97CD-C7C1153A75B6}" dt="2026-01-22T17:24:22.204" v="8594"/>
          <ac:spMkLst>
            <pc:docMk/>
            <pc:sldMk cId="1239633881" sldId="311"/>
            <ac:spMk id="20" creationId="{AFB2B26D-43AA-08B9-B1EB-184A2A89516E}"/>
          </ac:spMkLst>
        </pc:spChg>
        <pc:spChg chg="add mod">
          <ac:chgData name="Barenya Das" userId="e35ebc08-92ca-4f5c-ac07-71b9cfc27341" providerId="ADAL" clId="{957D9172-4998-40FF-97CD-C7C1153A75B6}" dt="2026-01-22T17:33:29.817" v="8751"/>
          <ac:spMkLst>
            <pc:docMk/>
            <pc:sldMk cId="1239633881" sldId="311"/>
            <ac:spMk id="22" creationId="{B060CFF5-66A7-1CC3-6BDE-82169D304C76}"/>
          </ac:spMkLst>
        </pc:spChg>
        <pc:spChg chg="add mod">
          <ac:chgData name="Barenya Das" userId="e35ebc08-92ca-4f5c-ac07-71b9cfc27341" providerId="ADAL" clId="{957D9172-4998-40FF-97CD-C7C1153A75B6}" dt="2026-01-27T06:14:03.779" v="9075"/>
          <ac:spMkLst>
            <pc:docMk/>
            <pc:sldMk cId="1239633881" sldId="311"/>
            <ac:spMk id="37" creationId="{B434A274-D598-A259-1D2D-333198E39754}"/>
          </ac:spMkLst>
        </pc:spChg>
        <pc:spChg chg="add mod">
          <ac:chgData name="Barenya Das" userId="e35ebc08-92ca-4f5c-ac07-71b9cfc27341" providerId="ADAL" clId="{957D9172-4998-40FF-97CD-C7C1153A75B6}" dt="2026-01-27T06:30:32.166" v="9346"/>
          <ac:spMkLst>
            <pc:docMk/>
            <pc:sldMk cId="1239633881" sldId="311"/>
            <ac:spMk id="42" creationId="{AFB23E8F-F79E-3630-EC6A-47D03A3403F0}"/>
          </ac:spMkLst>
        </pc:spChg>
        <pc:spChg chg="add mod">
          <ac:chgData name="Barenya Das" userId="e35ebc08-92ca-4f5c-ac07-71b9cfc27341" providerId="ADAL" clId="{957D9172-4998-40FF-97CD-C7C1153A75B6}" dt="2026-01-27T06:30:32.166" v="9346"/>
          <ac:spMkLst>
            <pc:docMk/>
            <pc:sldMk cId="1239633881" sldId="311"/>
            <ac:spMk id="43" creationId="{6716D509-6D9B-99BE-71FD-1392DD150FB9}"/>
          </ac:spMkLst>
        </pc:spChg>
        <pc:spChg chg="add mod">
          <ac:chgData name="Barenya Das" userId="e35ebc08-92ca-4f5c-ac07-71b9cfc27341" providerId="ADAL" clId="{957D9172-4998-40FF-97CD-C7C1153A75B6}" dt="2026-01-27T06:30:32.166" v="9346"/>
          <ac:spMkLst>
            <pc:docMk/>
            <pc:sldMk cId="1239633881" sldId="311"/>
            <ac:spMk id="44" creationId="{FDDEC0D8-57EA-C394-DCE9-47BC2BA426C0}"/>
          </ac:spMkLst>
        </pc:spChg>
        <pc:spChg chg="add mod">
          <ac:chgData name="Barenya Das" userId="e35ebc08-92ca-4f5c-ac07-71b9cfc27341" providerId="ADAL" clId="{957D9172-4998-40FF-97CD-C7C1153A75B6}" dt="2026-01-27T06:30:32.166" v="9346"/>
          <ac:spMkLst>
            <pc:docMk/>
            <pc:sldMk cId="1239633881" sldId="311"/>
            <ac:spMk id="45" creationId="{98D30889-5F02-081E-EFFE-11139D353A65}"/>
          </ac:spMkLst>
        </pc:spChg>
        <pc:spChg chg="add mod">
          <ac:chgData name="Barenya Das" userId="e35ebc08-92ca-4f5c-ac07-71b9cfc27341" providerId="ADAL" clId="{957D9172-4998-40FF-97CD-C7C1153A75B6}" dt="2026-01-27T06:30:32.166" v="9346"/>
          <ac:spMkLst>
            <pc:docMk/>
            <pc:sldMk cId="1239633881" sldId="311"/>
            <ac:spMk id="46" creationId="{36176FAB-8327-51BB-D9F0-D8E2258FD96A}"/>
          </ac:spMkLst>
        </pc:spChg>
        <pc:spChg chg="add mod">
          <ac:chgData name="Barenya Das" userId="e35ebc08-92ca-4f5c-ac07-71b9cfc27341" providerId="ADAL" clId="{957D9172-4998-40FF-97CD-C7C1153A75B6}" dt="2026-01-27T06:32:50.882" v="9439"/>
          <ac:spMkLst>
            <pc:docMk/>
            <pc:sldMk cId="1239633881" sldId="311"/>
            <ac:spMk id="48" creationId="{AD32CB3F-B486-3540-6C22-D4149175009D}"/>
          </ac:spMkLst>
        </pc:spChg>
        <pc:spChg chg="add mod">
          <ac:chgData name="Barenya Das" userId="e35ebc08-92ca-4f5c-ac07-71b9cfc27341" providerId="ADAL" clId="{957D9172-4998-40FF-97CD-C7C1153A75B6}" dt="2026-01-27T06:44:31.720" v="9492"/>
          <ac:spMkLst>
            <pc:docMk/>
            <pc:sldMk cId="1239633881" sldId="311"/>
            <ac:spMk id="51" creationId="{23C4729C-37ED-E5D9-1871-964045B353DF}"/>
          </ac:spMkLst>
        </pc:spChg>
        <pc:picChg chg="add del mod ord">
          <ac:chgData name="Barenya Das" userId="e35ebc08-92ca-4f5c-ac07-71b9cfc27341" providerId="ADAL" clId="{957D9172-4998-40FF-97CD-C7C1153A75B6}" dt="2026-01-27T06:31:06.064" v="9399" actId="1076"/>
          <ac:picMkLst>
            <pc:docMk/>
            <pc:sldMk cId="1239633881" sldId="311"/>
            <ac:picMk id="19" creationId="{F996F1F3-A959-E8F4-18D1-D5F14FCBFC14}"/>
          </ac:picMkLst>
        </pc:picChg>
        <pc:picChg chg="add mod">
          <ac:chgData name="Barenya Das" userId="e35ebc08-92ca-4f5c-ac07-71b9cfc27341" providerId="ADAL" clId="{957D9172-4998-40FF-97CD-C7C1153A75B6}" dt="2026-01-27T06:30:32.166" v="9346"/>
          <ac:picMkLst>
            <pc:docMk/>
            <pc:sldMk cId="1239633881" sldId="311"/>
            <ac:picMk id="38" creationId="{7860C766-6D6D-2C7C-BBC4-A171C4543EDC}"/>
          </ac:picMkLst>
        </pc:picChg>
        <pc:picChg chg="add mod">
          <ac:chgData name="Barenya Das" userId="e35ebc08-92ca-4f5c-ac07-71b9cfc27341" providerId="ADAL" clId="{957D9172-4998-40FF-97CD-C7C1153A75B6}" dt="2026-01-27T06:30:32.166" v="9346"/>
          <ac:picMkLst>
            <pc:docMk/>
            <pc:sldMk cId="1239633881" sldId="311"/>
            <ac:picMk id="39" creationId="{EE805957-E56D-7606-8B26-0B0874D5B3F2}"/>
          </ac:picMkLst>
        </pc:picChg>
        <pc:picChg chg="add mod">
          <ac:chgData name="Barenya Das" userId="e35ebc08-92ca-4f5c-ac07-71b9cfc27341" providerId="ADAL" clId="{957D9172-4998-40FF-97CD-C7C1153A75B6}" dt="2026-01-27T06:30:32.166" v="9346"/>
          <ac:picMkLst>
            <pc:docMk/>
            <pc:sldMk cId="1239633881" sldId="311"/>
            <ac:picMk id="40" creationId="{0EAA460B-4CED-9A74-C4E5-8F88551B1919}"/>
          </ac:picMkLst>
        </pc:picChg>
        <pc:picChg chg="add mod ord">
          <ac:chgData name="Barenya Das" userId="e35ebc08-92ca-4f5c-ac07-71b9cfc27341" providerId="ADAL" clId="{957D9172-4998-40FF-97CD-C7C1153A75B6}" dt="2026-01-27T06:30:50.644" v="9350" actId="167"/>
          <ac:picMkLst>
            <pc:docMk/>
            <pc:sldMk cId="1239633881" sldId="311"/>
            <ac:picMk id="41" creationId="{CC12C042-C3CA-2C66-0205-E1A951561B69}"/>
          </ac:picMkLst>
        </pc:picChg>
        <pc:picChg chg="add mod">
          <ac:chgData name="Barenya Das" userId="e35ebc08-92ca-4f5c-ac07-71b9cfc27341" providerId="ADAL" clId="{957D9172-4998-40FF-97CD-C7C1153A75B6}" dt="2026-01-27T06:30:40.129" v="9348" actId="208"/>
          <ac:picMkLst>
            <pc:docMk/>
            <pc:sldMk cId="1239633881" sldId="311"/>
            <ac:picMk id="47" creationId="{C513B631-6E97-3CCA-B012-3EEA8FC150AD}"/>
          </ac:picMkLst>
        </pc:picChg>
        <pc:inkChg chg="add mod">
          <ac:chgData name="Barenya Das" userId="e35ebc08-92ca-4f5c-ac07-71b9cfc27341" providerId="ADAL" clId="{957D9172-4998-40FF-97CD-C7C1153A75B6}" dt="2026-01-27T06:31:08.652" v="9404" actId="1036"/>
          <ac:inkMkLst>
            <pc:docMk/>
            <pc:sldMk cId="1239633881" sldId="311"/>
            <ac:inkMk id="5" creationId="{3045DA1B-7A99-DE34-3EE0-F14698FEB2A4}"/>
          </ac:inkMkLst>
        </pc:inkChg>
        <pc:cxnChg chg="add mod">
          <ac:chgData name="Barenya Das" userId="e35ebc08-92ca-4f5c-ac07-71b9cfc27341" providerId="ADAL" clId="{957D9172-4998-40FF-97CD-C7C1153A75B6}" dt="2026-01-28T09:12:50.876" v="13554"/>
          <ac:cxnSpMkLst>
            <pc:docMk/>
            <pc:sldMk cId="1239633881" sldId="311"/>
            <ac:cxnSpMk id="6" creationId="{080CB18D-C32C-6C1D-88C8-F6FF8023DAB2}"/>
          </ac:cxnSpMkLst>
        </pc:cxnChg>
        <pc:cxnChg chg="add mod">
          <ac:chgData name="Barenya Das" userId="e35ebc08-92ca-4f5c-ac07-71b9cfc27341" providerId="ADAL" clId="{957D9172-4998-40FF-97CD-C7C1153A75B6}" dt="2026-01-28T09:12:50.876" v="13554"/>
          <ac:cxnSpMkLst>
            <pc:docMk/>
            <pc:sldMk cId="1239633881" sldId="311"/>
            <ac:cxnSpMk id="7" creationId="{A3BD2D3A-E377-65B8-649A-1C164E595EF6}"/>
          </ac:cxnSpMkLst>
        </pc:cxnChg>
        <pc:cxnChg chg="add mod">
          <ac:chgData name="Barenya Das" userId="e35ebc08-92ca-4f5c-ac07-71b9cfc27341" providerId="ADAL" clId="{957D9172-4998-40FF-97CD-C7C1153A75B6}" dt="2026-01-28T09:12:50.876" v="13554"/>
          <ac:cxnSpMkLst>
            <pc:docMk/>
            <pc:sldMk cId="1239633881" sldId="311"/>
            <ac:cxnSpMk id="8" creationId="{5DF523B2-3D20-E4E7-3222-AE900141FDD6}"/>
          </ac:cxnSpMkLst>
        </pc:cxnChg>
        <pc:cxnChg chg="add mod">
          <ac:chgData name="Barenya Das" userId="e35ebc08-92ca-4f5c-ac07-71b9cfc27341" providerId="ADAL" clId="{957D9172-4998-40FF-97CD-C7C1153A75B6}" dt="2026-01-28T09:12:50.876" v="13554"/>
          <ac:cxnSpMkLst>
            <pc:docMk/>
            <pc:sldMk cId="1239633881" sldId="311"/>
            <ac:cxnSpMk id="9" creationId="{C1E8519A-9CD7-A9F8-6C1A-7BF2DABEB088}"/>
          </ac:cxnSpMkLst>
        </pc:cxnChg>
      </pc:sldChg>
      <pc:sldChg chg="addSp delSp modSp add mod modNotesTx">
        <pc:chgData name="Barenya Das" userId="e35ebc08-92ca-4f5c-ac07-71b9cfc27341" providerId="ADAL" clId="{957D9172-4998-40FF-97CD-C7C1153A75B6}" dt="2026-01-28T09:12:45.618" v="13551"/>
        <pc:sldMkLst>
          <pc:docMk/>
          <pc:sldMk cId="4089954001" sldId="312"/>
        </pc:sldMkLst>
        <pc:spChg chg="add mod">
          <ac:chgData name="Barenya Das" userId="e35ebc08-92ca-4f5c-ac07-71b9cfc27341" providerId="ADAL" clId="{957D9172-4998-40FF-97CD-C7C1153A75B6}" dt="2026-01-28T09:12:45.618" v="13551"/>
          <ac:spMkLst>
            <pc:docMk/>
            <pc:sldMk cId="4089954001" sldId="312"/>
            <ac:spMk id="3" creationId="{C24A5F12-8449-D77C-2E36-2B501AFB50BF}"/>
          </ac:spMkLst>
        </pc:spChg>
        <pc:spChg chg="add mod">
          <ac:chgData name="Barenya Das" userId="e35ebc08-92ca-4f5c-ac07-71b9cfc27341" providerId="ADAL" clId="{957D9172-4998-40FF-97CD-C7C1153A75B6}" dt="2026-01-28T09:12:45.618" v="13551"/>
          <ac:spMkLst>
            <pc:docMk/>
            <pc:sldMk cId="4089954001" sldId="312"/>
            <ac:spMk id="4" creationId="{C6F6042D-5B1D-7AE1-A028-CE098CD0CCAC}"/>
          </ac:spMkLst>
        </pc:spChg>
        <pc:spChg chg="add mod">
          <ac:chgData name="Barenya Das" userId="e35ebc08-92ca-4f5c-ac07-71b9cfc27341" providerId="ADAL" clId="{957D9172-4998-40FF-97CD-C7C1153A75B6}" dt="2026-01-22T17:24:26.545" v="8597"/>
          <ac:spMkLst>
            <pc:docMk/>
            <pc:sldMk cId="4089954001" sldId="312"/>
            <ac:spMk id="8" creationId="{14D80156-7A4E-0F84-87BC-778843D1E7E4}"/>
          </ac:spMkLst>
        </pc:spChg>
        <pc:spChg chg="add mod">
          <ac:chgData name="Barenya Das" userId="e35ebc08-92ca-4f5c-ac07-71b9cfc27341" providerId="ADAL" clId="{957D9172-4998-40FF-97CD-C7C1153A75B6}" dt="2026-01-22T17:33:33.033" v="8754"/>
          <ac:spMkLst>
            <pc:docMk/>
            <pc:sldMk cId="4089954001" sldId="312"/>
            <ac:spMk id="10" creationId="{71914895-D7E7-B7A2-28CB-0E3AA9D4E0C3}"/>
          </ac:spMkLst>
        </pc:spChg>
        <pc:spChg chg="add mod">
          <ac:chgData name="Barenya Das" userId="e35ebc08-92ca-4f5c-ac07-71b9cfc27341" providerId="ADAL" clId="{957D9172-4998-40FF-97CD-C7C1153A75B6}" dt="2026-01-28T09:12:45.618" v="13551"/>
          <ac:spMkLst>
            <pc:docMk/>
            <pc:sldMk cId="4089954001" sldId="312"/>
            <ac:spMk id="11" creationId="{E1796529-0790-B47D-F640-AB517CE1784C}"/>
          </ac:spMkLst>
        </pc:spChg>
        <pc:spChg chg="add mod">
          <ac:chgData name="Barenya Das" userId="e35ebc08-92ca-4f5c-ac07-71b9cfc27341" providerId="ADAL" clId="{957D9172-4998-40FF-97CD-C7C1153A75B6}" dt="2026-01-28T09:12:45.618" v="13551"/>
          <ac:spMkLst>
            <pc:docMk/>
            <pc:sldMk cId="4089954001" sldId="312"/>
            <ac:spMk id="12" creationId="{B96ED0A9-06B5-D19A-B99F-9DD078408B6B}"/>
          </ac:spMkLst>
        </pc:spChg>
        <pc:spChg chg="add mod">
          <ac:chgData name="Barenya Das" userId="e35ebc08-92ca-4f5c-ac07-71b9cfc27341" providerId="ADAL" clId="{957D9172-4998-40FF-97CD-C7C1153A75B6}" dt="2026-01-27T06:14:08.967" v="9078"/>
          <ac:spMkLst>
            <pc:docMk/>
            <pc:sldMk cId="4089954001" sldId="312"/>
            <ac:spMk id="25" creationId="{C7522925-EFC0-50FD-58D1-C3BFECC7D196}"/>
          </ac:spMkLst>
        </pc:spChg>
        <pc:spChg chg="add mod">
          <ac:chgData name="Barenya Das" userId="e35ebc08-92ca-4f5c-ac07-71b9cfc27341" providerId="ADAL" clId="{957D9172-4998-40FF-97CD-C7C1153A75B6}" dt="2026-01-27T06:29:13.081" v="9311"/>
          <ac:spMkLst>
            <pc:docMk/>
            <pc:sldMk cId="4089954001" sldId="312"/>
            <ac:spMk id="31" creationId="{09644F50-4F55-5472-AD79-BCF39E8551A3}"/>
          </ac:spMkLst>
        </pc:spChg>
        <pc:spChg chg="add mod">
          <ac:chgData name="Barenya Das" userId="e35ebc08-92ca-4f5c-ac07-71b9cfc27341" providerId="ADAL" clId="{957D9172-4998-40FF-97CD-C7C1153A75B6}" dt="2026-01-27T06:29:13.081" v="9311"/>
          <ac:spMkLst>
            <pc:docMk/>
            <pc:sldMk cId="4089954001" sldId="312"/>
            <ac:spMk id="32" creationId="{AEB5135F-971A-B6A0-C0F8-6D0AA6CEC34D}"/>
          </ac:spMkLst>
        </pc:spChg>
        <pc:spChg chg="add mod">
          <ac:chgData name="Barenya Das" userId="e35ebc08-92ca-4f5c-ac07-71b9cfc27341" providerId="ADAL" clId="{957D9172-4998-40FF-97CD-C7C1153A75B6}" dt="2026-01-27T06:29:13.081" v="9311"/>
          <ac:spMkLst>
            <pc:docMk/>
            <pc:sldMk cId="4089954001" sldId="312"/>
            <ac:spMk id="33" creationId="{74BA747F-BC75-A1C5-7354-E3BA1392BAFB}"/>
          </ac:spMkLst>
        </pc:spChg>
        <pc:spChg chg="add mod">
          <ac:chgData name="Barenya Das" userId="e35ebc08-92ca-4f5c-ac07-71b9cfc27341" providerId="ADAL" clId="{957D9172-4998-40FF-97CD-C7C1153A75B6}" dt="2026-01-27T06:29:13.081" v="9311"/>
          <ac:spMkLst>
            <pc:docMk/>
            <pc:sldMk cId="4089954001" sldId="312"/>
            <ac:spMk id="34" creationId="{69AAD2CA-395F-1ED9-EE65-8E7F81AFBEE5}"/>
          </ac:spMkLst>
        </pc:spChg>
        <pc:spChg chg="add mod">
          <ac:chgData name="Barenya Das" userId="e35ebc08-92ca-4f5c-ac07-71b9cfc27341" providerId="ADAL" clId="{957D9172-4998-40FF-97CD-C7C1153A75B6}" dt="2026-01-27T06:29:13.081" v="9311"/>
          <ac:spMkLst>
            <pc:docMk/>
            <pc:sldMk cId="4089954001" sldId="312"/>
            <ac:spMk id="35" creationId="{49058B98-16D6-3D31-8405-0029088F02E9}"/>
          </ac:spMkLst>
        </pc:spChg>
        <pc:spChg chg="add mod">
          <ac:chgData name="Barenya Das" userId="e35ebc08-92ca-4f5c-ac07-71b9cfc27341" providerId="ADAL" clId="{957D9172-4998-40FF-97CD-C7C1153A75B6}" dt="2026-01-27T06:33:04.701" v="9445"/>
          <ac:spMkLst>
            <pc:docMk/>
            <pc:sldMk cId="4089954001" sldId="312"/>
            <ac:spMk id="37" creationId="{FD367817-0525-E468-1FDF-22A434B46B6E}"/>
          </ac:spMkLst>
        </pc:spChg>
        <pc:spChg chg="add mod">
          <ac:chgData name="Barenya Das" userId="e35ebc08-92ca-4f5c-ac07-71b9cfc27341" providerId="ADAL" clId="{957D9172-4998-40FF-97CD-C7C1153A75B6}" dt="2026-01-27T06:44:36.300" v="9495"/>
          <ac:spMkLst>
            <pc:docMk/>
            <pc:sldMk cId="4089954001" sldId="312"/>
            <ac:spMk id="38" creationId="{C4D8E9E0-5F98-5F58-677F-D048D53E84C4}"/>
          </ac:spMkLst>
        </pc:spChg>
        <pc:picChg chg="add mod">
          <ac:chgData name="Barenya Das" userId="e35ebc08-92ca-4f5c-ac07-71b9cfc27341" providerId="ADAL" clId="{957D9172-4998-40FF-97CD-C7C1153A75B6}" dt="2026-01-27T06:29:13.081" v="9311"/>
          <ac:picMkLst>
            <pc:docMk/>
            <pc:sldMk cId="4089954001" sldId="312"/>
            <ac:picMk id="27" creationId="{DE86A57B-D4D9-8E36-BBB8-22484DB148AE}"/>
          </ac:picMkLst>
        </pc:picChg>
        <pc:picChg chg="add mod">
          <ac:chgData name="Barenya Das" userId="e35ebc08-92ca-4f5c-ac07-71b9cfc27341" providerId="ADAL" clId="{957D9172-4998-40FF-97CD-C7C1153A75B6}" dt="2026-01-27T06:29:13.081" v="9311"/>
          <ac:picMkLst>
            <pc:docMk/>
            <pc:sldMk cId="4089954001" sldId="312"/>
            <ac:picMk id="28" creationId="{FD675750-0AE4-99FA-4C89-D1CD0181337F}"/>
          </ac:picMkLst>
        </pc:picChg>
        <pc:picChg chg="add mod">
          <ac:chgData name="Barenya Das" userId="e35ebc08-92ca-4f5c-ac07-71b9cfc27341" providerId="ADAL" clId="{957D9172-4998-40FF-97CD-C7C1153A75B6}" dt="2026-01-27T06:29:13.081" v="9311"/>
          <ac:picMkLst>
            <pc:docMk/>
            <pc:sldMk cId="4089954001" sldId="312"/>
            <ac:picMk id="29" creationId="{52B0253E-2873-D784-1F7D-31393BB8BA4F}"/>
          </ac:picMkLst>
        </pc:picChg>
        <pc:picChg chg="add mod">
          <ac:chgData name="Barenya Das" userId="e35ebc08-92ca-4f5c-ac07-71b9cfc27341" providerId="ADAL" clId="{957D9172-4998-40FF-97CD-C7C1153A75B6}" dt="2026-01-27T06:29:13.081" v="9311"/>
          <ac:picMkLst>
            <pc:docMk/>
            <pc:sldMk cId="4089954001" sldId="312"/>
            <ac:picMk id="30" creationId="{967DC144-4EAD-BACA-54FC-F6AFD3DEC639}"/>
          </ac:picMkLst>
        </pc:picChg>
        <pc:picChg chg="add mod">
          <ac:chgData name="Barenya Das" userId="e35ebc08-92ca-4f5c-ac07-71b9cfc27341" providerId="ADAL" clId="{957D9172-4998-40FF-97CD-C7C1153A75B6}" dt="2026-01-27T06:29:13.081" v="9311"/>
          <ac:picMkLst>
            <pc:docMk/>
            <pc:sldMk cId="4089954001" sldId="312"/>
            <ac:picMk id="36" creationId="{FA9E4250-0A41-695C-C94E-D27C2158A220}"/>
          </ac:picMkLst>
        </pc:picChg>
        <pc:cxnChg chg="add mod">
          <ac:chgData name="Barenya Das" userId="e35ebc08-92ca-4f5c-ac07-71b9cfc27341" providerId="ADAL" clId="{957D9172-4998-40FF-97CD-C7C1153A75B6}" dt="2026-01-28T09:12:45.618" v="13551"/>
          <ac:cxnSpMkLst>
            <pc:docMk/>
            <pc:sldMk cId="4089954001" sldId="312"/>
            <ac:cxnSpMk id="5" creationId="{003204EE-1BB7-7315-EB99-EE20EBA4F22D}"/>
          </ac:cxnSpMkLst>
        </pc:cxnChg>
        <pc:cxnChg chg="add mod">
          <ac:chgData name="Barenya Das" userId="e35ebc08-92ca-4f5c-ac07-71b9cfc27341" providerId="ADAL" clId="{957D9172-4998-40FF-97CD-C7C1153A75B6}" dt="2026-01-28T09:12:45.618" v="13551"/>
          <ac:cxnSpMkLst>
            <pc:docMk/>
            <pc:sldMk cId="4089954001" sldId="312"/>
            <ac:cxnSpMk id="6" creationId="{6E795D3A-CC3C-E9AA-7223-A1B2F8F7B049}"/>
          </ac:cxnSpMkLst>
        </pc:cxnChg>
        <pc:cxnChg chg="add mod">
          <ac:chgData name="Barenya Das" userId="e35ebc08-92ca-4f5c-ac07-71b9cfc27341" providerId="ADAL" clId="{957D9172-4998-40FF-97CD-C7C1153A75B6}" dt="2026-01-28T09:12:45.618" v="13551"/>
          <ac:cxnSpMkLst>
            <pc:docMk/>
            <pc:sldMk cId="4089954001" sldId="312"/>
            <ac:cxnSpMk id="7" creationId="{EE9EA4E6-BBDC-2489-408D-ECEACF9D6644}"/>
          </ac:cxnSpMkLst>
        </pc:cxnChg>
        <pc:cxnChg chg="add mod">
          <ac:chgData name="Barenya Das" userId="e35ebc08-92ca-4f5c-ac07-71b9cfc27341" providerId="ADAL" clId="{957D9172-4998-40FF-97CD-C7C1153A75B6}" dt="2026-01-28T09:12:45.618" v="13551"/>
          <ac:cxnSpMkLst>
            <pc:docMk/>
            <pc:sldMk cId="4089954001" sldId="312"/>
            <ac:cxnSpMk id="9" creationId="{47DC035E-19E7-BBE6-27EB-5C22BD3AC351}"/>
          </ac:cxnSpMkLst>
        </pc:cxnChg>
      </pc:sldChg>
      <pc:sldChg chg="addSp delSp modSp add mod modNotesTx">
        <pc:chgData name="Barenya Das" userId="e35ebc08-92ca-4f5c-ac07-71b9cfc27341" providerId="ADAL" clId="{957D9172-4998-40FF-97CD-C7C1153A75B6}" dt="2026-01-28T09:12:43.608" v="13550"/>
        <pc:sldMkLst>
          <pc:docMk/>
          <pc:sldMk cId="1670898574" sldId="313"/>
        </pc:sldMkLst>
        <pc:spChg chg="add mod">
          <ac:chgData name="Barenya Das" userId="e35ebc08-92ca-4f5c-ac07-71b9cfc27341" providerId="ADAL" clId="{957D9172-4998-40FF-97CD-C7C1153A75B6}" dt="2026-01-28T09:12:43.608" v="13550"/>
          <ac:spMkLst>
            <pc:docMk/>
            <pc:sldMk cId="1670898574" sldId="313"/>
            <ac:spMk id="3" creationId="{DF5B291C-D53F-232F-82A4-90F8D63AF84E}"/>
          </ac:spMkLst>
        </pc:spChg>
        <pc:spChg chg="add mod">
          <ac:chgData name="Barenya Das" userId="e35ebc08-92ca-4f5c-ac07-71b9cfc27341" providerId="ADAL" clId="{957D9172-4998-40FF-97CD-C7C1153A75B6}" dt="2026-01-28T09:12:43.608" v="13550"/>
          <ac:spMkLst>
            <pc:docMk/>
            <pc:sldMk cId="1670898574" sldId="313"/>
            <ac:spMk id="4" creationId="{FB658059-A367-C920-02BC-2EE15F9422AA}"/>
          </ac:spMkLst>
        </pc:spChg>
        <pc:spChg chg="add mod">
          <ac:chgData name="Barenya Das" userId="e35ebc08-92ca-4f5c-ac07-71b9cfc27341" providerId="ADAL" clId="{957D9172-4998-40FF-97CD-C7C1153A75B6}" dt="2026-01-28T09:12:43.608" v="13550"/>
          <ac:spMkLst>
            <pc:docMk/>
            <pc:sldMk cId="1670898574" sldId="313"/>
            <ac:spMk id="9" creationId="{15346295-4CCC-CC36-4AC7-5B10A0C58ABB}"/>
          </ac:spMkLst>
        </pc:spChg>
        <pc:spChg chg="add mod">
          <ac:chgData name="Barenya Das" userId="e35ebc08-92ca-4f5c-ac07-71b9cfc27341" providerId="ADAL" clId="{957D9172-4998-40FF-97CD-C7C1153A75B6}" dt="2026-01-22T17:24:27.298" v="8598"/>
          <ac:spMkLst>
            <pc:docMk/>
            <pc:sldMk cId="1670898574" sldId="313"/>
            <ac:spMk id="10" creationId="{CB146743-8AC7-BB8B-C34D-171B578C27F9}"/>
          </ac:spMkLst>
        </pc:spChg>
        <pc:spChg chg="add mod">
          <ac:chgData name="Barenya Das" userId="e35ebc08-92ca-4f5c-ac07-71b9cfc27341" providerId="ADAL" clId="{957D9172-4998-40FF-97CD-C7C1153A75B6}" dt="2026-01-28T09:12:43.608" v="13550"/>
          <ac:spMkLst>
            <pc:docMk/>
            <pc:sldMk cId="1670898574" sldId="313"/>
            <ac:spMk id="11" creationId="{5155FB86-9977-5C6D-32EC-941838E821B6}"/>
          </ac:spMkLst>
        </pc:spChg>
        <pc:spChg chg="add mod">
          <ac:chgData name="Barenya Das" userId="e35ebc08-92ca-4f5c-ac07-71b9cfc27341" providerId="ADAL" clId="{957D9172-4998-40FF-97CD-C7C1153A75B6}" dt="2026-01-22T17:33:33.995" v="8755"/>
          <ac:spMkLst>
            <pc:docMk/>
            <pc:sldMk cId="1670898574" sldId="313"/>
            <ac:spMk id="12" creationId="{3BC1CA82-D903-B4B8-ECE6-2BB993A5E4F0}"/>
          </ac:spMkLst>
        </pc:spChg>
        <pc:spChg chg="add mod">
          <ac:chgData name="Barenya Das" userId="e35ebc08-92ca-4f5c-ac07-71b9cfc27341" providerId="ADAL" clId="{957D9172-4998-40FF-97CD-C7C1153A75B6}" dt="2026-01-27T06:14:10.330" v="9079"/>
          <ac:spMkLst>
            <pc:docMk/>
            <pc:sldMk cId="1670898574" sldId="313"/>
            <ac:spMk id="27" creationId="{86820DA4-A581-B72A-2A8E-E5C38DE3DC58}"/>
          </ac:spMkLst>
        </pc:spChg>
        <pc:spChg chg="add mod">
          <ac:chgData name="Barenya Das" userId="e35ebc08-92ca-4f5c-ac07-71b9cfc27341" providerId="ADAL" clId="{957D9172-4998-40FF-97CD-C7C1153A75B6}" dt="2026-01-27T06:28:38.435" v="9307"/>
          <ac:spMkLst>
            <pc:docMk/>
            <pc:sldMk cId="1670898574" sldId="313"/>
            <ac:spMk id="32" creationId="{EF017934-4922-7687-0FDA-E76531FBF42C}"/>
          </ac:spMkLst>
        </pc:spChg>
        <pc:spChg chg="add mod">
          <ac:chgData name="Barenya Das" userId="e35ebc08-92ca-4f5c-ac07-71b9cfc27341" providerId="ADAL" clId="{957D9172-4998-40FF-97CD-C7C1153A75B6}" dt="2026-01-27T06:28:38.435" v="9307"/>
          <ac:spMkLst>
            <pc:docMk/>
            <pc:sldMk cId="1670898574" sldId="313"/>
            <ac:spMk id="33" creationId="{1A45D4F3-507F-4B94-7628-0961A9AE56F0}"/>
          </ac:spMkLst>
        </pc:spChg>
        <pc:spChg chg="add mod">
          <ac:chgData name="Barenya Das" userId="e35ebc08-92ca-4f5c-ac07-71b9cfc27341" providerId="ADAL" clId="{957D9172-4998-40FF-97CD-C7C1153A75B6}" dt="2026-01-27T06:28:38.435" v="9307"/>
          <ac:spMkLst>
            <pc:docMk/>
            <pc:sldMk cId="1670898574" sldId="313"/>
            <ac:spMk id="34" creationId="{EC322085-D5AB-DD70-23E9-D71B8986A463}"/>
          </ac:spMkLst>
        </pc:spChg>
        <pc:spChg chg="add mod">
          <ac:chgData name="Barenya Das" userId="e35ebc08-92ca-4f5c-ac07-71b9cfc27341" providerId="ADAL" clId="{957D9172-4998-40FF-97CD-C7C1153A75B6}" dt="2026-01-27T06:28:38.435" v="9307"/>
          <ac:spMkLst>
            <pc:docMk/>
            <pc:sldMk cId="1670898574" sldId="313"/>
            <ac:spMk id="35" creationId="{5A0A9C59-51ED-FB7D-EEB4-2BE17CE915B2}"/>
          </ac:spMkLst>
        </pc:spChg>
        <pc:spChg chg="add mod">
          <ac:chgData name="Barenya Das" userId="e35ebc08-92ca-4f5c-ac07-71b9cfc27341" providerId="ADAL" clId="{957D9172-4998-40FF-97CD-C7C1153A75B6}" dt="2026-01-27T06:28:38.435" v="9307"/>
          <ac:spMkLst>
            <pc:docMk/>
            <pc:sldMk cId="1670898574" sldId="313"/>
            <ac:spMk id="36" creationId="{C1BECE71-FB1B-AED3-89AE-7BA40A49D007}"/>
          </ac:spMkLst>
        </pc:spChg>
        <pc:spChg chg="add mod">
          <ac:chgData name="Barenya Das" userId="e35ebc08-92ca-4f5c-ac07-71b9cfc27341" providerId="ADAL" clId="{957D9172-4998-40FF-97CD-C7C1153A75B6}" dt="2026-01-27T06:33:09.791" v="9447"/>
          <ac:spMkLst>
            <pc:docMk/>
            <pc:sldMk cId="1670898574" sldId="313"/>
            <ac:spMk id="39" creationId="{E163E994-F5D3-FCDA-19BD-7C3023D67B79}"/>
          </ac:spMkLst>
        </pc:spChg>
        <pc:spChg chg="add mod">
          <ac:chgData name="Barenya Das" userId="e35ebc08-92ca-4f5c-ac07-71b9cfc27341" providerId="ADAL" clId="{957D9172-4998-40FF-97CD-C7C1153A75B6}" dt="2026-01-27T06:44:37.527" v="9496"/>
          <ac:spMkLst>
            <pc:docMk/>
            <pc:sldMk cId="1670898574" sldId="313"/>
            <ac:spMk id="40" creationId="{B50D84B3-6C95-4858-4F9B-89AD99CA2751}"/>
          </ac:spMkLst>
        </pc:spChg>
        <pc:picChg chg="add mod">
          <ac:chgData name="Barenya Das" userId="e35ebc08-92ca-4f5c-ac07-71b9cfc27341" providerId="ADAL" clId="{957D9172-4998-40FF-97CD-C7C1153A75B6}" dt="2026-01-27T06:28:38.435" v="9307"/>
          <ac:picMkLst>
            <pc:docMk/>
            <pc:sldMk cId="1670898574" sldId="313"/>
            <ac:picMk id="28" creationId="{62BA3A6E-9C0C-6206-949F-5FA86E85C513}"/>
          </ac:picMkLst>
        </pc:picChg>
        <pc:picChg chg="add mod">
          <ac:chgData name="Barenya Das" userId="e35ebc08-92ca-4f5c-ac07-71b9cfc27341" providerId="ADAL" clId="{957D9172-4998-40FF-97CD-C7C1153A75B6}" dt="2026-01-27T06:28:38.435" v="9307"/>
          <ac:picMkLst>
            <pc:docMk/>
            <pc:sldMk cId="1670898574" sldId="313"/>
            <ac:picMk id="29" creationId="{BECFB733-BF48-AD12-BEDB-A19E7DE6A680}"/>
          </ac:picMkLst>
        </pc:picChg>
        <pc:picChg chg="add mod">
          <ac:chgData name="Barenya Das" userId="e35ebc08-92ca-4f5c-ac07-71b9cfc27341" providerId="ADAL" clId="{957D9172-4998-40FF-97CD-C7C1153A75B6}" dt="2026-01-27T06:28:38.435" v="9307"/>
          <ac:picMkLst>
            <pc:docMk/>
            <pc:sldMk cId="1670898574" sldId="313"/>
            <ac:picMk id="30" creationId="{AE803D4C-A2DE-C92A-4490-4E7352CF97FF}"/>
          </ac:picMkLst>
        </pc:picChg>
        <pc:picChg chg="add mod">
          <ac:chgData name="Barenya Das" userId="e35ebc08-92ca-4f5c-ac07-71b9cfc27341" providerId="ADAL" clId="{957D9172-4998-40FF-97CD-C7C1153A75B6}" dt="2026-01-27T06:28:38.435" v="9307"/>
          <ac:picMkLst>
            <pc:docMk/>
            <pc:sldMk cId="1670898574" sldId="313"/>
            <ac:picMk id="31" creationId="{9BF6C58F-F5BC-3045-13BF-FA4E466F6916}"/>
          </ac:picMkLst>
        </pc:picChg>
        <pc:picChg chg="add mod">
          <ac:chgData name="Barenya Das" userId="e35ebc08-92ca-4f5c-ac07-71b9cfc27341" providerId="ADAL" clId="{957D9172-4998-40FF-97CD-C7C1153A75B6}" dt="2026-01-27T06:28:38.435" v="9307"/>
          <ac:picMkLst>
            <pc:docMk/>
            <pc:sldMk cId="1670898574" sldId="313"/>
            <ac:picMk id="37" creationId="{A2ACC6E6-AC09-609E-C159-BBDBA46CC73B}"/>
          </ac:picMkLst>
        </pc:picChg>
        <pc:picChg chg="add mod">
          <ac:chgData name="Barenya Das" userId="e35ebc08-92ca-4f5c-ac07-71b9cfc27341" providerId="ADAL" clId="{957D9172-4998-40FF-97CD-C7C1153A75B6}" dt="2026-01-27T06:28:45.354" v="9308"/>
          <ac:picMkLst>
            <pc:docMk/>
            <pc:sldMk cId="1670898574" sldId="313"/>
            <ac:picMk id="38" creationId="{58FC173C-71FA-5FD6-F0F4-8E416196B3EE}"/>
          </ac:picMkLst>
        </pc:picChg>
        <pc:cxnChg chg="add mod">
          <ac:chgData name="Barenya Das" userId="e35ebc08-92ca-4f5c-ac07-71b9cfc27341" providerId="ADAL" clId="{957D9172-4998-40FF-97CD-C7C1153A75B6}" dt="2026-01-28T09:12:43.608" v="13550"/>
          <ac:cxnSpMkLst>
            <pc:docMk/>
            <pc:sldMk cId="1670898574" sldId="313"/>
            <ac:cxnSpMk id="5" creationId="{8C55F19B-0CC4-83D1-DC0D-E6B05409F6BC}"/>
          </ac:cxnSpMkLst>
        </pc:cxnChg>
        <pc:cxnChg chg="add mod">
          <ac:chgData name="Barenya Das" userId="e35ebc08-92ca-4f5c-ac07-71b9cfc27341" providerId="ADAL" clId="{957D9172-4998-40FF-97CD-C7C1153A75B6}" dt="2026-01-28T09:12:43.608" v="13550"/>
          <ac:cxnSpMkLst>
            <pc:docMk/>
            <pc:sldMk cId="1670898574" sldId="313"/>
            <ac:cxnSpMk id="6" creationId="{00967332-BF46-A08B-0245-D794A5AB4283}"/>
          </ac:cxnSpMkLst>
        </pc:cxnChg>
        <pc:cxnChg chg="add mod">
          <ac:chgData name="Barenya Das" userId="e35ebc08-92ca-4f5c-ac07-71b9cfc27341" providerId="ADAL" clId="{957D9172-4998-40FF-97CD-C7C1153A75B6}" dt="2026-01-28T09:12:43.608" v="13550"/>
          <ac:cxnSpMkLst>
            <pc:docMk/>
            <pc:sldMk cId="1670898574" sldId="313"/>
            <ac:cxnSpMk id="7" creationId="{462792E4-6002-0D83-BE3C-37A4EE92CBCC}"/>
          </ac:cxnSpMkLst>
        </pc:cxnChg>
        <pc:cxnChg chg="add mod">
          <ac:chgData name="Barenya Das" userId="e35ebc08-92ca-4f5c-ac07-71b9cfc27341" providerId="ADAL" clId="{957D9172-4998-40FF-97CD-C7C1153A75B6}" dt="2026-01-28T09:12:43.608" v="13550"/>
          <ac:cxnSpMkLst>
            <pc:docMk/>
            <pc:sldMk cId="1670898574" sldId="313"/>
            <ac:cxnSpMk id="8" creationId="{11034776-CF27-A7A1-FC80-0B553BC1A90E}"/>
          </ac:cxnSpMkLst>
        </pc:cxnChg>
      </pc:sldChg>
      <pc:sldChg chg="addSp delSp modSp add mod modNotesTx">
        <pc:chgData name="Barenya Das" userId="e35ebc08-92ca-4f5c-ac07-71b9cfc27341" providerId="ADAL" clId="{957D9172-4998-40FF-97CD-C7C1153A75B6}" dt="2026-01-28T09:12:42.534" v="13549"/>
        <pc:sldMkLst>
          <pc:docMk/>
          <pc:sldMk cId="942786306" sldId="314"/>
        </pc:sldMkLst>
        <pc:spChg chg="add mod">
          <ac:chgData name="Barenya Das" userId="e35ebc08-92ca-4f5c-ac07-71b9cfc27341" providerId="ADAL" clId="{957D9172-4998-40FF-97CD-C7C1153A75B6}" dt="2026-01-28T09:12:42.534" v="13549"/>
          <ac:spMkLst>
            <pc:docMk/>
            <pc:sldMk cId="942786306" sldId="314"/>
            <ac:spMk id="3" creationId="{3CB75CA2-D548-8AA7-B34A-DB61B23607C0}"/>
          </ac:spMkLst>
        </pc:spChg>
        <pc:spChg chg="add mod">
          <ac:chgData name="Barenya Das" userId="e35ebc08-92ca-4f5c-ac07-71b9cfc27341" providerId="ADAL" clId="{957D9172-4998-40FF-97CD-C7C1153A75B6}" dt="2026-01-28T09:12:42.534" v="13549"/>
          <ac:spMkLst>
            <pc:docMk/>
            <pc:sldMk cId="942786306" sldId="314"/>
            <ac:spMk id="4" creationId="{799377D7-CCF4-6D53-6AA6-F0E17A7CA07F}"/>
          </ac:spMkLst>
        </pc:spChg>
        <pc:spChg chg="add mod">
          <ac:chgData name="Barenya Das" userId="e35ebc08-92ca-4f5c-ac07-71b9cfc27341" providerId="ADAL" clId="{957D9172-4998-40FF-97CD-C7C1153A75B6}" dt="2026-01-28T09:12:42.534" v="13549"/>
          <ac:spMkLst>
            <pc:docMk/>
            <pc:sldMk cId="942786306" sldId="314"/>
            <ac:spMk id="10" creationId="{2E299317-4E91-888C-6908-5022BB13B891}"/>
          </ac:spMkLst>
        </pc:spChg>
        <pc:spChg chg="add mod">
          <ac:chgData name="Barenya Das" userId="e35ebc08-92ca-4f5c-ac07-71b9cfc27341" providerId="ADAL" clId="{957D9172-4998-40FF-97CD-C7C1153A75B6}" dt="2026-01-28T09:12:42.534" v="13549"/>
          <ac:spMkLst>
            <pc:docMk/>
            <pc:sldMk cId="942786306" sldId="314"/>
            <ac:spMk id="11" creationId="{0C3329B0-B876-00C5-A66B-69480D8FF1BD}"/>
          </ac:spMkLst>
        </pc:spChg>
        <pc:spChg chg="add mod">
          <ac:chgData name="Barenya Das" userId="e35ebc08-92ca-4f5c-ac07-71b9cfc27341" providerId="ADAL" clId="{957D9172-4998-40FF-97CD-C7C1153A75B6}" dt="2026-01-22T17:24:30.224" v="8599"/>
          <ac:spMkLst>
            <pc:docMk/>
            <pc:sldMk cId="942786306" sldId="314"/>
            <ac:spMk id="18" creationId="{803C886E-97A8-4530-9B66-1EC9BAB833AB}"/>
          </ac:spMkLst>
        </pc:spChg>
        <pc:spChg chg="add mod">
          <ac:chgData name="Barenya Das" userId="e35ebc08-92ca-4f5c-ac07-71b9cfc27341" providerId="ADAL" clId="{957D9172-4998-40FF-97CD-C7C1153A75B6}" dt="2026-01-22T17:33:35.461" v="8756"/>
          <ac:spMkLst>
            <pc:docMk/>
            <pc:sldMk cId="942786306" sldId="314"/>
            <ac:spMk id="20" creationId="{BC13E08B-45EA-EBF6-CF44-AF42046E631E}"/>
          </ac:spMkLst>
        </pc:spChg>
        <pc:spChg chg="add mod">
          <ac:chgData name="Barenya Das" userId="e35ebc08-92ca-4f5c-ac07-71b9cfc27341" providerId="ADAL" clId="{957D9172-4998-40FF-97CD-C7C1153A75B6}" dt="2026-01-27T06:14:11.690" v="9080"/>
          <ac:spMkLst>
            <pc:docMk/>
            <pc:sldMk cId="942786306" sldId="314"/>
            <ac:spMk id="27" creationId="{36DB191E-BA31-0CFF-6FF8-817A48DC0207}"/>
          </ac:spMkLst>
        </pc:spChg>
        <pc:spChg chg="add mod">
          <ac:chgData name="Barenya Das" userId="e35ebc08-92ca-4f5c-ac07-71b9cfc27341" providerId="ADAL" clId="{957D9172-4998-40FF-97CD-C7C1153A75B6}" dt="2026-01-27T06:26:59.344" v="9256"/>
          <ac:spMkLst>
            <pc:docMk/>
            <pc:sldMk cId="942786306" sldId="314"/>
            <ac:spMk id="32" creationId="{99748CBA-B9A9-B97A-7DFD-177D45315C0B}"/>
          </ac:spMkLst>
        </pc:spChg>
        <pc:spChg chg="add mod">
          <ac:chgData name="Barenya Das" userId="e35ebc08-92ca-4f5c-ac07-71b9cfc27341" providerId="ADAL" clId="{957D9172-4998-40FF-97CD-C7C1153A75B6}" dt="2026-01-27T06:26:59.344" v="9256"/>
          <ac:spMkLst>
            <pc:docMk/>
            <pc:sldMk cId="942786306" sldId="314"/>
            <ac:spMk id="33" creationId="{D0F08809-78C8-640A-4268-DBA7A13F4569}"/>
          </ac:spMkLst>
        </pc:spChg>
        <pc:spChg chg="add mod">
          <ac:chgData name="Barenya Das" userId="e35ebc08-92ca-4f5c-ac07-71b9cfc27341" providerId="ADAL" clId="{957D9172-4998-40FF-97CD-C7C1153A75B6}" dt="2026-01-27T06:26:59.344" v="9256"/>
          <ac:spMkLst>
            <pc:docMk/>
            <pc:sldMk cId="942786306" sldId="314"/>
            <ac:spMk id="34" creationId="{DD9A4B4B-BE99-9FC1-558B-D761415BCFCE}"/>
          </ac:spMkLst>
        </pc:spChg>
        <pc:spChg chg="add mod">
          <ac:chgData name="Barenya Das" userId="e35ebc08-92ca-4f5c-ac07-71b9cfc27341" providerId="ADAL" clId="{957D9172-4998-40FF-97CD-C7C1153A75B6}" dt="2026-01-27T06:26:59.344" v="9256"/>
          <ac:spMkLst>
            <pc:docMk/>
            <pc:sldMk cId="942786306" sldId="314"/>
            <ac:spMk id="35" creationId="{9978B39F-1C7E-B4BA-B9B7-4973A316819D}"/>
          </ac:spMkLst>
        </pc:spChg>
        <pc:spChg chg="add mod">
          <ac:chgData name="Barenya Das" userId="e35ebc08-92ca-4f5c-ac07-71b9cfc27341" providerId="ADAL" clId="{957D9172-4998-40FF-97CD-C7C1153A75B6}" dt="2026-01-27T06:26:59.344" v="9256"/>
          <ac:spMkLst>
            <pc:docMk/>
            <pc:sldMk cId="942786306" sldId="314"/>
            <ac:spMk id="36" creationId="{B8F4F418-3DF9-CB78-CFAF-A5CD7A17851E}"/>
          </ac:spMkLst>
        </pc:spChg>
        <pc:spChg chg="add mod">
          <ac:chgData name="Barenya Das" userId="e35ebc08-92ca-4f5c-ac07-71b9cfc27341" providerId="ADAL" clId="{957D9172-4998-40FF-97CD-C7C1153A75B6}" dt="2026-01-27T06:33:16.987" v="9452"/>
          <ac:spMkLst>
            <pc:docMk/>
            <pc:sldMk cId="942786306" sldId="314"/>
            <ac:spMk id="38" creationId="{2B245FA5-B3F4-D454-45B4-A7848B2F46F0}"/>
          </ac:spMkLst>
        </pc:spChg>
        <pc:spChg chg="add mod">
          <ac:chgData name="Barenya Das" userId="e35ebc08-92ca-4f5c-ac07-71b9cfc27341" providerId="ADAL" clId="{957D9172-4998-40FF-97CD-C7C1153A75B6}" dt="2026-01-27T06:44:38.795" v="9497"/>
          <ac:spMkLst>
            <pc:docMk/>
            <pc:sldMk cId="942786306" sldId="314"/>
            <ac:spMk id="39" creationId="{7B3B40DD-0056-6F52-28BF-8D0FBF058B18}"/>
          </ac:spMkLst>
        </pc:spChg>
        <pc:picChg chg="add mod ord">
          <ac:chgData name="Barenya Das" userId="e35ebc08-92ca-4f5c-ac07-71b9cfc27341" providerId="ADAL" clId="{957D9172-4998-40FF-97CD-C7C1153A75B6}" dt="2026-01-27T06:27:47.755" v="9299" actId="1076"/>
          <ac:picMkLst>
            <pc:docMk/>
            <pc:sldMk cId="942786306" sldId="314"/>
            <ac:picMk id="14" creationId="{7BF4E782-8CD1-A33E-1640-B6B428FC78BA}"/>
          </ac:picMkLst>
        </pc:picChg>
        <pc:picChg chg="add mod ord">
          <ac:chgData name="Barenya Das" userId="e35ebc08-92ca-4f5c-ac07-71b9cfc27341" providerId="ADAL" clId="{957D9172-4998-40FF-97CD-C7C1153A75B6}" dt="2026-01-27T06:27:22.873" v="9259" actId="167"/>
          <ac:picMkLst>
            <pc:docMk/>
            <pc:sldMk cId="942786306" sldId="314"/>
            <ac:picMk id="28" creationId="{FADE771A-3824-D7BB-53D7-4290E72C49F0}"/>
          </ac:picMkLst>
        </pc:picChg>
        <pc:picChg chg="add mod">
          <ac:chgData name="Barenya Das" userId="e35ebc08-92ca-4f5c-ac07-71b9cfc27341" providerId="ADAL" clId="{957D9172-4998-40FF-97CD-C7C1153A75B6}" dt="2026-01-27T06:27:13.807" v="9257" actId="208"/>
          <ac:picMkLst>
            <pc:docMk/>
            <pc:sldMk cId="942786306" sldId="314"/>
            <ac:picMk id="29" creationId="{89245852-55B8-94B8-0098-E6C6C149B361}"/>
          </ac:picMkLst>
        </pc:picChg>
        <pc:picChg chg="add mod">
          <ac:chgData name="Barenya Das" userId="e35ebc08-92ca-4f5c-ac07-71b9cfc27341" providerId="ADAL" clId="{957D9172-4998-40FF-97CD-C7C1153A75B6}" dt="2026-01-27T06:27:13.807" v="9257" actId="208"/>
          <ac:picMkLst>
            <pc:docMk/>
            <pc:sldMk cId="942786306" sldId="314"/>
            <ac:picMk id="30" creationId="{8BF0FD70-C28C-4228-DD2A-3351D3503D49}"/>
          </ac:picMkLst>
        </pc:picChg>
        <pc:picChg chg="add mod">
          <ac:chgData name="Barenya Das" userId="e35ebc08-92ca-4f5c-ac07-71b9cfc27341" providerId="ADAL" clId="{957D9172-4998-40FF-97CD-C7C1153A75B6}" dt="2026-01-27T06:26:59.344" v="9256"/>
          <ac:picMkLst>
            <pc:docMk/>
            <pc:sldMk cId="942786306" sldId="314"/>
            <ac:picMk id="31" creationId="{805251C7-2C32-07DD-ABA0-65F90B5AC3DD}"/>
          </ac:picMkLst>
        </pc:picChg>
        <pc:picChg chg="add mod">
          <ac:chgData name="Barenya Das" userId="e35ebc08-92ca-4f5c-ac07-71b9cfc27341" providerId="ADAL" clId="{957D9172-4998-40FF-97CD-C7C1153A75B6}" dt="2026-01-27T06:27:17.991" v="9258" actId="208"/>
          <ac:picMkLst>
            <pc:docMk/>
            <pc:sldMk cId="942786306" sldId="314"/>
            <ac:picMk id="37" creationId="{4F087A27-AB6A-4298-F8A7-D87E0860D3AE}"/>
          </ac:picMkLst>
        </pc:picChg>
        <pc:inkChg chg="add mod ord">
          <ac:chgData name="Barenya Das" userId="e35ebc08-92ca-4f5c-ac07-71b9cfc27341" providerId="ADAL" clId="{957D9172-4998-40FF-97CD-C7C1153A75B6}" dt="2026-01-27T06:27:42.397" v="9298" actId="1038"/>
          <ac:inkMkLst>
            <pc:docMk/>
            <pc:sldMk cId="942786306" sldId="314"/>
            <ac:inkMk id="5" creationId="{00C60B20-79B0-ADC0-5C25-F9C154C2898A}"/>
          </ac:inkMkLst>
        </pc:inkChg>
        <pc:cxnChg chg="add mod">
          <ac:chgData name="Barenya Das" userId="e35ebc08-92ca-4f5c-ac07-71b9cfc27341" providerId="ADAL" clId="{957D9172-4998-40FF-97CD-C7C1153A75B6}" dt="2026-01-28T09:12:42.534" v="13549"/>
          <ac:cxnSpMkLst>
            <pc:docMk/>
            <pc:sldMk cId="942786306" sldId="314"/>
            <ac:cxnSpMk id="6" creationId="{D8E8FFEC-C258-62CE-3D76-727F662473EF}"/>
          </ac:cxnSpMkLst>
        </pc:cxnChg>
        <pc:cxnChg chg="add mod">
          <ac:chgData name="Barenya Das" userId="e35ebc08-92ca-4f5c-ac07-71b9cfc27341" providerId="ADAL" clId="{957D9172-4998-40FF-97CD-C7C1153A75B6}" dt="2026-01-28T09:12:42.534" v="13549"/>
          <ac:cxnSpMkLst>
            <pc:docMk/>
            <pc:sldMk cId="942786306" sldId="314"/>
            <ac:cxnSpMk id="7" creationId="{B08F300B-73FA-8387-70CF-93FB6078BBE5}"/>
          </ac:cxnSpMkLst>
        </pc:cxnChg>
        <pc:cxnChg chg="add mod">
          <ac:chgData name="Barenya Das" userId="e35ebc08-92ca-4f5c-ac07-71b9cfc27341" providerId="ADAL" clId="{957D9172-4998-40FF-97CD-C7C1153A75B6}" dt="2026-01-28T09:12:42.534" v="13549"/>
          <ac:cxnSpMkLst>
            <pc:docMk/>
            <pc:sldMk cId="942786306" sldId="314"/>
            <ac:cxnSpMk id="8" creationId="{2076433F-C4DA-7C18-85BC-09439FE196FF}"/>
          </ac:cxnSpMkLst>
        </pc:cxnChg>
        <pc:cxnChg chg="add mod">
          <ac:chgData name="Barenya Das" userId="e35ebc08-92ca-4f5c-ac07-71b9cfc27341" providerId="ADAL" clId="{957D9172-4998-40FF-97CD-C7C1153A75B6}" dt="2026-01-28T09:12:42.534" v="13549"/>
          <ac:cxnSpMkLst>
            <pc:docMk/>
            <pc:sldMk cId="942786306" sldId="314"/>
            <ac:cxnSpMk id="9" creationId="{781FC96E-122D-6AD5-3E62-D19C55C04449}"/>
          </ac:cxnSpMkLst>
        </pc:cxnChg>
      </pc:sldChg>
      <pc:sldChg chg="addSp delSp modSp add mod modNotesTx">
        <pc:chgData name="Barenya Das" userId="e35ebc08-92ca-4f5c-ac07-71b9cfc27341" providerId="ADAL" clId="{957D9172-4998-40FF-97CD-C7C1153A75B6}" dt="2026-01-28T09:12:40.611" v="13548"/>
        <pc:sldMkLst>
          <pc:docMk/>
          <pc:sldMk cId="3006207982" sldId="315"/>
        </pc:sldMkLst>
        <pc:spChg chg="add mod">
          <ac:chgData name="Barenya Das" userId="e35ebc08-92ca-4f5c-ac07-71b9cfc27341" providerId="ADAL" clId="{957D9172-4998-40FF-97CD-C7C1153A75B6}" dt="2026-01-28T09:12:40.611" v="13548"/>
          <ac:spMkLst>
            <pc:docMk/>
            <pc:sldMk cId="3006207982" sldId="315"/>
            <ac:spMk id="3" creationId="{87F0879F-199B-8191-8038-C83D48DA00E8}"/>
          </ac:spMkLst>
        </pc:spChg>
        <pc:spChg chg="add mod">
          <ac:chgData name="Barenya Das" userId="e35ebc08-92ca-4f5c-ac07-71b9cfc27341" providerId="ADAL" clId="{957D9172-4998-40FF-97CD-C7C1153A75B6}" dt="2026-01-28T09:12:40.611" v="13548"/>
          <ac:spMkLst>
            <pc:docMk/>
            <pc:sldMk cId="3006207982" sldId="315"/>
            <ac:spMk id="5" creationId="{B892A538-BFCB-6A25-6AFB-7754599720CC}"/>
          </ac:spMkLst>
        </pc:spChg>
        <pc:spChg chg="add mod">
          <ac:chgData name="Barenya Das" userId="e35ebc08-92ca-4f5c-ac07-71b9cfc27341" providerId="ADAL" clId="{957D9172-4998-40FF-97CD-C7C1153A75B6}" dt="2026-01-28T09:12:40.611" v="13548"/>
          <ac:spMkLst>
            <pc:docMk/>
            <pc:sldMk cId="3006207982" sldId="315"/>
            <ac:spMk id="11" creationId="{E3221F20-9E7D-1BA2-04A7-72CC81C4102A}"/>
          </ac:spMkLst>
        </pc:spChg>
        <pc:spChg chg="add mod">
          <ac:chgData name="Barenya Das" userId="e35ebc08-92ca-4f5c-ac07-71b9cfc27341" providerId="ADAL" clId="{957D9172-4998-40FF-97CD-C7C1153A75B6}" dt="2026-01-28T09:12:40.611" v="13548"/>
          <ac:spMkLst>
            <pc:docMk/>
            <pc:sldMk cId="3006207982" sldId="315"/>
            <ac:spMk id="12" creationId="{994F1534-1F36-F220-A030-71D1E24B26D4}"/>
          </ac:spMkLst>
        </pc:spChg>
        <pc:spChg chg="add mod">
          <ac:chgData name="Barenya Das" userId="e35ebc08-92ca-4f5c-ac07-71b9cfc27341" providerId="ADAL" clId="{957D9172-4998-40FF-97CD-C7C1153A75B6}" dt="2026-01-22T17:24:30.955" v="8600"/>
          <ac:spMkLst>
            <pc:docMk/>
            <pc:sldMk cId="3006207982" sldId="315"/>
            <ac:spMk id="18" creationId="{15836AC0-07B0-F15A-8508-09F2033576E1}"/>
          </ac:spMkLst>
        </pc:spChg>
        <pc:spChg chg="add mod">
          <ac:chgData name="Barenya Das" userId="e35ebc08-92ca-4f5c-ac07-71b9cfc27341" providerId="ADAL" clId="{957D9172-4998-40FF-97CD-C7C1153A75B6}" dt="2026-01-22T17:33:36.329" v="8757"/>
          <ac:spMkLst>
            <pc:docMk/>
            <pc:sldMk cId="3006207982" sldId="315"/>
            <ac:spMk id="20" creationId="{E5121089-6924-009B-3B16-C5EB997F0815}"/>
          </ac:spMkLst>
        </pc:spChg>
        <pc:spChg chg="add mod">
          <ac:chgData name="Barenya Das" userId="e35ebc08-92ca-4f5c-ac07-71b9cfc27341" providerId="ADAL" clId="{957D9172-4998-40FF-97CD-C7C1153A75B6}" dt="2026-01-27T06:14:12.962" v="9081"/>
          <ac:spMkLst>
            <pc:docMk/>
            <pc:sldMk cId="3006207982" sldId="315"/>
            <ac:spMk id="48" creationId="{F4B168BB-01E4-290B-FACE-DDC4999F2502}"/>
          </ac:spMkLst>
        </pc:spChg>
        <pc:spChg chg="add mod">
          <ac:chgData name="Barenya Das" userId="e35ebc08-92ca-4f5c-ac07-71b9cfc27341" providerId="ADAL" clId="{957D9172-4998-40FF-97CD-C7C1153A75B6}" dt="2026-01-27T06:25:42.690" v="9247"/>
          <ac:spMkLst>
            <pc:docMk/>
            <pc:sldMk cId="3006207982" sldId="315"/>
            <ac:spMk id="53" creationId="{8716F26A-47C5-A6C6-1142-658A7074FCEA}"/>
          </ac:spMkLst>
        </pc:spChg>
        <pc:spChg chg="add mod">
          <ac:chgData name="Barenya Das" userId="e35ebc08-92ca-4f5c-ac07-71b9cfc27341" providerId="ADAL" clId="{957D9172-4998-40FF-97CD-C7C1153A75B6}" dt="2026-01-27T06:25:42.690" v="9247"/>
          <ac:spMkLst>
            <pc:docMk/>
            <pc:sldMk cId="3006207982" sldId="315"/>
            <ac:spMk id="54" creationId="{C4266036-10AF-0AE4-B72C-E393C97F428C}"/>
          </ac:spMkLst>
        </pc:spChg>
        <pc:spChg chg="add mod">
          <ac:chgData name="Barenya Das" userId="e35ebc08-92ca-4f5c-ac07-71b9cfc27341" providerId="ADAL" clId="{957D9172-4998-40FF-97CD-C7C1153A75B6}" dt="2026-01-27T06:25:42.690" v="9247"/>
          <ac:spMkLst>
            <pc:docMk/>
            <pc:sldMk cId="3006207982" sldId="315"/>
            <ac:spMk id="55" creationId="{B1AA78E7-F55E-1AD4-F17B-1B81865CED2E}"/>
          </ac:spMkLst>
        </pc:spChg>
        <pc:spChg chg="add mod">
          <ac:chgData name="Barenya Das" userId="e35ebc08-92ca-4f5c-ac07-71b9cfc27341" providerId="ADAL" clId="{957D9172-4998-40FF-97CD-C7C1153A75B6}" dt="2026-01-27T06:25:42.690" v="9247"/>
          <ac:spMkLst>
            <pc:docMk/>
            <pc:sldMk cId="3006207982" sldId="315"/>
            <ac:spMk id="56" creationId="{E46AFF01-E68B-3137-5C41-D825868CBDA8}"/>
          </ac:spMkLst>
        </pc:spChg>
        <pc:spChg chg="add mod">
          <ac:chgData name="Barenya Das" userId="e35ebc08-92ca-4f5c-ac07-71b9cfc27341" providerId="ADAL" clId="{957D9172-4998-40FF-97CD-C7C1153A75B6}" dt="2026-01-27T06:25:42.690" v="9247"/>
          <ac:spMkLst>
            <pc:docMk/>
            <pc:sldMk cId="3006207982" sldId="315"/>
            <ac:spMk id="57" creationId="{2FA6DB8E-C6A8-F739-1E23-91CEE802A35B}"/>
          </ac:spMkLst>
        </pc:spChg>
        <pc:spChg chg="add mod">
          <ac:chgData name="Barenya Das" userId="e35ebc08-92ca-4f5c-ac07-71b9cfc27341" providerId="ADAL" clId="{957D9172-4998-40FF-97CD-C7C1153A75B6}" dt="2026-01-27T06:33:22.035" v="9454"/>
          <ac:spMkLst>
            <pc:docMk/>
            <pc:sldMk cId="3006207982" sldId="315"/>
            <ac:spMk id="59" creationId="{AFC7E635-4FB9-F9AD-7AC7-D90A409CF7BF}"/>
          </ac:spMkLst>
        </pc:spChg>
        <pc:spChg chg="add mod">
          <ac:chgData name="Barenya Das" userId="e35ebc08-92ca-4f5c-ac07-71b9cfc27341" providerId="ADAL" clId="{957D9172-4998-40FF-97CD-C7C1153A75B6}" dt="2026-01-27T06:44:40.002" v="9498"/>
          <ac:spMkLst>
            <pc:docMk/>
            <pc:sldMk cId="3006207982" sldId="315"/>
            <ac:spMk id="60" creationId="{8B1583B5-CFD0-B1AC-1791-B4C044F7D757}"/>
          </ac:spMkLst>
        </pc:spChg>
        <pc:picChg chg="add mod">
          <ac:chgData name="Barenya Das" userId="e35ebc08-92ca-4f5c-ac07-71b9cfc27341" providerId="ADAL" clId="{957D9172-4998-40FF-97CD-C7C1153A75B6}" dt="2026-01-22T16:09:00.763" v="7294" actId="1076"/>
          <ac:picMkLst>
            <pc:docMk/>
            <pc:sldMk cId="3006207982" sldId="315"/>
            <ac:picMk id="4" creationId="{A0FEE549-7813-FB8E-A5C6-5A8E0FCEB97B}"/>
          </ac:picMkLst>
        </pc:picChg>
        <pc:picChg chg="add mod">
          <ac:chgData name="Barenya Das" userId="e35ebc08-92ca-4f5c-ac07-71b9cfc27341" providerId="ADAL" clId="{957D9172-4998-40FF-97CD-C7C1153A75B6}" dt="2026-01-27T06:26:19.572" v="9251" actId="208"/>
          <ac:picMkLst>
            <pc:docMk/>
            <pc:sldMk cId="3006207982" sldId="315"/>
            <ac:picMk id="49" creationId="{425AAA50-4AB8-1449-3BF1-DC96B7890752}"/>
          </ac:picMkLst>
        </pc:picChg>
        <pc:picChg chg="add mod">
          <ac:chgData name="Barenya Das" userId="e35ebc08-92ca-4f5c-ac07-71b9cfc27341" providerId="ADAL" clId="{957D9172-4998-40FF-97CD-C7C1153A75B6}" dt="2026-01-27T06:26:19.572" v="9251" actId="208"/>
          <ac:picMkLst>
            <pc:docMk/>
            <pc:sldMk cId="3006207982" sldId="315"/>
            <ac:picMk id="50" creationId="{859D5B06-845A-E9D6-B084-511CA78E130C}"/>
          </ac:picMkLst>
        </pc:picChg>
        <pc:picChg chg="add mod">
          <ac:chgData name="Barenya Das" userId="e35ebc08-92ca-4f5c-ac07-71b9cfc27341" providerId="ADAL" clId="{957D9172-4998-40FF-97CD-C7C1153A75B6}" dt="2026-01-27T06:26:19.572" v="9251" actId="208"/>
          <ac:picMkLst>
            <pc:docMk/>
            <pc:sldMk cId="3006207982" sldId="315"/>
            <ac:picMk id="51" creationId="{932EBF2B-E904-609A-83F4-ED0B81CC402F}"/>
          </ac:picMkLst>
        </pc:picChg>
        <pc:picChg chg="add mod">
          <ac:chgData name="Barenya Das" userId="e35ebc08-92ca-4f5c-ac07-71b9cfc27341" providerId="ADAL" clId="{957D9172-4998-40FF-97CD-C7C1153A75B6}" dt="2026-01-27T06:25:42.690" v="9247"/>
          <ac:picMkLst>
            <pc:docMk/>
            <pc:sldMk cId="3006207982" sldId="315"/>
            <ac:picMk id="52" creationId="{879C1346-5912-E9B5-230B-CCF222E558C3}"/>
          </ac:picMkLst>
        </pc:picChg>
        <pc:picChg chg="add mod">
          <ac:chgData name="Barenya Das" userId="e35ebc08-92ca-4f5c-ac07-71b9cfc27341" providerId="ADAL" clId="{957D9172-4998-40FF-97CD-C7C1153A75B6}" dt="2026-01-27T06:26:04.090" v="9250" actId="208"/>
          <ac:picMkLst>
            <pc:docMk/>
            <pc:sldMk cId="3006207982" sldId="315"/>
            <ac:picMk id="58" creationId="{E1667E9C-2879-A8E8-915B-9CD8A1269605}"/>
          </ac:picMkLst>
        </pc:picChg>
        <pc:inkChg chg="add">
          <ac:chgData name="Barenya Das" userId="e35ebc08-92ca-4f5c-ac07-71b9cfc27341" providerId="ADAL" clId="{957D9172-4998-40FF-97CD-C7C1153A75B6}" dt="2026-01-22T16:09:59.418" v="7519" actId="9405"/>
          <ac:inkMkLst>
            <pc:docMk/>
            <pc:sldMk cId="3006207982" sldId="315"/>
            <ac:inkMk id="6" creationId="{F8C974A0-C4DD-9078-14DF-B3B567E9003F}"/>
          </ac:inkMkLst>
        </pc:inkChg>
        <pc:cxnChg chg="add mod">
          <ac:chgData name="Barenya Das" userId="e35ebc08-92ca-4f5c-ac07-71b9cfc27341" providerId="ADAL" clId="{957D9172-4998-40FF-97CD-C7C1153A75B6}" dt="2026-01-28T09:12:40.611" v="13548"/>
          <ac:cxnSpMkLst>
            <pc:docMk/>
            <pc:sldMk cId="3006207982" sldId="315"/>
            <ac:cxnSpMk id="7" creationId="{E483156C-8D4C-2C28-43B4-0DABB133BE53}"/>
          </ac:cxnSpMkLst>
        </pc:cxnChg>
        <pc:cxnChg chg="add mod">
          <ac:chgData name="Barenya Das" userId="e35ebc08-92ca-4f5c-ac07-71b9cfc27341" providerId="ADAL" clId="{957D9172-4998-40FF-97CD-C7C1153A75B6}" dt="2026-01-28T09:12:40.611" v="13548"/>
          <ac:cxnSpMkLst>
            <pc:docMk/>
            <pc:sldMk cId="3006207982" sldId="315"/>
            <ac:cxnSpMk id="8" creationId="{D391FB56-7F61-0265-62B4-61673DA2A5F7}"/>
          </ac:cxnSpMkLst>
        </pc:cxnChg>
        <pc:cxnChg chg="add mod">
          <ac:chgData name="Barenya Das" userId="e35ebc08-92ca-4f5c-ac07-71b9cfc27341" providerId="ADAL" clId="{957D9172-4998-40FF-97CD-C7C1153A75B6}" dt="2026-01-28T09:12:40.611" v="13548"/>
          <ac:cxnSpMkLst>
            <pc:docMk/>
            <pc:sldMk cId="3006207982" sldId="315"/>
            <ac:cxnSpMk id="9" creationId="{BBA4ADE8-56A0-835C-E5D6-A7813DEB02E9}"/>
          </ac:cxnSpMkLst>
        </pc:cxnChg>
        <pc:cxnChg chg="add mod">
          <ac:chgData name="Barenya Das" userId="e35ebc08-92ca-4f5c-ac07-71b9cfc27341" providerId="ADAL" clId="{957D9172-4998-40FF-97CD-C7C1153A75B6}" dt="2026-01-28T09:12:40.611" v="13548"/>
          <ac:cxnSpMkLst>
            <pc:docMk/>
            <pc:sldMk cId="3006207982" sldId="315"/>
            <ac:cxnSpMk id="10" creationId="{F2589FD6-4907-922A-1545-E53889BF260D}"/>
          </ac:cxnSpMkLst>
        </pc:cxnChg>
      </pc:sldChg>
      <pc:sldChg chg="addSp delSp modSp add mod modNotesTx">
        <pc:chgData name="Barenya Das" userId="e35ebc08-92ca-4f5c-ac07-71b9cfc27341" providerId="ADAL" clId="{957D9172-4998-40FF-97CD-C7C1153A75B6}" dt="2026-01-28T09:12:39.306" v="13547"/>
        <pc:sldMkLst>
          <pc:docMk/>
          <pc:sldMk cId="4139986640" sldId="316"/>
        </pc:sldMkLst>
        <pc:spChg chg="add mod">
          <ac:chgData name="Barenya Das" userId="e35ebc08-92ca-4f5c-ac07-71b9cfc27341" providerId="ADAL" clId="{957D9172-4998-40FF-97CD-C7C1153A75B6}" dt="2026-01-28T09:12:39.306" v="13547"/>
          <ac:spMkLst>
            <pc:docMk/>
            <pc:sldMk cId="4139986640" sldId="316"/>
            <ac:spMk id="4" creationId="{02E729F6-4883-201B-1849-A248D28CDCF3}"/>
          </ac:spMkLst>
        </pc:spChg>
        <pc:spChg chg="add mod">
          <ac:chgData name="Barenya Das" userId="e35ebc08-92ca-4f5c-ac07-71b9cfc27341" providerId="ADAL" clId="{957D9172-4998-40FF-97CD-C7C1153A75B6}" dt="2026-01-28T09:12:39.306" v="13547"/>
          <ac:spMkLst>
            <pc:docMk/>
            <pc:sldMk cId="4139986640" sldId="316"/>
            <ac:spMk id="5" creationId="{DB0ADBAC-7651-0C37-E701-98CFE5F85554}"/>
          </ac:spMkLst>
        </pc:spChg>
        <pc:spChg chg="add mod">
          <ac:chgData name="Barenya Das" userId="e35ebc08-92ca-4f5c-ac07-71b9cfc27341" providerId="ADAL" clId="{957D9172-4998-40FF-97CD-C7C1153A75B6}" dt="2026-01-28T09:12:39.306" v="13547"/>
          <ac:spMkLst>
            <pc:docMk/>
            <pc:sldMk cId="4139986640" sldId="316"/>
            <ac:spMk id="12" creationId="{FAC1A03F-5E2F-FD7F-331C-77A30B276C61}"/>
          </ac:spMkLst>
        </pc:spChg>
        <pc:spChg chg="add mod">
          <ac:chgData name="Barenya Das" userId="e35ebc08-92ca-4f5c-ac07-71b9cfc27341" providerId="ADAL" clId="{957D9172-4998-40FF-97CD-C7C1153A75B6}" dt="2026-01-28T09:12:39.306" v="13547"/>
          <ac:spMkLst>
            <pc:docMk/>
            <pc:sldMk cId="4139986640" sldId="316"/>
            <ac:spMk id="13" creationId="{B71454FC-F204-C2A5-21C1-EDA7CA317189}"/>
          </ac:spMkLst>
        </pc:spChg>
        <pc:spChg chg="add mod">
          <ac:chgData name="Barenya Das" userId="e35ebc08-92ca-4f5c-ac07-71b9cfc27341" providerId="ADAL" clId="{957D9172-4998-40FF-97CD-C7C1153A75B6}" dt="2026-01-22T17:24:31.753" v="8601"/>
          <ac:spMkLst>
            <pc:docMk/>
            <pc:sldMk cId="4139986640" sldId="316"/>
            <ac:spMk id="23" creationId="{6A8D37AD-5AF6-2746-D9A2-D089B4999FAD}"/>
          </ac:spMkLst>
        </pc:spChg>
        <pc:spChg chg="add mod">
          <ac:chgData name="Barenya Das" userId="e35ebc08-92ca-4f5c-ac07-71b9cfc27341" providerId="ADAL" clId="{957D9172-4998-40FF-97CD-C7C1153A75B6}" dt="2026-01-22T17:33:37.249" v="8758"/>
          <ac:spMkLst>
            <pc:docMk/>
            <pc:sldMk cId="4139986640" sldId="316"/>
            <ac:spMk id="24" creationId="{5A5E08B7-D3A2-1E1C-3B91-C667D4F01D3C}"/>
          </ac:spMkLst>
        </pc:spChg>
        <pc:spChg chg="add mod">
          <ac:chgData name="Barenya Das" userId="e35ebc08-92ca-4f5c-ac07-71b9cfc27341" providerId="ADAL" clId="{957D9172-4998-40FF-97CD-C7C1153A75B6}" dt="2026-01-27T06:14:14.216" v="9082"/>
          <ac:spMkLst>
            <pc:docMk/>
            <pc:sldMk cId="4139986640" sldId="316"/>
            <ac:spMk id="28" creationId="{CA10C898-9C67-7BED-2E9D-835FCF1A3B76}"/>
          </ac:spMkLst>
        </pc:spChg>
        <pc:spChg chg="add mod">
          <ac:chgData name="Barenya Das" userId="e35ebc08-92ca-4f5c-ac07-71b9cfc27341" providerId="ADAL" clId="{957D9172-4998-40FF-97CD-C7C1153A75B6}" dt="2026-01-27T06:25:06.120" v="9243"/>
          <ac:spMkLst>
            <pc:docMk/>
            <pc:sldMk cId="4139986640" sldId="316"/>
            <ac:spMk id="33" creationId="{659C28C4-17F9-81FD-6C7A-44F5A9D3A6DC}"/>
          </ac:spMkLst>
        </pc:spChg>
        <pc:spChg chg="add mod">
          <ac:chgData name="Barenya Das" userId="e35ebc08-92ca-4f5c-ac07-71b9cfc27341" providerId="ADAL" clId="{957D9172-4998-40FF-97CD-C7C1153A75B6}" dt="2026-01-27T06:25:06.120" v="9243"/>
          <ac:spMkLst>
            <pc:docMk/>
            <pc:sldMk cId="4139986640" sldId="316"/>
            <ac:spMk id="34" creationId="{10D50C30-C94C-B3AB-10B7-BADFCDF2158A}"/>
          </ac:spMkLst>
        </pc:spChg>
        <pc:spChg chg="add mod">
          <ac:chgData name="Barenya Das" userId="e35ebc08-92ca-4f5c-ac07-71b9cfc27341" providerId="ADAL" clId="{957D9172-4998-40FF-97CD-C7C1153A75B6}" dt="2026-01-27T06:25:06.120" v="9243"/>
          <ac:spMkLst>
            <pc:docMk/>
            <pc:sldMk cId="4139986640" sldId="316"/>
            <ac:spMk id="35" creationId="{A3BF0C90-FD0D-B69C-81B7-2EA5BB993E23}"/>
          </ac:spMkLst>
        </pc:spChg>
        <pc:spChg chg="add mod">
          <ac:chgData name="Barenya Das" userId="e35ebc08-92ca-4f5c-ac07-71b9cfc27341" providerId="ADAL" clId="{957D9172-4998-40FF-97CD-C7C1153A75B6}" dt="2026-01-27T06:25:06.120" v="9243"/>
          <ac:spMkLst>
            <pc:docMk/>
            <pc:sldMk cId="4139986640" sldId="316"/>
            <ac:spMk id="36" creationId="{A7CDC864-5BC2-967C-E78E-D5DEA9FDB5DD}"/>
          </ac:spMkLst>
        </pc:spChg>
        <pc:spChg chg="add mod">
          <ac:chgData name="Barenya Das" userId="e35ebc08-92ca-4f5c-ac07-71b9cfc27341" providerId="ADAL" clId="{957D9172-4998-40FF-97CD-C7C1153A75B6}" dt="2026-01-27T06:25:06.120" v="9243"/>
          <ac:spMkLst>
            <pc:docMk/>
            <pc:sldMk cId="4139986640" sldId="316"/>
            <ac:spMk id="37" creationId="{3362EE00-DF2C-C51C-5DCF-686F813B3322}"/>
          </ac:spMkLst>
        </pc:spChg>
        <pc:spChg chg="add mod">
          <ac:chgData name="Barenya Das" userId="e35ebc08-92ca-4f5c-ac07-71b9cfc27341" providerId="ADAL" clId="{957D9172-4998-40FF-97CD-C7C1153A75B6}" dt="2026-01-27T06:33:25.937" v="9456"/>
          <ac:spMkLst>
            <pc:docMk/>
            <pc:sldMk cId="4139986640" sldId="316"/>
            <ac:spMk id="39" creationId="{D62CF3C0-8094-201B-D2B3-5514F67EE5AF}"/>
          </ac:spMkLst>
        </pc:spChg>
        <pc:spChg chg="add mod">
          <ac:chgData name="Barenya Das" userId="e35ebc08-92ca-4f5c-ac07-71b9cfc27341" providerId="ADAL" clId="{957D9172-4998-40FF-97CD-C7C1153A75B6}" dt="2026-01-27T06:44:41.446" v="9499"/>
          <ac:spMkLst>
            <pc:docMk/>
            <pc:sldMk cId="4139986640" sldId="316"/>
            <ac:spMk id="40" creationId="{7829537C-0326-7EA4-5922-70963B13C41F}"/>
          </ac:spMkLst>
        </pc:spChg>
        <pc:picChg chg="add mod">
          <ac:chgData name="Barenya Das" userId="e35ebc08-92ca-4f5c-ac07-71b9cfc27341" providerId="ADAL" clId="{957D9172-4998-40FF-97CD-C7C1153A75B6}" dt="2026-01-22T16:11:15.684" v="7527"/>
          <ac:picMkLst>
            <pc:docMk/>
            <pc:sldMk cId="4139986640" sldId="316"/>
            <ac:picMk id="8" creationId="{6D17C946-9D26-F783-218E-DB696E44E97E}"/>
          </ac:picMkLst>
        </pc:picChg>
        <pc:picChg chg="add mod">
          <ac:chgData name="Barenya Das" userId="e35ebc08-92ca-4f5c-ac07-71b9cfc27341" providerId="ADAL" clId="{957D9172-4998-40FF-97CD-C7C1153A75B6}" dt="2026-01-27T06:25:22.550" v="9245" actId="208"/>
          <ac:picMkLst>
            <pc:docMk/>
            <pc:sldMk cId="4139986640" sldId="316"/>
            <ac:picMk id="29" creationId="{1B2C3616-D19A-154B-2CD9-0C6D8E6AE216}"/>
          </ac:picMkLst>
        </pc:picChg>
        <pc:picChg chg="add mod">
          <ac:chgData name="Barenya Das" userId="e35ebc08-92ca-4f5c-ac07-71b9cfc27341" providerId="ADAL" clId="{957D9172-4998-40FF-97CD-C7C1153A75B6}" dt="2026-01-27T06:25:22.550" v="9245" actId="208"/>
          <ac:picMkLst>
            <pc:docMk/>
            <pc:sldMk cId="4139986640" sldId="316"/>
            <ac:picMk id="30" creationId="{FD00F1FF-FCCC-33E2-4726-F353FF7480C3}"/>
          </ac:picMkLst>
        </pc:picChg>
        <pc:picChg chg="add mod">
          <ac:chgData name="Barenya Das" userId="e35ebc08-92ca-4f5c-ac07-71b9cfc27341" providerId="ADAL" clId="{957D9172-4998-40FF-97CD-C7C1153A75B6}" dt="2026-01-27T06:25:22.550" v="9245" actId="208"/>
          <ac:picMkLst>
            <pc:docMk/>
            <pc:sldMk cId="4139986640" sldId="316"/>
            <ac:picMk id="31" creationId="{B2827DEC-4FB3-4AB6-60A3-5633B4C5F983}"/>
          </ac:picMkLst>
        </pc:picChg>
        <pc:picChg chg="add mod">
          <ac:chgData name="Barenya Das" userId="e35ebc08-92ca-4f5c-ac07-71b9cfc27341" providerId="ADAL" clId="{957D9172-4998-40FF-97CD-C7C1153A75B6}" dt="2026-01-27T06:25:06.120" v="9243"/>
          <ac:picMkLst>
            <pc:docMk/>
            <pc:sldMk cId="4139986640" sldId="316"/>
            <ac:picMk id="32" creationId="{7EB9189C-D08F-A683-9435-1CD229A924D6}"/>
          </ac:picMkLst>
        </pc:picChg>
        <pc:picChg chg="add mod">
          <ac:chgData name="Barenya Das" userId="e35ebc08-92ca-4f5c-ac07-71b9cfc27341" providerId="ADAL" clId="{957D9172-4998-40FF-97CD-C7C1153A75B6}" dt="2026-01-27T06:25:14.151" v="9244" actId="208"/>
          <ac:picMkLst>
            <pc:docMk/>
            <pc:sldMk cId="4139986640" sldId="316"/>
            <ac:picMk id="38" creationId="{00D2A52C-A761-674B-5860-F768B61A0F35}"/>
          </ac:picMkLst>
        </pc:picChg>
        <pc:inkChg chg="add">
          <ac:chgData name="Barenya Das" userId="e35ebc08-92ca-4f5c-ac07-71b9cfc27341" providerId="ADAL" clId="{957D9172-4998-40FF-97CD-C7C1153A75B6}" dt="2026-01-22T16:10:29.742" v="7523" actId="9405"/>
          <ac:inkMkLst>
            <pc:docMk/>
            <pc:sldMk cId="4139986640" sldId="316"/>
            <ac:inkMk id="3" creationId="{795366F5-FE2D-29C9-C8A7-C3676E454DDA}"/>
          </ac:inkMkLst>
        </pc:inkChg>
        <pc:inkChg chg="add">
          <ac:chgData name="Barenya Das" userId="e35ebc08-92ca-4f5c-ac07-71b9cfc27341" providerId="ADAL" clId="{957D9172-4998-40FF-97CD-C7C1153A75B6}" dt="2026-01-22T16:10:32.986" v="7525"/>
          <ac:inkMkLst>
            <pc:docMk/>
            <pc:sldMk cId="4139986640" sldId="316"/>
            <ac:inkMk id="7" creationId="{A345B1B7-1517-EA20-B560-E9FD2AA95B57}"/>
          </ac:inkMkLst>
        </pc:inkChg>
        <pc:cxnChg chg="add mod">
          <ac:chgData name="Barenya Das" userId="e35ebc08-92ca-4f5c-ac07-71b9cfc27341" providerId="ADAL" clId="{957D9172-4998-40FF-97CD-C7C1153A75B6}" dt="2026-01-28T09:12:39.306" v="13547"/>
          <ac:cxnSpMkLst>
            <pc:docMk/>
            <pc:sldMk cId="4139986640" sldId="316"/>
            <ac:cxnSpMk id="6" creationId="{0858EC57-6637-A297-8E6A-27F7E067A5E1}"/>
          </ac:cxnSpMkLst>
        </pc:cxnChg>
        <pc:cxnChg chg="add mod">
          <ac:chgData name="Barenya Das" userId="e35ebc08-92ca-4f5c-ac07-71b9cfc27341" providerId="ADAL" clId="{957D9172-4998-40FF-97CD-C7C1153A75B6}" dt="2026-01-28T09:12:39.306" v="13547"/>
          <ac:cxnSpMkLst>
            <pc:docMk/>
            <pc:sldMk cId="4139986640" sldId="316"/>
            <ac:cxnSpMk id="9" creationId="{03C19CDA-C1CA-9BB4-91A8-902FABF22C35}"/>
          </ac:cxnSpMkLst>
        </pc:cxnChg>
        <pc:cxnChg chg="add mod">
          <ac:chgData name="Barenya Das" userId="e35ebc08-92ca-4f5c-ac07-71b9cfc27341" providerId="ADAL" clId="{957D9172-4998-40FF-97CD-C7C1153A75B6}" dt="2026-01-28T09:12:39.306" v="13547"/>
          <ac:cxnSpMkLst>
            <pc:docMk/>
            <pc:sldMk cId="4139986640" sldId="316"/>
            <ac:cxnSpMk id="10" creationId="{8C97371F-9769-6A76-8D84-51E507E44FA0}"/>
          </ac:cxnSpMkLst>
        </pc:cxnChg>
        <pc:cxnChg chg="add mod">
          <ac:chgData name="Barenya Das" userId="e35ebc08-92ca-4f5c-ac07-71b9cfc27341" providerId="ADAL" clId="{957D9172-4998-40FF-97CD-C7C1153A75B6}" dt="2026-01-28T09:12:39.306" v="13547"/>
          <ac:cxnSpMkLst>
            <pc:docMk/>
            <pc:sldMk cId="4139986640" sldId="316"/>
            <ac:cxnSpMk id="11" creationId="{1CB03F91-41E8-645A-DD8D-47B2E64344BE}"/>
          </ac:cxnSpMkLst>
        </pc:cxnChg>
      </pc:sldChg>
      <pc:sldChg chg="addSp delSp modSp add mod modNotesTx">
        <pc:chgData name="Barenya Das" userId="e35ebc08-92ca-4f5c-ac07-71b9cfc27341" providerId="ADAL" clId="{957D9172-4998-40FF-97CD-C7C1153A75B6}" dt="2026-01-28T09:12:38.191" v="13546"/>
        <pc:sldMkLst>
          <pc:docMk/>
          <pc:sldMk cId="3205251962" sldId="317"/>
        </pc:sldMkLst>
        <pc:spChg chg="add mod">
          <ac:chgData name="Barenya Das" userId="e35ebc08-92ca-4f5c-ac07-71b9cfc27341" providerId="ADAL" clId="{957D9172-4998-40FF-97CD-C7C1153A75B6}" dt="2026-01-28T09:12:38.191" v="13546"/>
          <ac:spMkLst>
            <pc:docMk/>
            <pc:sldMk cId="3205251962" sldId="317"/>
            <ac:spMk id="4" creationId="{41F736D5-CF9E-DD93-0FD0-09A1EBC8FC33}"/>
          </ac:spMkLst>
        </pc:spChg>
        <pc:spChg chg="add mod">
          <ac:chgData name="Barenya Das" userId="e35ebc08-92ca-4f5c-ac07-71b9cfc27341" providerId="ADAL" clId="{957D9172-4998-40FF-97CD-C7C1153A75B6}" dt="2026-01-28T09:12:38.191" v="13546"/>
          <ac:spMkLst>
            <pc:docMk/>
            <pc:sldMk cId="3205251962" sldId="317"/>
            <ac:spMk id="5" creationId="{B6632F95-99E5-6BCB-141C-FB0AD0A77D64}"/>
          </ac:spMkLst>
        </pc:spChg>
        <pc:spChg chg="add mod">
          <ac:chgData name="Barenya Das" userId="e35ebc08-92ca-4f5c-ac07-71b9cfc27341" providerId="ADAL" clId="{957D9172-4998-40FF-97CD-C7C1153A75B6}" dt="2026-01-28T09:12:38.191" v="13546"/>
          <ac:spMkLst>
            <pc:docMk/>
            <pc:sldMk cId="3205251962" sldId="317"/>
            <ac:spMk id="11" creationId="{61B1DEBF-AF0F-471D-165E-FCAE1E496177}"/>
          </ac:spMkLst>
        </pc:spChg>
        <pc:spChg chg="add mod">
          <ac:chgData name="Barenya Das" userId="e35ebc08-92ca-4f5c-ac07-71b9cfc27341" providerId="ADAL" clId="{957D9172-4998-40FF-97CD-C7C1153A75B6}" dt="2026-01-28T09:12:38.191" v="13546"/>
          <ac:spMkLst>
            <pc:docMk/>
            <pc:sldMk cId="3205251962" sldId="317"/>
            <ac:spMk id="12" creationId="{4526D758-5C6B-6268-FA27-24DC3F979A43}"/>
          </ac:spMkLst>
        </pc:spChg>
        <pc:spChg chg="add mod">
          <ac:chgData name="Barenya Das" userId="e35ebc08-92ca-4f5c-ac07-71b9cfc27341" providerId="ADAL" clId="{957D9172-4998-40FF-97CD-C7C1153A75B6}" dt="2026-01-22T17:24:32.838" v="8602"/>
          <ac:spMkLst>
            <pc:docMk/>
            <pc:sldMk cId="3205251962" sldId="317"/>
            <ac:spMk id="14" creationId="{96240D34-5CCF-6E7F-14C9-5F0DA512F559}"/>
          </ac:spMkLst>
        </pc:spChg>
        <pc:spChg chg="add mod">
          <ac:chgData name="Barenya Das" userId="e35ebc08-92ca-4f5c-ac07-71b9cfc27341" providerId="ADAL" clId="{957D9172-4998-40FF-97CD-C7C1153A75B6}" dt="2026-01-22T17:33:38.100" v="8759"/>
          <ac:spMkLst>
            <pc:docMk/>
            <pc:sldMk cId="3205251962" sldId="317"/>
            <ac:spMk id="18" creationId="{AEBAB457-2C39-A930-750F-4F5EDADF315C}"/>
          </ac:spMkLst>
        </pc:spChg>
        <pc:spChg chg="add mod">
          <ac:chgData name="Barenya Das" userId="e35ebc08-92ca-4f5c-ac07-71b9cfc27341" providerId="ADAL" clId="{957D9172-4998-40FF-97CD-C7C1153A75B6}" dt="2026-01-27T06:14:15.437" v="9083"/>
          <ac:spMkLst>
            <pc:docMk/>
            <pc:sldMk cId="3205251962" sldId="317"/>
            <ac:spMk id="28" creationId="{CA91F3E5-082A-4349-7C66-E36B5727C642}"/>
          </ac:spMkLst>
        </pc:spChg>
        <pc:spChg chg="add mod">
          <ac:chgData name="Barenya Das" userId="e35ebc08-92ca-4f5c-ac07-71b9cfc27341" providerId="ADAL" clId="{957D9172-4998-40FF-97CD-C7C1153A75B6}" dt="2026-01-27T06:24:20.027" v="9240"/>
          <ac:spMkLst>
            <pc:docMk/>
            <pc:sldMk cId="3205251962" sldId="317"/>
            <ac:spMk id="33" creationId="{8245F973-1F63-6CE8-2193-00238E67F9F6}"/>
          </ac:spMkLst>
        </pc:spChg>
        <pc:spChg chg="add mod">
          <ac:chgData name="Barenya Das" userId="e35ebc08-92ca-4f5c-ac07-71b9cfc27341" providerId="ADAL" clId="{957D9172-4998-40FF-97CD-C7C1153A75B6}" dt="2026-01-27T06:24:20.027" v="9240"/>
          <ac:spMkLst>
            <pc:docMk/>
            <pc:sldMk cId="3205251962" sldId="317"/>
            <ac:spMk id="34" creationId="{DA38331B-80C6-65A9-55D1-CC863DD1E8B6}"/>
          </ac:spMkLst>
        </pc:spChg>
        <pc:spChg chg="add mod">
          <ac:chgData name="Barenya Das" userId="e35ebc08-92ca-4f5c-ac07-71b9cfc27341" providerId="ADAL" clId="{957D9172-4998-40FF-97CD-C7C1153A75B6}" dt="2026-01-27T06:24:20.027" v="9240"/>
          <ac:spMkLst>
            <pc:docMk/>
            <pc:sldMk cId="3205251962" sldId="317"/>
            <ac:spMk id="35" creationId="{DCCF9E18-90AA-6C0A-9BF2-A72C6942D8C3}"/>
          </ac:spMkLst>
        </pc:spChg>
        <pc:spChg chg="add mod">
          <ac:chgData name="Barenya Das" userId="e35ebc08-92ca-4f5c-ac07-71b9cfc27341" providerId="ADAL" clId="{957D9172-4998-40FF-97CD-C7C1153A75B6}" dt="2026-01-27T06:24:20.027" v="9240"/>
          <ac:spMkLst>
            <pc:docMk/>
            <pc:sldMk cId="3205251962" sldId="317"/>
            <ac:spMk id="36" creationId="{FF17B473-BBAF-F81D-40C5-C0EFF2FB25CC}"/>
          </ac:spMkLst>
        </pc:spChg>
        <pc:spChg chg="add mod">
          <ac:chgData name="Barenya Das" userId="e35ebc08-92ca-4f5c-ac07-71b9cfc27341" providerId="ADAL" clId="{957D9172-4998-40FF-97CD-C7C1153A75B6}" dt="2026-01-27T06:24:20.027" v="9240"/>
          <ac:spMkLst>
            <pc:docMk/>
            <pc:sldMk cId="3205251962" sldId="317"/>
            <ac:spMk id="37" creationId="{6A99EDD6-3F5F-59C7-DCC1-AB3BDD7022C0}"/>
          </ac:spMkLst>
        </pc:spChg>
        <pc:spChg chg="add mod">
          <ac:chgData name="Barenya Das" userId="e35ebc08-92ca-4f5c-ac07-71b9cfc27341" providerId="ADAL" clId="{957D9172-4998-40FF-97CD-C7C1153A75B6}" dt="2026-01-27T06:33:30.659" v="9458"/>
          <ac:spMkLst>
            <pc:docMk/>
            <pc:sldMk cId="3205251962" sldId="317"/>
            <ac:spMk id="39" creationId="{F8879D06-0EA2-926D-35BF-B5D0ECF85264}"/>
          </ac:spMkLst>
        </pc:spChg>
        <pc:spChg chg="add mod">
          <ac:chgData name="Barenya Das" userId="e35ebc08-92ca-4f5c-ac07-71b9cfc27341" providerId="ADAL" clId="{957D9172-4998-40FF-97CD-C7C1153A75B6}" dt="2026-01-27T06:44:42.897" v="9500"/>
          <ac:spMkLst>
            <pc:docMk/>
            <pc:sldMk cId="3205251962" sldId="317"/>
            <ac:spMk id="40" creationId="{B9774320-1005-2266-A7B5-0A8FE2797BB6}"/>
          </ac:spMkLst>
        </pc:spChg>
        <pc:spChg chg="add mod">
          <ac:chgData name="Barenya Das" userId="e35ebc08-92ca-4f5c-ac07-71b9cfc27341" providerId="ADAL" clId="{957D9172-4998-40FF-97CD-C7C1153A75B6}" dt="2026-01-27T06:47:19.991" v="9548"/>
          <ac:spMkLst>
            <pc:docMk/>
            <pc:sldMk cId="3205251962" sldId="317"/>
            <ac:spMk id="41" creationId="{22E89228-9304-7FDA-E793-090A4D79EB42}"/>
          </ac:spMkLst>
        </pc:spChg>
        <pc:picChg chg="add mod">
          <ac:chgData name="Barenya Das" userId="e35ebc08-92ca-4f5c-ac07-71b9cfc27341" providerId="ADAL" clId="{957D9172-4998-40FF-97CD-C7C1153A75B6}" dt="2026-01-27T06:24:29.263" v="9241" actId="208"/>
          <ac:picMkLst>
            <pc:docMk/>
            <pc:sldMk cId="3205251962" sldId="317"/>
            <ac:picMk id="29" creationId="{3FC6695F-CB19-9BC5-8135-0AB29006031F}"/>
          </ac:picMkLst>
        </pc:picChg>
        <pc:picChg chg="add mod">
          <ac:chgData name="Barenya Das" userId="e35ebc08-92ca-4f5c-ac07-71b9cfc27341" providerId="ADAL" clId="{957D9172-4998-40FF-97CD-C7C1153A75B6}" dt="2026-01-27T06:24:29.263" v="9241" actId="208"/>
          <ac:picMkLst>
            <pc:docMk/>
            <pc:sldMk cId="3205251962" sldId="317"/>
            <ac:picMk id="30" creationId="{1F4AC3A5-17FB-8936-2FB6-B8B22B946132}"/>
          </ac:picMkLst>
        </pc:picChg>
        <pc:picChg chg="add mod">
          <ac:chgData name="Barenya Das" userId="e35ebc08-92ca-4f5c-ac07-71b9cfc27341" providerId="ADAL" clId="{957D9172-4998-40FF-97CD-C7C1153A75B6}" dt="2026-01-27T06:24:29.263" v="9241" actId="208"/>
          <ac:picMkLst>
            <pc:docMk/>
            <pc:sldMk cId="3205251962" sldId="317"/>
            <ac:picMk id="31" creationId="{AD377069-2162-6930-55BC-993B760FB952}"/>
          </ac:picMkLst>
        </pc:picChg>
        <pc:picChg chg="add mod">
          <ac:chgData name="Barenya Das" userId="e35ebc08-92ca-4f5c-ac07-71b9cfc27341" providerId="ADAL" clId="{957D9172-4998-40FF-97CD-C7C1153A75B6}" dt="2026-01-27T06:24:20.027" v="9240"/>
          <ac:picMkLst>
            <pc:docMk/>
            <pc:sldMk cId="3205251962" sldId="317"/>
            <ac:picMk id="32" creationId="{C43C3F9D-F63A-B5B8-54ED-9B1ACF7C079C}"/>
          </ac:picMkLst>
        </pc:picChg>
        <pc:picChg chg="add mod">
          <ac:chgData name="Barenya Das" userId="e35ebc08-92ca-4f5c-ac07-71b9cfc27341" providerId="ADAL" clId="{957D9172-4998-40FF-97CD-C7C1153A75B6}" dt="2026-01-27T06:24:20.027" v="9240"/>
          <ac:picMkLst>
            <pc:docMk/>
            <pc:sldMk cId="3205251962" sldId="317"/>
            <ac:picMk id="38" creationId="{6B62F423-BE78-394B-DC1F-175E02493FE7}"/>
          </ac:picMkLst>
        </pc:picChg>
        <pc:cxnChg chg="add mod">
          <ac:chgData name="Barenya Das" userId="e35ebc08-92ca-4f5c-ac07-71b9cfc27341" providerId="ADAL" clId="{957D9172-4998-40FF-97CD-C7C1153A75B6}" dt="2026-01-28T09:12:38.191" v="13546"/>
          <ac:cxnSpMkLst>
            <pc:docMk/>
            <pc:sldMk cId="3205251962" sldId="317"/>
            <ac:cxnSpMk id="6" creationId="{F4547F1D-B1AD-BD16-FBE6-0CD7D78731F6}"/>
          </ac:cxnSpMkLst>
        </pc:cxnChg>
        <pc:cxnChg chg="add mod">
          <ac:chgData name="Barenya Das" userId="e35ebc08-92ca-4f5c-ac07-71b9cfc27341" providerId="ADAL" clId="{957D9172-4998-40FF-97CD-C7C1153A75B6}" dt="2026-01-28T09:12:38.191" v="13546"/>
          <ac:cxnSpMkLst>
            <pc:docMk/>
            <pc:sldMk cId="3205251962" sldId="317"/>
            <ac:cxnSpMk id="8" creationId="{16615D49-3B32-AB9A-38D3-2406ACB53078}"/>
          </ac:cxnSpMkLst>
        </pc:cxnChg>
        <pc:cxnChg chg="add mod">
          <ac:chgData name="Barenya Das" userId="e35ebc08-92ca-4f5c-ac07-71b9cfc27341" providerId="ADAL" clId="{957D9172-4998-40FF-97CD-C7C1153A75B6}" dt="2026-01-28T09:12:38.191" v="13546"/>
          <ac:cxnSpMkLst>
            <pc:docMk/>
            <pc:sldMk cId="3205251962" sldId="317"/>
            <ac:cxnSpMk id="9" creationId="{58532171-9B81-76C1-0283-87907DF0C0B7}"/>
          </ac:cxnSpMkLst>
        </pc:cxnChg>
        <pc:cxnChg chg="add mod">
          <ac:chgData name="Barenya Das" userId="e35ebc08-92ca-4f5c-ac07-71b9cfc27341" providerId="ADAL" clId="{957D9172-4998-40FF-97CD-C7C1153A75B6}" dt="2026-01-28T09:12:38.191" v="13546"/>
          <ac:cxnSpMkLst>
            <pc:docMk/>
            <pc:sldMk cId="3205251962" sldId="317"/>
            <ac:cxnSpMk id="10" creationId="{2E111509-7E26-1B18-20CB-AD5FF1DA705E}"/>
          </ac:cxnSpMkLst>
        </pc:cxnChg>
      </pc:sldChg>
      <pc:sldChg chg="addSp delSp modSp add mod modNotesTx">
        <pc:chgData name="Barenya Das" userId="e35ebc08-92ca-4f5c-ac07-71b9cfc27341" providerId="ADAL" clId="{957D9172-4998-40FF-97CD-C7C1153A75B6}" dt="2026-01-29T12:24:57.456" v="13560" actId="20577"/>
        <pc:sldMkLst>
          <pc:docMk/>
          <pc:sldMk cId="1537919281" sldId="318"/>
        </pc:sldMkLst>
        <pc:spChg chg="add mod">
          <ac:chgData name="Barenya Das" userId="e35ebc08-92ca-4f5c-ac07-71b9cfc27341" providerId="ADAL" clId="{957D9172-4998-40FF-97CD-C7C1153A75B6}" dt="2026-01-28T09:12:37.052" v="13545"/>
          <ac:spMkLst>
            <pc:docMk/>
            <pc:sldMk cId="1537919281" sldId="318"/>
            <ac:spMk id="4" creationId="{7B7B7C2A-5EDC-3FC5-90E6-70DAC4645DAC}"/>
          </ac:spMkLst>
        </pc:spChg>
        <pc:spChg chg="add mod">
          <ac:chgData name="Barenya Das" userId="e35ebc08-92ca-4f5c-ac07-71b9cfc27341" providerId="ADAL" clId="{957D9172-4998-40FF-97CD-C7C1153A75B6}" dt="2026-01-28T09:12:37.052" v="13545"/>
          <ac:spMkLst>
            <pc:docMk/>
            <pc:sldMk cId="1537919281" sldId="318"/>
            <ac:spMk id="9" creationId="{9DC5170F-E3C4-65B9-BD84-A4A88D887D80}"/>
          </ac:spMkLst>
        </pc:spChg>
        <pc:spChg chg="add mod">
          <ac:chgData name="Barenya Das" userId="e35ebc08-92ca-4f5c-ac07-71b9cfc27341" providerId="ADAL" clId="{957D9172-4998-40FF-97CD-C7C1153A75B6}" dt="2026-01-28T09:12:37.052" v="13545"/>
          <ac:spMkLst>
            <pc:docMk/>
            <pc:sldMk cId="1537919281" sldId="318"/>
            <ac:spMk id="18" creationId="{1594494D-B894-C8F2-5AAC-6EE87F86DB41}"/>
          </ac:spMkLst>
        </pc:spChg>
        <pc:spChg chg="add mod">
          <ac:chgData name="Barenya Das" userId="e35ebc08-92ca-4f5c-ac07-71b9cfc27341" providerId="ADAL" clId="{957D9172-4998-40FF-97CD-C7C1153A75B6}" dt="2026-01-28T09:12:37.052" v="13545"/>
          <ac:spMkLst>
            <pc:docMk/>
            <pc:sldMk cId="1537919281" sldId="318"/>
            <ac:spMk id="20" creationId="{55CA72BF-B20A-AB4E-896E-B4FFD6899632}"/>
          </ac:spMkLst>
        </pc:spChg>
        <pc:spChg chg="add mod">
          <ac:chgData name="Barenya Das" userId="e35ebc08-92ca-4f5c-ac07-71b9cfc27341" providerId="ADAL" clId="{957D9172-4998-40FF-97CD-C7C1153A75B6}" dt="2026-01-22T17:24:35.501" v="8603"/>
          <ac:spMkLst>
            <pc:docMk/>
            <pc:sldMk cId="1537919281" sldId="318"/>
            <ac:spMk id="29" creationId="{25ED22FC-5A1E-6E13-6E87-32EAF196A5C5}"/>
          </ac:spMkLst>
        </pc:spChg>
        <pc:spChg chg="add mod">
          <ac:chgData name="Barenya Das" userId="e35ebc08-92ca-4f5c-ac07-71b9cfc27341" providerId="ADAL" clId="{957D9172-4998-40FF-97CD-C7C1153A75B6}" dt="2026-01-22T17:33:40.146" v="8760"/>
          <ac:spMkLst>
            <pc:docMk/>
            <pc:sldMk cId="1537919281" sldId="318"/>
            <ac:spMk id="30" creationId="{FF1630A9-B3E6-4177-B39C-ECEE31B27802}"/>
          </ac:spMkLst>
        </pc:spChg>
        <pc:spChg chg="add mod">
          <ac:chgData name="Barenya Das" userId="e35ebc08-92ca-4f5c-ac07-71b9cfc27341" providerId="ADAL" clId="{957D9172-4998-40FF-97CD-C7C1153A75B6}" dt="2026-01-27T06:14:16.614" v="9084"/>
          <ac:spMkLst>
            <pc:docMk/>
            <pc:sldMk cId="1537919281" sldId="318"/>
            <ac:spMk id="47" creationId="{C0C03A0D-F01B-7784-10D6-E2409B386655}"/>
          </ac:spMkLst>
        </pc:spChg>
        <pc:spChg chg="add mod">
          <ac:chgData name="Barenya Das" userId="e35ebc08-92ca-4f5c-ac07-71b9cfc27341" providerId="ADAL" clId="{957D9172-4998-40FF-97CD-C7C1153A75B6}" dt="2026-01-27T06:23:51.938" v="9237"/>
          <ac:spMkLst>
            <pc:docMk/>
            <pc:sldMk cId="1537919281" sldId="318"/>
            <ac:spMk id="53" creationId="{167A1110-2E13-C80D-BAFF-4825FD4AE38E}"/>
          </ac:spMkLst>
        </pc:spChg>
        <pc:spChg chg="add mod">
          <ac:chgData name="Barenya Das" userId="e35ebc08-92ca-4f5c-ac07-71b9cfc27341" providerId="ADAL" clId="{957D9172-4998-40FF-97CD-C7C1153A75B6}" dt="2026-01-27T06:23:51.938" v="9237"/>
          <ac:spMkLst>
            <pc:docMk/>
            <pc:sldMk cId="1537919281" sldId="318"/>
            <ac:spMk id="54" creationId="{E3D8B0DF-9195-5FA0-06B5-2860CD32F179}"/>
          </ac:spMkLst>
        </pc:spChg>
        <pc:spChg chg="add mod">
          <ac:chgData name="Barenya Das" userId="e35ebc08-92ca-4f5c-ac07-71b9cfc27341" providerId="ADAL" clId="{957D9172-4998-40FF-97CD-C7C1153A75B6}" dt="2026-01-27T06:23:51.938" v="9237"/>
          <ac:spMkLst>
            <pc:docMk/>
            <pc:sldMk cId="1537919281" sldId="318"/>
            <ac:spMk id="55" creationId="{EFEFCE56-E1C0-5739-8241-1DE2D5F2E476}"/>
          </ac:spMkLst>
        </pc:spChg>
        <pc:spChg chg="add mod">
          <ac:chgData name="Barenya Das" userId="e35ebc08-92ca-4f5c-ac07-71b9cfc27341" providerId="ADAL" clId="{957D9172-4998-40FF-97CD-C7C1153A75B6}" dt="2026-01-27T06:23:51.938" v="9237"/>
          <ac:spMkLst>
            <pc:docMk/>
            <pc:sldMk cId="1537919281" sldId="318"/>
            <ac:spMk id="56" creationId="{AE4A64D1-F5BA-E305-2C26-EB9D9F8F8106}"/>
          </ac:spMkLst>
        </pc:spChg>
        <pc:spChg chg="add mod">
          <ac:chgData name="Barenya Das" userId="e35ebc08-92ca-4f5c-ac07-71b9cfc27341" providerId="ADAL" clId="{957D9172-4998-40FF-97CD-C7C1153A75B6}" dt="2026-01-27T06:23:51.938" v="9237"/>
          <ac:spMkLst>
            <pc:docMk/>
            <pc:sldMk cId="1537919281" sldId="318"/>
            <ac:spMk id="57" creationId="{3788FFC0-8DC9-6E4B-0FF9-02C3131E7123}"/>
          </ac:spMkLst>
        </pc:spChg>
        <pc:spChg chg="add mod">
          <ac:chgData name="Barenya Das" userId="e35ebc08-92ca-4f5c-ac07-71b9cfc27341" providerId="ADAL" clId="{957D9172-4998-40FF-97CD-C7C1153A75B6}" dt="2026-01-27T06:44:44.185" v="9501"/>
          <ac:spMkLst>
            <pc:docMk/>
            <pc:sldMk cId="1537919281" sldId="318"/>
            <ac:spMk id="59" creationId="{5A8B5CEA-64AF-D225-A8F1-3EF908E45C63}"/>
          </ac:spMkLst>
        </pc:spChg>
        <pc:spChg chg="add mod">
          <ac:chgData name="Barenya Das" userId="e35ebc08-92ca-4f5c-ac07-71b9cfc27341" providerId="ADAL" clId="{957D9172-4998-40FF-97CD-C7C1153A75B6}" dt="2026-01-27T06:47:14.259" v="9546"/>
          <ac:spMkLst>
            <pc:docMk/>
            <pc:sldMk cId="1537919281" sldId="318"/>
            <ac:spMk id="60" creationId="{8100D9EF-2DBD-00C8-DFB5-A31FC800EDF8}"/>
          </ac:spMkLst>
        </pc:spChg>
        <pc:spChg chg="add mod">
          <ac:chgData name="Barenya Das" userId="e35ebc08-92ca-4f5c-ac07-71b9cfc27341" providerId="ADAL" clId="{957D9172-4998-40FF-97CD-C7C1153A75B6}" dt="2026-01-27T06:47:14.259" v="9546"/>
          <ac:spMkLst>
            <pc:docMk/>
            <pc:sldMk cId="1537919281" sldId="318"/>
            <ac:spMk id="61" creationId="{271905E8-9E79-12E8-118D-9A5307B96651}"/>
          </ac:spMkLst>
        </pc:spChg>
        <pc:spChg chg="add mod">
          <ac:chgData name="Barenya Das" userId="e35ebc08-92ca-4f5c-ac07-71b9cfc27341" providerId="ADAL" clId="{957D9172-4998-40FF-97CD-C7C1153A75B6}" dt="2026-01-29T12:24:57.456" v="13560" actId="20577"/>
          <ac:spMkLst>
            <pc:docMk/>
            <pc:sldMk cId="1537919281" sldId="318"/>
            <ac:spMk id="62" creationId="{E228847C-A2ED-A871-E9E2-9B8DE8B5286E}"/>
          </ac:spMkLst>
        </pc:spChg>
        <pc:spChg chg="add mod">
          <ac:chgData name="Barenya Das" userId="e35ebc08-92ca-4f5c-ac07-71b9cfc27341" providerId="ADAL" clId="{957D9172-4998-40FF-97CD-C7C1153A75B6}" dt="2026-01-27T06:47:14.259" v="9546"/>
          <ac:spMkLst>
            <pc:docMk/>
            <pc:sldMk cId="1537919281" sldId="318"/>
            <ac:spMk id="63" creationId="{1C90A388-2ECA-1C9F-00F7-8218B8E0BD27}"/>
          </ac:spMkLst>
        </pc:spChg>
        <pc:picChg chg="add mod">
          <ac:chgData name="Barenya Das" userId="e35ebc08-92ca-4f5c-ac07-71b9cfc27341" providerId="ADAL" clId="{957D9172-4998-40FF-97CD-C7C1153A75B6}" dt="2026-01-27T06:23:51.938" v="9237"/>
          <ac:picMkLst>
            <pc:docMk/>
            <pc:sldMk cId="1537919281" sldId="318"/>
            <ac:picMk id="49" creationId="{5EBF0E64-0B40-8F22-3DE3-E9CC22F3692C}"/>
          </ac:picMkLst>
        </pc:picChg>
        <pc:picChg chg="add mod">
          <ac:chgData name="Barenya Das" userId="e35ebc08-92ca-4f5c-ac07-71b9cfc27341" providerId="ADAL" clId="{957D9172-4998-40FF-97CD-C7C1153A75B6}" dt="2026-01-27T06:23:51.938" v="9237"/>
          <ac:picMkLst>
            <pc:docMk/>
            <pc:sldMk cId="1537919281" sldId="318"/>
            <ac:picMk id="50" creationId="{8C304BD3-4063-4D9D-7145-C30CEB912BA4}"/>
          </ac:picMkLst>
        </pc:picChg>
        <pc:picChg chg="add mod">
          <ac:chgData name="Barenya Das" userId="e35ebc08-92ca-4f5c-ac07-71b9cfc27341" providerId="ADAL" clId="{957D9172-4998-40FF-97CD-C7C1153A75B6}" dt="2026-01-27T06:23:51.938" v="9237"/>
          <ac:picMkLst>
            <pc:docMk/>
            <pc:sldMk cId="1537919281" sldId="318"/>
            <ac:picMk id="51" creationId="{4DD08F92-2E88-6615-F0F8-F87B075FA39A}"/>
          </ac:picMkLst>
        </pc:picChg>
        <pc:picChg chg="add mod">
          <ac:chgData name="Barenya Das" userId="e35ebc08-92ca-4f5c-ac07-71b9cfc27341" providerId="ADAL" clId="{957D9172-4998-40FF-97CD-C7C1153A75B6}" dt="2026-01-27T06:23:51.938" v="9237"/>
          <ac:picMkLst>
            <pc:docMk/>
            <pc:sldMk cId="1537919281" sldId="318"/>
            <ac:picMk id="52" creationId="{B03A2176-9936-0FB4-7B4E-0CF74993C894}"/>
          </ac:picMkLst>
        </pc:picChg>
        <pc:picChg chg="add mod">
          <ac:chgData name="Barenya Das" userId="e35ebc08-92ca-4f5c-ac07-71b9cfc27341" providerId="ADAL" clId="{957D9172-4998-40FF-97CD-C7C1153A75B6}" dt="2026-01-27T06:23:51.938" v="9237"/>
          <ac:picMkLst>
            <pc:docMk/>
            <pc:sldMk cId="1537919281" sldId="318"/>
            <ac:picMk id="58" creationId="{A7AE54F8-58F3-D5AC-FCB2-FDD19013CFC2}"/>
          </ac:picMkLst>
        </pc:picChg>
        <pc:inkChg chg="add mod">
          <ac:chgData name="Barenya Das" userId="e35ebc08-92ca-4f5c-ac07-71b9cfc27341" providerId="ADAL" clId="{957D9172-4998-40FF-97CD-C7C1153A75B6}" dt="2026-01-22T16:15:40.160" v="7559" actId="1076"/>
          <ac:inkMkLst>
            <pc:docMk/>
            <pc:sldMk cId="1537919281" sldId="318"/>
            <ac:inkMk id="5" creationId="{AAB31F35-E6EF-27BC-6EFA-23FE4122EF9D}"/>
          </ac:inkMkLst>
        </pc:inkChg>
        <pc:inkChg chg="add mod">
          <ac:chgData name="Barenya Das" userId="e35ebc08-92ca-4f5c-ac07-71b9cfc27341" providerId="ADAL" clId="{957D9172-4998-40FF-97CD-C7C1153A75B6}" dt="2026-01-22T16:15:40.160" v="7559" actId="1076"/>
          <ac:inkMkLst>
            <pc:docMk/>
            <pc:sldMk cId="1537919281" sldId="318"/>
            <ac:inkMk id="6" creationId="{0C5E0F15-FB7B-1890-806A-C7D0FA2EFFD4}"/>
          </ac:inkMkLst>
        </pc:inkChg>
        <pc:inkChg chg="add mod">
          <ac:chgData name="Barenya Das" userId="e35ebc08-92ca-4f5c-ac07-71b9cfc27341" providerId="ADAL" clId="{957D9172-4998-40FF-97CD-C7C1153A75B6}" dt="2026-01-22T16:15:44.790" v="7561" actId="1076"/>
          <ac:inkMkLst>
            <pc:docMk/>
            <pc:sldMk cId="1537919281" sldId="318"/>
            <ac:inkMk id="8" creationId="{1F4A8096-B93D-B693-6375-407CFC7AF458}"/>
          </ac:inkMkLst>
        </pc:inkChg>
        <pc:inkChg chg="add mod">
          <ac:chgData name="Barenya Das" userId="e35ebc08-92ca-4f5c-ac07-71b9cfc27341" providerId="ADAL" clId="{957D9172-4998-40FF-97CD-C7C1153A75B6}" dt="2026-01-22T16:15:44.790" v="7561" actId="1076"/>
          <ac:inkMkLst>
            <pc:docMk/>
            <pc:sldMk cId="1537919281" sldId="318"/>
            <ac:inkMk id="10" creationId="{AF22A9E1-516A-D2D9-7270-F551329D1585}"/>
          </ac:inkMkLst>
        </pc:inkChg>
        <pc:inkChg chg="add mod">
          <ac:chgData name="Barenya Das" userId="e35ebc08-92ca-4f5c-ac07-71b9cfc27341" providerId="ADAL" clId="{957D9172-4998-40FF-97CD-C7C1153A75B6}" dt="2026-01-22T16:15:55.758" v="7563" actId="1076"/>
          <ac:inkMkLst>
            <pc:docMk/>
            <pc:sldMk cId="1537919281" sldId="318"/>
            <ac:inkMk id="12" creationId="{A4F25A68-B227-F351-D80E-AEA5770B8813}"/>
          </ac:inkMkLst>
        </pc:inkChg>
        <pc:inkChg chg="add mod">
          <ac:chgData name="Barenya Das" userId="e35ebc08-92ca-4f5c-ac07-71b9cfc27341" providerId="ADAL" clId="{957D9172-4998-40FF-97CD-C7C1153A75B6}" dt="2026-01-22T16:15:55.758" v="7563" actId="1076"/>
          <ac:inkMkLst>
            <pc:docMk/>
            <pc:sldMk cId="1537919281" sldId="318"/>
            <ac:inkMk id="14" creationId="{221D4C62-626A-F01E-3659-5270BA724E95}"/>
          </ac:inkMkLst>
        </pc:inkChg>
        <pc:cxnChg chg="add mod">
          <ac:chgData name="Barenya Das" userId="e35ebc08-92ca-4f5c-ac07-71b9cfc27341" providerId="ADAL" clId="{957D9172-4998-40FF-97CD-C7C1153A75B6}" dt="2026-01-28T09:12:37.052" v="13545"/>
          <ac:cxnSpMkLst>
            <pc:docMk/>
            <pc:sldMk cId="1537919281" sldId="318"/>
            <ac:cxnSpMk id="11" creationId="{DC94FEAC-0EAF-882E-1304-36ADADB6661B}"/>
          </ac:cxnSpMkLst>
        </pc:cxnChg>
        <pc:cxnChg chg="add mod">
          <ac:chgData name="Barenya Das" userId="e35ebc08-92ca-4f5c-ac07-71b9cfc27341" providerId="ADAL" clId="{957D9172-4998-40FF-97CD-C7C1153A75B6}" dt="2026-01-28T09:12:37.052" v="13545"/>
          <ac:cxnSpMkLst>
            <pc:docMk/>
            <pc:sldMk cId="1537919281" sldId="318"/>
            <ac:cxnSpMk id="13" creationId="{B944D094-FF14-FB4C-6897-396DD4EE157C}"/>
          </ac:cxnSpMkLst>
        </pc:cxnChg>
        <pc:cxnChg chg="add mod">
          <ac:chgData name="Barenya Das" userId="e35ebc08-92ca-4f5c-ac07-71b9cfc27341" providerId="ADAL" clId="{957D9172-4998-40FF-97CD-C7C1153A75B6}" dt="2026-01-28T09:12:37.052" v="13545"/>
          <ac:cxnSpMkLst>
            <pc:docMk/>
            <pc:sldMk cId="1537919281" sldId="318"/>
            <ac:cxnSpMk id="15" creationId="{D1A9F4DC-6707-03E3-C641-949F119D870C}"/>
          </ac:cxnSpMkLst>
        </pc:cxnChg>
        <pc:cxnChg chg="add mod">
          <ac:chgData name="Barenya Das" userId="e35ebc08-92ca-4f5c-ac07-71b9cfc27341" providerId="ADAL" clId="{957D9172-4998-40FF-97CD-C7C1153A75B6}" dt="2026-01-28T09:12:37.052" v="13545"/>
          <ac:cxnSpMkLst>
            <pc:docMk/>
            <pc:sldMk cId="1537919281" sldId="318"/>
            <ac:cxnSpMk id="17" creationId="{51E6306A-1081-5645-65DB-6961F79F2C5F}"/>
          </ac:cxnSpMkLst>
        </pc:cxnChg>
      </pc:sldChg>
      <pc:sldChg chg="addSp delSp modSp add mod modNotesTx">
        <pc:chgData name="Barenya Das" userId="e35ebc08-92ca-4f5c-ac07-71b9cfc27341" providerId="ADAL" clId="{957D9172-4998-40FF-97CD-C7C1153A75B6}" dt="2026-01-29T12:25:01.038" v="13561" actId="20577"/>
        <pc:sldMkLst>
          <pc:docMk/>
          <pc:sldMk cId="3959129908" sldId="319"/>
        </pc:sldMkLst>
        <pc:spChg chg="add mod">
          <ac:chgData name="Barenya Das" userId="e35ebc08-92ca-4f5c-ac07-71b9cfc27341" providerId="ADAL" clId="{957D9172-4998-40FF-97CD-C7C1153A75B6}" dt="2026-01-28T09:12:34.615" v="13544"/>
          <ac:spMkLst>
            <pc:docMk/>
            <pc:sldMk cId="3959129908" sldId="319"/>
            <ac:spMk id="4" creationId="{9B59D3F9-C690-3651-EE2E-5ECEF5E60837}"/>
          </ac:spMkLst>
        </pc:spChg>
        <pc:spChg chg="add mod">
          <ac:chgData name="Barenya Das" userId="e35ebc08-92ca-4f5c-ac07-71b9cfc27341" providerId="ADAL" clId="{957D9172-4998-40FF-97CD-C7C1153A75B6}" dt="2026-01-28T09:12:34.615" v="13544"/>
          <ac:spMkLst>
            <pc:docMk/>
            <pc:sldMk cId="3959129908" sldId="319"/>
            <ac:spMk id="9" creationId="{07E3F6E5-5465-868D-579E-2B5CF49D3E3F}"/>
          </ac:spMkLst>
        </pc:spChg>
        <pc:spChg chg="add mod">
          <ac:chgData name="Barenya Das" userId="e35ebc08-92ca-4f5c-ac07-71b9cfc27341" providerId="ADAL" clId="{957D9172-4998-40FF-97CD-C7C1153A75B6}" dt="2026-01-28T09:12:34.615" v="13544"/>
          <ac:spMkLst>
            <pc:docMk/>
            <pc:sldMk cId="3959129908" sldId="319"/>
            <ac:spMk id="18" creationId="{97B34A15-DAC7-032D-ACD4-D3517934F427}"/>
          </ac:spMkLst>
        </pc:spChg>
        <pc:spChg chg="add mod">
          <ac:chgData name="Barenya Das" userId="e35ebc08-92ca-4f5c-ac07-71b9cfc27341" providerId="ADAL" clId="{957D9172-4998-40FF-97CD-C7C1153A75B6}" dt="2026-01-28T09:12:34.615" v="13544"/>
          <ac:spMkLst>
            <pc:docMk/>
            <pc:sldMk cId="3959129908" sldId="319"/>
            <ac:spMk id="20" creationId="{15B763DD-7CEC-0239-7E40-40961761C2E5}"/>
          </ac:spMkLst>
        </pc:spChg>
        <pc:spChg chg="add mod">
          <ac:chgData name="Barenya Das" userId="e35ebc08-92ca-4f5c-ac07-71b9cfc27341" providerId="ADAL" clId="{957D9172-4998-40FF-97CD-C7C1153A75B6}" dt="2026-01-22T17:35:53.204" v="8775" actId="1036"/>
          <ac:spMkLst>
            <pc:docMk/>
            <pc:sldMk cId="3959129908" sldId="319"/>
            <ac:spMk id="21" creationId="{9DDD1AE2-198C-DD5E-3F6C-449AA5F072C7}"/>
          </ac:spMkLst>
        </pc:spChg>
        <pc:spChg chg="add mod">
          <ac:chgData name="Barenya Das" userId="e35ebc08-92ca-4f5c-ac07-71b9cfc27341" providerId="ADAL" clId="{957D9172-4998-40FF-97CD-C7C1153A75B6}" dt="2026-01-22T17:35:46.152" v="8768" actId="1076"/>
          <ac:spMkLst>
            <pc:docMk/>
            <pc:sldMk cId="3959129908" sldId="319"/>
            <ac:spMk id="24" creationId="{6A8D3E3B-4CCE-34B3-F656-BE1A527459AB}"/>
          </ac:spMkLst>
        </pc:spChg>
        <pc:spChg chg="add mod">
          <ac:chgData name="Barenya Das" userId="e35ebc08-92ca-4f5c-ac07-71b9cfc27341" providerId="ADAL" clId="{957D9172-4998-40FF-97CD-C7C1153A75B6}" dt="2026-01-28T08:13:13.385" v="11430" actId="14100"/>
          <ac:spMkLst>
            <pc:docMk/>
            <pc:sldMk cId="3959129908" sldId="319"/>
            <ac:spMk id="25" creationId="{A0FA8F56-D03F-63FE-967C-0A9904CE50B0}"/>
          </ac:spMkLst>
        </pc:spChg>
        <pc:spChg chg="add mod">
          <ac:chgData name="Barenya Das" userId="e35ebc08-92ca-4f5c-ac07-71b9cfc27341" providerId="ADAL" clId="{957D9172-4998-40FF-97CD-C7C1153A75B6}" dt="2026-01-22T17:24:11.845" v="8591"/>
          <ac:spMkLst>
            <pc:docMk/>
            <pc:sldMk cId="3959129908" sldId="319"/>
            <ac:spMk id="31" creationId="{5FED6611-DE64-A6E9-49F1-0A0C8E727AD2}"/>
          </ac:spMkLst>
        </pc:spChg>
        <pc:spChg chg="add mod">
          <ac:chgData name="Barenya Das" userId="e35ebc08-92ca-4f5c-ac07-71b9cfc27341" providerId="ADAL" clId="{957D9172-4998-40FF-97CD-C7C1153A75B6}" dt="2026-01-22T17:33:44.158" v="8762"/>
          <ac:spMkLst>
            <pc:docMk/>
            <pc:sldMk cId="3959129908" sldId="319"/>
            <ac:spMk id="32" creationId="{021A04A7-CADE-F0B5-1826-98289EEF1890}"/>
          </ac:spMkLst>
        </pc:spChg>
        <pc:spChg chg="add mod">
          <ac:chgData name="Barenya Das" userId="e35ebc08-92ca-4f5c-ac07-71b9cfc27341" providerId="ADAL" clId="{957D9172-4998-40FF-97CD-C7C1153A75B6}" dt="2026-01-27T06:14:25.449" v="9086"/>
          <ac:spMkLst>
            <pc:docMk/>
            <pc:sldMk cId="3959129908" sldId="319"/>
            <ac:spMk id="39" creationId="{0FB33B43-C4F6-06AA-78A6-C5618D67CFD7}"/>
          </ac:spMkLst>
        </pc:spChg>
        <pc:spChg chg="add mod">
          <ac:chgData name="Barenya Das" userId="e35ebc08-92ca-4f5c-ac07-71b9cfc27341" providerId="ADAL" clId="{957D9172-4998-40FF-97CD-C7C1153A75B6}" dt="2026-01-27T06:23:40.263" v="9235"/>
          <ac:spMkLst>
            <pc:docMk/>
            <pc:sldMk cId="3959129908" sldId="319"/>
            <ac:spMk id="44" creationId="{F94AA027-E93B-A382-748F-948E499B9AAF}"/>
          </ac:spMkLst>
        </pc:spChg>
        <pc:spChg chg="add mod">
          <ac:chgData name="Barenya Das" userId="e35ebc08-92ca-4f5c-ac07-71b9cfc27341" providerId="ADAL" clId="{957D9172-4998-40FF-97CD-C7C1153A75B6}" dt="2026-01-27T06:23:40.263" v="9235"/>
          <ac:spMkLst>
            <pc:docMk/>
            <pc:sldMk cId="3959129908" sldId="319"/>
            <ac:spMk id="45" creationId="{230CA8E0-448F-F7D7-23FD-7B178AAD738F}"/>
          </ac:spMkLst>
        </pc:spChg>
        <pc:spChg chg="add mod">
          <ac:chgData name="Barenya Das" userId="e35ebc08-92ca-4f5c-ac07-71b9cfc27341" providerId="ADAL" clId="{957D9172-4998-40FF-97CD-C7C1153A75B6}" dt="2026-01-27T06:23:40.263" v="9235"/>
          <ac:spMkLst>
            <pc:docMk/>
            <pc:sldMk cId="3959129908" sldId="319"/>
            <ac:spMk id="46" creationId="{46A0EB4F-A0F0-D5F5-7A05-1272878B50E2}"/>
          </ac:spMkLst>
        </pc:spChg>
        <pc:spChg chg="add mod">
          <ac:chgData name="Barenya Das" userId="e35ebc08-92ca-4f5c-ac07-71b9cfc27341" providerId="ADAL" clId="{957D9172-4998-40FF-97CD-C7C1153A75B6}" dt="2026-01-27T06:23:40.263" v="9235"/>
          <ac:spMkLst>
            <pc:docMk/>
            <pc:sldMk cId="3959129908" sldId="319"/>
            <ac:spMk id="47" creationId="{DE32C7D9-59EF-7532-8FC8-04AF228B2A2B}"/>
          </ac:spMkLst>
        </pc:spChg>
        <pc:spChg chg="add mod">
          <ac:chgData name="Barenya Das" userId="e35ebc08-92ca-4f5c-ac07-71b9cfc27341" providerId="ADAL" clId="{957D9172-4998-40FF-97CD-C7C1153A75B6}" dt="2026-01-27T06:23:40.263" v="9235"/>
          <ac:spMkLst>
            <pc:docMk/>
            <pc:sldMk cId="3959129908" sldId="319"/>
            <ac:spMk id="48" creationId="{DFBF6BF6-B3CA-08B5-CE66-D4CB7A72025B}"/>
          </ac:spMkLst>
        </pc:spChg>
        <pc:spChg chg="add mod">
          <ac:chgData name="Barenya Das" userId="e35ebc08-92ca-4f5c-ac07-71b9cfc27341" providerId="ADAL" clId="{957D9172-4998-40FF-97CD-C7C1153A75B6}" dt="2026-01-27T06:44:19.043" v="9487" actId="1076"/>
          <ac:spMkLst>
            <pc:docMk/>
            <pc:sldMk cId="3959129908" sldId="319"/>
            <ac:spMk id="50" creationId="{8AF0126E-98C4-8C76-6567-46A43E47318A}"/>
          </ac:spMkLst>
        </pc:spChg>
        <pc:spChg chg="add mod">
          <ac:chgData name="Barenya Das" userId="e35ebc08-92ca-4f5c-ac07-71b9cfc27341" providerId="ADAL" clId="{957D9172-4998-40FF-97CD-C7C1153A75B6}" dt="2026-01-27T06:47:06.042" v="9544"/>
          <ac:spMkLst>
            <pc:docMk/>
            <pc:sldMk cId="3959129908" sldId="319"/>
            <ac:spMk id="51" creationId="{7FD73C02-8D8D-CD9A-8641-961ED138A24C}"/>
          </ac:spMkLst>
        </pc:spChg>
        <pc:spChg chg="add mod">
          <ac:chgData name="Barenya Das" userId="e35ebc08-92ca-4f5c-ac07-71b9cfc27341" providerId="ADAL" clId="{957D9172-4998-40FF-97CD-C7C1153A75B6}" dt="2026-01-27T06:47:06.042" v="9544"/>
          <ac:spMkLst>
            <pc:docMk/>
            <pc:sldMk cId="3959129908" sldId="319"/>
            <ac:spMk id="52" creationId="{DE656229-9A2F-DEC7-C79F-BA54504E651A}"/>
          </ac:spMkLst>
        </pc:spChg>
        <pc:spChg chg="add mod">
          <ac:chgData name="Barenya Das" userId="e35ebc08-92ca-4f5c-ac07-71b9cfc27341" providerId="ADAL" clId="{957D9172-4998-40FF-97CD-C7C1153A75B6}" dt="2026-01-29T12:25:01.038" v="13561" actId="20577"/>
          <ac:spMkLst>
            <pc:docMk/>
            <pc:sldMk cId="3959129908" sldId="319"/>
            <ac:spMk id="53" creationId="{D9E4ED69-282E-3AED-E303-D5805B5BFBF7}"/>
          </ac:spMkLst>
        </pc:spChg>
        <pc:spChg chg="add mod">
          <ac:chgData name="Barenya Das" userId="e35ebc08-92ca-4f5c-ac07-71b9cfc27341" providerId="ADAL" clId="{957D9172-4998-40FF-97CD-C7C1153A75B6}" dt="2026-01-27T06:47:06.042" v="9544"/>
          <ac:spMkLst>
            <pc:docMk/>
            <pc:sldMk cId="3959129908" sldId="319"/>
            <ac:spMk id="54" creationId="{2B9D0C21-CF17-B44C-9DFD-50F2B81BED55}"/>
          </ac:spMkLst>
        </pc:spChg>
        <pc:picChg chg="add mod">
          <ac:chgData name="Barenya Das" userId="e35ebc08-92ca-4f5c-ac07-71b9cfc27341" providerId="ADAL" clId="{957D9172-4998-40FF-97CD-C7C1153A75B6}" dt="2026-01-27T06:23:40.263" v="9235"/>
          <ac:picMkLst>
            <pc:docMk/>
            <pc:sldMk cId="3959129908" sldId="319"/>
            <ac:picMk id="40" creationId="{DC96F982-545F-BD55-4C71-B1D325F72C3F}"/>
          </ac:picMkLst>
        </pc:picChg>
        <pc:picChg chg="add mod">
          <ac:chgData name="Barenya Das" userId="e35ebc08-92ca-4f5c-ac07-71b9cfc27341" providerId="ADAL" clId="{957D9172-4998-40FF-97CD-C7C1153A75B6}" dt="2026-01-27T06:23:40.263" v="9235"/>
          <ac:picMkLst>
            <pc:docMk/>
            <pc:sldMk cId="3959129908" sldId="319"/>
            <ac:picMk id="41" creationId="{33B1E98B-C6DD-5A11-E002-078C3384340C}"/>
          </ac:picMkLst>
        </pc:picChg>
        <pc:picChg chg="add mod">
          <ac:chgData name="Barenya Das" userId="e35ebc08-92ca-4f5c-ac07-71b9cfc27341" providerId="ADAL" clId="{957D9172-4998-40FF-97CD-C7C1153A75B6}" dt="2026-01-27T06:23:40.263" v="9235"/>
          <ac:picMkLst>
            <pc:docMk/>
            <pc:sldMk cId="3959129908" sldId="319"/>
            <ac:picMk id="42" creationId="{210D07D9-E056-52D1-48D5-ABE565A935C0}"/>
          </ac:picMkLst>
        </pc:picChg>
        <pc:picChg chg="add mod">
          <ac:chgData name="Barenya Das" userId="e35ebc08-92ca-4f5c-ac07-71b9cfc27341" providerId="ADAL" clId="{957D9172-4998-40FF-97CD-C7C1153A75B6}" dt="2026-01-27T06:23:40.263" v="9235"/>
          <ac:picMkLst>
            <pc:docMk/>
            <pc:sldMk cId="3959129908" sldId="319"/>
            <ac:picMk id="43" creationId="{055F9485-C470-E7DB-54CD-DB9B53847938}"/>
          </ac:picMkLst>
        </pc:picChg>
        <pc:picChg chg="add mod">
          <ac:chgData name="Barenya Das" userId="e35ebc08-92ca-4f5c-ac07-71b9cfc27341" providerId="ADAL" clId="{957D9172-4998-40FF-97CD-C7C1153A75B6}" dt="2026-01-27T06:23:40.263" v="9235"/>
          <ac:picMkLst>
            <pc:docMk/>
            <pc:sldMk cId="3959129908" sldId="319"/>
            <ac:picMk id="49" creationId="{1DC23F3C-5169-F2D9-0C61-642A9E0A8350}"/>
          </ac:picMkLst>
        </pc:picChg>
        <pc:cxnChg chg="add mod">
          <ac:chgData name="Barenya Das" userId="e35ebc08-92ca-4f5c-ac07-71b9cfc27341" providerId="ADAL" clId="{957D9172-4998-40FF-97CD-C7C1153A75B6}" dt="2026-01-28T09:12:34.615" v="13544"/>
          <ac:cxnSpMkLst>
            <pc:docMk/>
            <pc:sldMk cId="3959129908" sldId="319"/>
            <ac:cxnSpMk id="11" creationId="{DB206CB1-0BE3-848C-7F9F-EADE92B807E7}"/>
          </ac:cxnSpMkLst>
        </pc:cxnChg>
        <pc:cxnChg chg="add mod">
          <ac:chgData name="Barenya Das" userId="e35ebc08-92ca-4f5c-ac07-71b9cfc27341" providerId="ADAL" clId="{957D9172-4998-40FF-97CD-C7C1153A75B6}" dt="2026-01-28T09:12:34.615" v="13544"/>
          <ac:cxnSpMkLst>
            <pc:docMk/>
            <pc:sldMk cId="3959129908" sldId="319"/>
            <ac:cxnSpMk id="13" creationId="{9F962E19-B01D-E069-B91F-048A6B1D7400}"/>
          </ac:cxnSpMkLst>
        </pc:cxnChg>
        <pc:cxnChg chg="add mod">
          <ac:chgData name="Barenya Das" userId="e35ebc08-92ca-4f5c-ac07-71b9cfc27341" providerId="ADAL" clId="{957D9172-4998-40FF-97CD-C7C1153A75B6}" dt="2026-01-28T09:12:34.615" v="13544"/>
          <ac:cxnSpMkLst>
            <pc:docMk/>
            <pc:sldMk cId="3959129908" sldId="319"/>
            <ac:cxnSpMk id="15" creationId="{0B7C1274-C34D-9DE0-3113-1A4DBE2F4AAD}"/>
          </ac:cxnSpMkLst>
        </pc:cxnChg>
        <pc:cxnChg chg="add mod">
          <ac:chgData name="Barenya Das" userId="e35ebc08-92ca-4f5c-ac07-71b9cfc27341" providerId="ADAL" clId="{957D9172-4998-40FF-97CD-C7C1153A75B6}" dt="2026-01-28T09:12:34.615" v="13544"/>
          <ac:cxnSpMkLst>
            <pc:docMk/>
            <pc:sldMk cId="3959129908" sldId="319"/>
            <ac:cxnSpMk id="17" creationId="{C82F60A1-BD36-BCFA-EA1C-D1C12ED38342}"/>
          </ac:cxnSpMkLst>
        </pc:cxnChg>
      </pc:sldChg>
      <pc:sldChg chg="addSp delSp modSp add mod modNotesTx">
        <pc:chgData name="Barenya Das" userId="e35ebc08-92ca-4f5c-ac07-71b9cfc27341" providerId="ADAL" clId="{957D9172-4998-40FF-97CD-C7C1153A75B6}" dt="2026-01-29T12:25:04.379" v="13562" actId="20577"/>
        <pc:sldMkLst>
          <pc:docMk/>
          <pc:sldMk cId="1579063933" sldId="320"/>
        </pc:sldMkLst>
        <pc:spChg chg="add mod">
          <ac:chgData name="Barenya Das" userId="e35ebc08-92ca-4f5c-ac07-71b9cfc27341" providerId="ADAL" clId="{957D9172-4998-40FF-97CD-C7C1153A75B6}" dt="2026-01-28T09:12:33.418" v="13543"/>
          <ac:spMkLst>
            <pc:docMk/>
            <pc:sldMk cId="1579063933" sldId="320"/>
            <ac:spMk id="4" creationId="{99C1E13A-A18F-98F3-72E9-15731463E5F7}"/>
          </ac:spMkLst>
        </pc:spChg>
        <pc:spChg chg="add mod">
          <ac:chgData name="Barenya Das" userId="e35ebc08-92ca-4f5c-ac07-71b9cfc27341" providerId="ADAL" clId="{957D9172-4998-40FF-97CD-C7C1153A75B6}" dt="2026-01-28T09:12:33.418" v="13543"/>
          <ac:spMkLst>
            <pc:docMk/>
            <pc:sldMk cId="1579063933" sldId="320"/>
            <ac:spMk id="9" creationId="{18017800-1C72-9C5E-D9A9-7BFFA9DB1631}"/>
          </ac:spMkLst>
        </pc:spChg>
        <pc:spChg chg="add mod">
          <ac:chgData name="Barenya Das" userId="e35ebc08-92ca-4f5c-ac07-71b9cfc27341" providerId="ADAL" clId="{957D9172-4998-40FF-97CD-C7C1153A75B6}" dt="2026-01-28T09:12:33.418" v="13543"/>
          <ac:spMkLst>
            <pc:docMk/>
            <pc:sldMk cId="1579063933" sldId="320"/>
            <ac:spMk id="18" creationId="{DD4ABF6B-95A6-9C0C-2BBB-B8DD2E49B049}"/>
          </ac:spMkLst>
        </pc:spChg>
        <pc:spChg chg="add mod">
          <ac:chgData name="Barenya Das" userId="e35ebc08-92ca-4f5c-ac07-71b9cfc27341" providerId="ADAL" clId="{957D9172-4998-40FF-97CD-C7C1153A75B6}" dt="2026-01-28T09:12:33.418" v="13543"/>
          <ac:spMkLst>
            <pc:docMk/>
            <pc:sldMk cId="1579063933" sldId="320"/>
            <ac:spMk id="20" creationId="{6FA9286F-B14A-5949-2093-597F4D71CDC1}"/>
          </ac:spMkLst>
        </pc:spChg>
        <pc:spChg chg="add mod">
          <ac:chgData name="Barenya Das" userId="e35ebc08-92ca-4f5c-ac07-71b9cfc27341" providerId="ADAL" clId="{957D9172-4998-40FF-97CD-C7C1153A75B6}" dt="2026-01-22T16:28:23.575" v="7701" actId="1076"/>
          <ac:spMkLst>
            <pc:docMk/>
            <pc:sldMk cId="1579063933" sldId="320"/>
            <ac:spMk id="26" creationId="{D44F7AAB-6E90-3CF1-86F4-07619FF65478}"/>
          </ac:spMkLst>
        </pc:spChg>
        <pc:spChg chg="add mod">
          <ac:chgData name="Barenya Das" userId="e35ebc08-92ca-4f5c-ac07-71b9cfc27341" providerId="ADAL" clId="{957D9172-4998-40FF-97CD-C7C1153A75B6}" dt="2026-01-22T16:28:35.130" v="7738" actId="1076"/>
          <ac:spMkLst>
            <pc:docMk/>
            <pc:sldMk cId="1579063933" sldId="320"/>
            <ac:spMk id="27" creationId="{F2991E97-7697-BB2A-829E-B2580547E159}"/>
          </ac:spMkLst>
        </pc:spChg>
        <pc:spChg chg="add mod">
          <ac:chgData name="Barenya Das" userId="e35ebc08-92ca-4f5c-ac07-71b9cfc27341" providerId="ADAL" clId="{957D9172-4998-40FF-97CD-C7C1153A75B6}" dt="2026-01-22T16:28:41.930" v="7740" actId="1076"/>
          <ac:spMkLst>
            <pc:docMk/>
            <pc:sldMk cId="1579063933" sldId="320"/>
            <ac:spMk id="28" creationId="{66EFC917-E6DC-70EC-59F8-1F842CAE7E64}"/>
          </ac:spMkLst>
        </pc:spChg>
        <pc:spChg chg="add mod">
          <ac:chgData name="Barenya Das" userId="e35ebc08-92ca-4f5c-ac07-71b9cfc27341" providerId="ADAL" clId="{957D9172-4998-40FF-97CD-C7C1153A75B6}" dt="2026-01-22T16:28:41.930" v="7740" actId="1076"/>
          <ac:spMkLst>
            <pc:docMk/>
            <pc:sldMk cId="1579063933" sldId="320"/>
            <ac:spMk id="29" creationId="{3C676C51-445A-402A-7263-C779B5E6BCDA}"/>
          </ac:spMkLst>
        </pc:spChg>
        <pc:spChg chg="add mod">
          <ac:chgData name="Barenya Das" userId="e35ebc08-92ca-4f5c-ac07-71b9cfc27341" providerId="ADAL" clId="{957D9172-4998-40FF-97CD-C7C1153A75B6}" dt="2026-01-22T16:28:50.857" v="7742" actId="1076"/>
          <ac:spMkLst>
            <pc:docMk/>
            <pc:sldMk cId="1579063933" sldId="320"/>
            <ac:spMk id="30" creationId="{E463255F-CC2F-35ED-E68B-882CABA31BF5}"/>
          </ac:spMkLst>
        </pc:spChg>
        <pc:spChg chg="add mod">
          <ac:chgData name="Barenya Das" userId="e35ebc08-92ca-4f5c-ac07-71b9cfc27341" providerId="ADAL" clId="{957D9172-4998-40FF-97CD-C7C1153A75B6}" dt="2026-01-22T16:28:50.857" v="7742" actId="1076"/>
          <ac:spMkLst>
            <pc:docMk/>
            <pc:sldMk cId="1579063933" sldId="320"/>
            <ac:spMk id="31" creationId="{9C96FC83-E424-73F7-BC74-BE880441A9CF}"/>
          </ac:spMkLst>
        </pc:spChg>
        <pc:spChg chg="add mod">
          <ac:chgData name="Barenya Das" userId="e35ebc08-92ca-4f5c-ac07-71b9cfc27341" providerId="ADAL" clId="{957D9172-4998-40FF-97CD-C7C1153A75B6}" dt="2026-01-22T16:28:50.857" v="7742" actId="1076"/>
          <ac:spMkLst>
            <pc:docMk/>
            <pc:sldMk cId="1579063933" sldId="320"/>
            <ac:spMk id="32" creationId="{E322CA3E-30C7-4D55-3FB2-E109C2D6101A}"/>
          </ac:spMkLst>
        </pc:spChg>
        <pc:spChg chg="add mod">
          <ac:chgData name="Barenya Das" userId="e35ebc08-92ca-4f5c-ac07-71b9cfc27341" providerId="ADAL" clId="{957D9172-4998-40FF-97CD-C7C1153A75B6}" dt="2026-01-22T16:28:50.857" v="7742" actId="1076"/>
          <ac:spMkLst>
            <pc:docMk/>
            <pc:sldMk cId="1579063933" sldId="320"/>
            <ac:spMk id="33" creationId="{0481639E-BE59-390C-B270-8B95BC3A9095}"/>
          </ac:spMkLst>
        </pc:spChg>
        <pc:spChg chg="add mod">
          <ac:chgData name="Barenya Das" userId="e35ebc08-92ca-4f5c-ac07-71b9cfc27341" providerId="ADAL" clId="{957D9172-4998-40FF-97CD-C7C1153A75B6}" dt="2026-01-22T16:29:34.123" v="7744" actId="1076"/>
          <ac:spMkLst>
            <pc:docMk/>
            <pc:sldMk cId="1579063933" sldId="320"/>
            <ac:spMk id="34" creationId="{C88314F2-2EFB-D943-7169-B075DD98D491}"/>
          </ac:spMkLst>
        </pc:spChg>
        <pc:spChg chg="add mod">
          <ac:chgData name="Barenya Das" userId="e35ebc08-92ca-4f5c-ac07-71b9cfc27341" providerId="ADAL" clId="{957D9172-4998-40FF-97CD-C7C1153A75B6}" dt="2026-01-22T16:29:34.123" v="7744" actId="1076"/>
          <ac:spMkLst>
            <pc:docMk/>
            <pc:sldMk cId="1579063933" sldId="320"/>
            <ac:spMk id="35" creationId="{FF956B27-C05E-844F-0206-8F5A9CC32708}"/>
          </ac:spMkLst>
        </pc:spChg>
        <pc:spChg chg="add mod">
          <ac:chgData name="Barenya Das" userId="e35ebc08-92ca-4f5c-ac07-71b9cfc27341" providerId="ADAL" clId="{957D9172-4998-40FF-97CD-C7C1153A75B6}" dt="2026-01-22T16:29:34.123" v="7744" actId="1076"/>
          <ac:spMkLst>
            <pc:docMk/>
            <pc:sldMk cId="1579063933" sldId="320"/>
            <ac:spMk id="36" creationId="{31192DEE-6F10-0036-FF8A-CEC43690AB11}"/>
          </ac:spMkLst>
        </pc:spChg>
        <pc:spChg chg="add mod">
          <ac:chgData name="Barenya Das" userId="e35ebc08-92ca-4f5c-ac07-71b9cfc27341" providerId="ADAL" clId="{957D9172-4998-40FF-97CD-C7C1153A75B6}" dt="2026-01-22T16:29:34.123" v="7744" actId="1076"/>
          <ac:spMkLst>
            <pc:docMk/>
            <pc:sldMk cId="1579063933" sldId="320"/>
            <ac:spMk id="37" creationId="{F38BFF31-751D-56BA-2E61-AA0CCDFD543D}"/>
          </ac:spMkLst>
        </pc:spChg>
        <pc:spChg chg="add mod">
          <ac:chgData name="Barenya Das" userId="e35ebc08-92ca-4f5c-ac07-71b9cfc27341" providerId="ADAL" clId="{957D9172-4998-40FF-97CD-C7C1153A75B6}" dt="2026-01-22T16:29:34.123" v="7744" actId="1076"/>
          <ac:spMkLst>
            <pc:docMk/>
            <pc:sldMk cId="1579063933" sldId="320"/>
            <ac:spMk id="38" creationId="{B5ACA0F4-FF80-0B11-F606-DD04683CA877}"/>
          </ac:spMkLst>
        </pc:spChg>
        <pc:spChg chg="add mod">
          <ac:chgData name="Barenya Das" userId="e35ebc08-92ca-4f5c-ac07-71b9cfc27341" providerId="ADAL" clId="{957D9172-4998-40FF-97CD-C7C1153A75B6}" dt="2026-01-22T16:29:34.123" v="7744" actId="1076"/>
          <ac:spMkLst>
            <pc:docMk/>
            <pc:sldMk cId="1579063933" sldId="320"/>
            <ac:spMk id="39" creationId="{F872AA01-8B6F-3766-0C73-2689777BF97D}"/>
          </ac:spMkLst>
        </pc:spChg>
        <pc:spChg chg="add mod">
          <ac:chgData name="Barenya Das" userId="e35ebc08-92ca-4f5c-ac07-71b9cfc27341" providerId="ADAL" clId="{957D9172-4998-40FF-97CD-C7C1153A75B6}" dt="2026-01-22T16:29:34.123" v="7744" actId="1076"/>
          <ac:spMkLst>
            <pc:docMk/>
            <pc:sldMk cId="1579063933" sldId="320"/>
            <ac:spMk id="40" creationId="{659D968A-CE4E-1317-28E2-934C3D17C449}"/>
          </ac:spMkLst>
        </pc:spChg>
        <pc:spChg chg="add mod">
          <ac:chgData name="Barenya Das" userId="e35ebc08-92ca-4f5c-ac07-71b9cfc27341" providerId="ADAL" clId="{957D9172-4998-40FF-97CD-C7C1153A75B6}" dt="2026-01-22T16:29:34.123" v="7744" actId="1076"/>
          <ac:spMkLst>
            <pc:docMk/>
            <pc:sldMk cId="1579063933" sldId="320"/>
            <ac:spMk id="41" creationId="{1EC4E9FE-3E4F-E09D-333E-F1A89DC725F4}"/>
          </ac:spMkLst>
        </pc:spChg>
        <pc:spChg chg="add mod">
          <ac:chgData name="Barenya Das" userId="e35ebc08-92ca-4f5c-ac07-71b9cfc27341" providerId="ADAL" clId="{957D9172-4998-40FF-97CD-C7C1153A75B6}" dt="2026-01-22T16:29:49.384" v="7746" actId="1076"/>
          <ac:spMkLst>
            <pc:docMk/>
            <pc:sldMk cId="1579063933" sldId="320"/>
            <ac:spMk id="42" creationId="{3959FC94-19E8-B2E6-C675-BF478A96EC1B}"/>
          </ac:spMkLst>
        </pc:spChg>
        <pc:spChg chg="add mod">
          <ac:chgData name="Barenya Das" userId="e35ebc08-92ca-4f5c-ac07-71b9cfc27341" providerId="ADAL" clId="{957D9172-4998-40FF-97CD-C7C1153A75B6}" dt="2026-01-22T16:29:49.384" v="7746" actId="1076"/>
          <ac:spMkLst>
            <pc:docMk/>
            <pc:sldMk cId="1579063933" sldId="320"/>
            <ac:spMk id="43" creationId="{748DF8B1-6C08-109E-38E3-A687FCDB7FFD}"/>
          </ac:spMkLst>
        </pc:spChg>
        <pc:spChg chg="add mod">
          <ac:chgData name="Barenya Das" userId="e35ebc08-92ca-4f5c-ac07-71b9cfc27341" providerId="ADAL" clId="{957D9172-4998-40FF-97CD-C7C1153A75B6}" dt="2026-01-22T16:29:49.384" v="7746" actId="1076"/>
          <ac:spMkLst>
            <pc:docMk/>
            <pc:sldMk cId="1579063933" sldId="320"/>
            <ac:spMk id="44" creationId="{B882E605-C7EF-D492-5BD3-F251AD4FD00B}"/>
          </ac:spMkLst>
        </pc:spChg>
        <pc:spChg chg="add mod">
          <ac:chgData name="Barenya Das" userId="e35ebc08-92ca-4f5c-ac07-71b9cfc27341" providerId="ADAL" clId="{957D9172-4998-40FF-97CD-C7C1153A75B6}" dt="2026-01-22T16:29:49.384" v="7746" actId="1076"/>
          <ac:spMkLst>
            <pc:docMk/>
            <pc:sldMk cId="1579063933" sldId="320"/>
            <ac:spMk id="45" creationId="{80CBED9B-97E6-239C-8ADC-D11DDBB19727}"/>
          </ac:spMkLst>
        </pc:spChg>
        <pc:spChg chg="add mod">
          <ac:chgData name="Barenya Das" userId="e35ebc08-92ca-4f5c-ac07-71b9cfc27341" providerId="ADAL" clId="{957D9172-4998-40FF-97CD-C7C1153A75B6}" dt="2026-01-22T16:30:03.082" v="7750" actId="1076"/>
          <ac:spMkLst>
            <pc:docMk/>
            <pc:sldMk cId="1579063933" sldId="320"/>
            <ac:spMk id="46" creationId="{E2392961-C445-8617-2D30-D9C5E922638C}"/>
          </ac:spMkLst>
        </pc:spChg>
        <pc:spChg chg="add mod">
          <ac:chgData name="Barenya Das" userId="e35ebc08-92ca-4f5c-ac07-71b9cfc27341" providerId="ADAL" clId="{957D9172-4998-40FF-97CD-C7C1153A75B6}" dt="2026-01-22T16:30:36.982" v="7752" actId="1076"/>
          <ac:spMkLst>
            <pc:docMk/>
            <pc:sldMk cId="1579063933" sldId="320"/>
            <ac:spMk id="47" creationId="{BD5D3540-4D71-F223-9675-36021B6EA559}"/>
          </ac:spMkLst>
        </pc:spChg>
        <pc:spChg chg="add mod">
          <ac:chgData name="Barenya Das" userId="e35ebc08-92ca-4f5c-ac07-71b9cfc27341" providerId="ADAL" clId="{957D9172-4998-40FF-97CD-C7C1153A75B6}" dt="2026-01-22T16:31:59.759" v="7768" actId="1076"/>
          <ac:spMkLst>
            <pc:docMk/>
            <pc:sldMk cId="1579063933" sldId="320"/>
            <ac:spMk id="48" creationId="{3B660010-9F57-4BC1-2C56-2A6F06229ED7}"/>
          </ac:spMkLst>
        </pc:spChg>
        <pc:spChg chg="add mod">
          <ac:chgData name="Barenya Das" userId="e35ebc08-92ca-4f5c-ac07-71b9cfc27341" providerId="ADAL" clId="{957D9172-4998-40FF-97CD-C7C1153A75B6}" dt="2026-01-22T16:31:56.040" v="7767" actId="1076"/>
          <ac:spMkLst>
            <pc:docMk/>
            <pc:sldMk cId="1579063933" sldId="320"/>
            <ac:spMk id="49" creationId="{2805B905-FADF-279A-2C30-C7DE18D7E91C}"/>
          </ac:spMkLst>
        </pc:spChg>
        <pc:spChg chg="add mod">
          <ac:chgData name="Barenya Das" userId="e35ebc08-92ca-4f5c-ac07-71b9cfc27341" providerId="ADAL" clId="{957D9172-4998-40FF-97CD-C7C1153A75B6}" dt="2026-01-22T16:31:45.667" v="7764" actId="1076"/>
          <ac:spMkLst>
            <pc:docMk/>
            <pc:sldMk cId="1579063933" sldId="320"/>
            <ac:spMk id="50" creationId="{078DA494-6F84-965E-54ED-3BB8AC2491A2}"/>
          </ac:spMkLst>
        </pc:spChg>
        <pc:spChg chg="add mod">
          <ac:chgData name="Barenya Das" userId="e35ebc08-92ca-4f5c-ac07-71b9cfc27341" providerId="ADAL" clId="{957D9172-4998-40FF-97CD-C7C1153A75B6}" dt="2026-01-22T16:34:25.281" v="7790" actId="1076"/>
          <ac:spMkLst>
            <pc:docMk/>
            <pc:sldMk cId="1579063933" sldId="320"/>
            <ac:spMk id="51" creationId="{12FB83F1-B408-136F-722B-D7C366C19582}"/>
          </ac:spMkLst>
        </pc:spChg>
        <pc:spChg chg="add mod">
          <ac:chgData name="Barenya Das" userId="e35ebc08-92ca-4f5c-ac07-71b9cfc27341" providerId="ADAL" clId="{957D9172-4998-40FF-97CD-C7C1153A75B6}" dt="2026-01-22T16:37:52.681" v="7808" actId="1076"/>
          <ac:spMkLst>
            <pc:docMk/>
            <pc:sldMk cId="1579063933" sldId="320"/>
            <ac:spMk id="52" creationId="{CA797E0C-9D51-7C06-29ED-CFA881880144}"/>
          </ac:spMkLst>
        </pc:spChg>
        <pc:spChg chg="add mod">
          <ac:chgData name="Barenya Das" userId="e35ebc08-92ca-4f5c-ac07-71b9cfc27341" providerId="ADAL" clId="{957D9172-4998-40FF-97CD-C7C1153A75B6}" dt="2026-01-22T16:38:04.780" v="7829" actId="20577"/>
          <ac:spMkLst>
            <pc:docMk/>
            <pc:sldMk cId="1579063933" sldId="320"/>
            <ac:spMk id="53" creationId="{5978341C-A4E2-0230-BEEC-792CF1849FF9}"/>
          </ac:spMkLst>
        </pc:spChg>
        <pc:spChg chg="add mod">
          <ac:chgData name="Barenya Das" userId="e35ebc08-92ca-4f5c-ac07-71b9cfc27341" providerId="ADAL" clId="{957D9172-4998-40FF-97CD-C7C1153A75B6}" dt="2026-01-22T16:38:25.969" v="7898" actId="20577"/>
          <ac:spMkLst>
            <pc:docMk/>
            <pc:sldMk cId="1579063933" sldId="320"/>
            <ac:spMk id="54" creationId="{377CD1C2-F69C-2918-6E8D-5AB3B3C73104}"/>
          </ac:spMkLst>
        </pc:spChg>
        <pc:spChg chg="add mod">
          <ac:chgData name="Barenya Das" userId="e35ebc08-92ca-4f5c-ac07-71b9cfc27341" providerId="ADAL" clId="{957D9172-4998-40FF-97CD-C7C1153A75B6}" dt="2026-01-22T16:38:38.771" v="7902" actId="20577"/>
          <ac:spMkLst>
            <pc:docMk/>
            <pc:sldMk cId="1579063933" sldId="320"/>
            <ac:spMk id="55" creationId="{5FC4C296-B25B-8B78-B2D6-DA702533715C}"/>
          </ac:spMkLst>
        </pc:spChg>
        <pc:spChg chg="add mod">
          <ac:chgData name="Barenya Das" userId="e35ebc08-92ca-4f5c-ac07-71b9cfc27341" providerId="ADAL" clId="{957D9172-4998-40FF-97CD-C7C1153A75B6}" dt="2026-01-22T16:38:57.270" v="7911" actId="1076"/>
          <ac:spMkLst>
            <pc:docMk/>
            <pc:sldMk cId="1579063933" sldId="320"/>
            <ac:spMk id="56" creationId="{3CEDD7F3-8866-F744-CED6-F789F90E62B7}"/>
          </ac:spMkLst>
        </pc:spChg>
        <pc:spChg chg="add mod">
          <ac:chgData name="Barenya Das" userId="e35ebc08-92ca-4f5c-ac07-71b9cfc27341" providerId="ADAL" clId="{957D9172-4998-40FF-97CD-C7C1153A75B6}" dt="2026-01-22T16:39:06.984" v="7914" actId="20577"/>
          <ac:spMkLst>
            <pc:docMk/>
            <pc:sldMk cId="1579063933" sldId="320"/>
            <ac:spMk id="57" creationId="{2D51626F-107B-BCA6-8632-E03B6088BE08}"/>
          </ac:spMkLst>
        </pc:spChg>
        <pc:spChg chg="add mod">
          <ac:chgData name="Barenya Das" userId="e35ebc08-92ca-4f5c-ac07-71b9cfc27341" providerId="ADAL" clId="{957D9172-4998-40FF-97CD-C7C1153A75B6}" dt="2026-01-22T16:39:21.809" v="7918" actId="20577"/>
          <ac:spMkLst>
            <pc:docMk/>
            <pc:sldMk cId="1579063933" sldId="320"/>
            <ac:spMk id="58" creationId="{19E42D34-030E-5527-5364-1519B9CEF9F2}"/>
          </ac:spMkLst>
        </pc:spChg>
        <pc:spChg chg="add mod">
          <ac:chgData name="Barenya Das" userId="e35ebc08-92ca-4f5c-ac07-71b9cfc27341" providerId="ADAL" clId="{957D9172-4998-40FF-97CD-C7C1153A75B6}" dt="2026-01-22T16:40:03.555" v="7925" actId="1076"/>
          <ac:spMkLst>
            <pc:docMk/>
            <pc:sldMk cId="1579063933" sldId="320"/>
            <ac:spMk id="59" creationId="{C6D17453-C4FC-6949-01CA-7C22454F20D2}"/>
          </ac:spMkLst>
        </pc:spChg>
        <pc:spChg chg="add mod">
          <ac:chgData name="Barenya Das" userId="e35ebc08-92ca-4f5c-ac07-71b9cfc27341" providerId="ADAL" clId="{957D9172-4998-40FF-97CD-C7C1153A75B6}" dt="2026-01-22T16:40:15.645" v="7928" actId="20577"/>
          <ac:spMkLst>
            <pc:docMk/>
            <pc:sldMk cId="1579063933" sldId="320"/>
            <ac:spMk id="60" creationId="{658EA923-3CB4-8396-E809-6731BBC3D713}"/>
          </ac:spMkLst>
        </pc:spChg>
        <pc:spChg chg="add mod">
          <ac:chgData name="Barenya Das" userId="e35ebc08-92ca-4f5c-ac07-71b9cfc27341" providerId="ADAL" clId="{957D9172-4998-40FF-97CD-C7C1153A75B6}" dt="2026-01-22T16:40:38.327" v="7932" actId="20577"/>
          <ac:spMkLst>
            <pc:docMk/>
            <pc:sldMk cId="1579063933" sldId="320"/>
            <ac:spMk id="61" creationId="{7526497A-0CF2-348D-02E4-F2575266AD24}"/>
          </ac:spMkLst>
        </pc:spChg>
        <pc:spChg chg="add mod">
          <ac:chgData name="Barenya Das" userId="e35ebc08-92ca-4f5c-ac07-71b9cfc27341" providerId="ADAL" clId="{957D9172-4998-40FF-97CD-C7C1153A75B6}" dt="2026-01-22T16:40:54.780" v="7936" actId="20577"/>
          <ac:spMkLst>
            <pc:docMk/>
            <pc:sldMk cId="1579063933" sldId="320"/>
            <ac:spMk id="62" creationId="{04F9B1F1-DF7F-129A-0209-E1026DC569C8}"/>
          </ac:spMkLst>
        </pc:spChg>
        <pc:spChg chg="add mod">
          <ac:chgData name="Barenya Das" userId="e35ebc08-92ca-4f5c-ac07-71b9cfc27341" providerId="ADAL" clId="{957D9172-4998-40FF-97CD-C7C1153A75B6}" dt="2026-01-22T16:41:10.856" v="7940" actId="20577"/>
          <ac:spMkLst>
            <pc:docMk/>
            <pc:sldMk cId="1579063933" sldId="320"/>
            <ac:spMk id="63" creationId="{0E54A893-2EA7-8CB2-216A-0085AF2013D0}"/>
          </ac:spMkLst>
        </pc:spChg>
        <pc:spChg chg="add mod">
          <ac:chgData name="Barenya Das" userId="e35ebc08-92ca-4f5c-ac07-71b9cfc27341" providerId="ADAL" clId="{957D9172-4998-40FF-97CD-C7C1153A75B6}" dt="2026-01-22T16:41:27.143" v="7949" actId="20577"/>
          <ac:spMkLst>
            <pc:docMk/>
            <pc:sldMk cId="1579063933" sldId="320"/>
            <ac:spMk id="64" creationId="{A53FE777-14CA-9562-A7D0-CFF9592BEA13}"/>
          </ac:spMkLst>
        </pc:spChg>
        <pc:spChg chg="add mod">
          <ac:chgData name="Barenya Das" userId="e35ebc08-92ca-4f5c-ac07-71b9cfc27341" providerId="ADAL" clId="{957D9172-4998-40FF-97CD-C7C1153A75B6}" dt="2026-01-22T16:41:37.793" v="7953" actId="20577"/>
          <ac:spMkLst>
            <pc:docMk/>
            <pc:sldMk cId="1579063933" sldId="320"/>
            <ac:spMk id="65" creationId="{EA920282-018C-7E84-A6DF-22A879599285}"/>
          </ac:spMkLst>
        </pc:spChg>
        <pc:spChg chg="add mod">
          <ac:chgData name="Barenya Das" userId="e35ebc08-92ca-4f5c-ac07-71b9cfc27341" providerId="ADAL" clId="{957D9172-4998-40FF-97CD-C7C1153A75B6}" dt="2026-01-22T16:41:48.149" v="7957" actId="20577"/>
          <ac:spMkLst>
            <pc:docMk/>
            <pc:sldMk cId="1579063933" sldId="320"/>
            <ac:spMk id="66" creationId="{0D4551C4-4A1E-F8B5-46FF-36637AB577C4}"/>
          </ac:spMkLst>
        </pc:spChg>
        <pc:spChg chg="add mod">
          <ac:chgData name="Barenya Das" userId="e35ebc08-92ca-4f5c-ac07-71b9cfc27341" providerId="ADAL" clId="{957D9172-4998-40FF-97CD-C7C1153A75B6}" dt="2026-01-22T16:42:41.350" v="7973" actId="20577"/>
          <ac:spMkLst>
            <pc:docMk/>
            <pc:sldMk cId="1579063933" sldId="320"/>
            <ac:spMk id="67" creationId="{F9124650-C7BF-B1A1-5617-F5F6B99F2E43}"/>
          </ac:spMkLst>
        </pc:spChg>
        <pc:spChg chg="add mod">
          <ac:chgData name="Barenya Das" userId="e35ebc08-92ca-4f5c-ac07-71b9cfc27341" providerId="ADAL" clId="{957D9172-4998-40FF-97CD-C7C1153A75B6}" dt="2026-01-22T16:42:43.969" v="7975" actId="20577"/>
          <ac:spMkLst>
            <pc:docMk/>
            <pc:sldMk cId="1579063933" sldId="320"/>
            <ac:spMk id="68" creationId="{9B630030-02CB-C2CD-1ACD-1D2612A88570}"/>
          </ac:spMkLst>
        </pc:spChg>
        <pc:spChg chg="add mod">
          <ac:chgData name="Barenya Das" userId="e35ebc08-92ca-4f5c-ac07-71b9cfc27341" providerId="ADAL" clId="{957D9172-4998-40FF-97CD-C7C1153A75B6}" dt="2026-01-22T16:42:53.847" v="7979" actId="20577"/>
          <ac:spMkLst>
            <pc:docMk/>
            <pc:sldMk cId="1579063933" sldId="320"/>
            <ac:spMk id="69" creationId="{7BE6E59A-004C-A734-8128-584C71D820AD}"/>
          </ac:spMkLst>
        </pc:spChg>
        <pc:spChg chg="add mod">
          <ac:chgData name="Barenya Das" userId="e35ebc08-92ca-4f5c-ac07-71b9cfc27341" providerId="ADAL" clId="{957D9172-4998-40FF-97CD-C7C1153A75B6}" dt="2026-01-22T16:43:05.674" v="7983" actId="20577"/>
          <ac:spMkLst>
            <pc:docMk/>
            <pc:sldMk cId="1579063933" sldId="320"/>
            <ac:spMk id="70" creationId="{4CB5A8C4-B1D3-62D1-7B9B-76713724E644}"/>
          </ac:spMkLst>
        </pc:spChg>
        <pc:spChg chg="add mod">
          <ac:chgData name="Barenya Das" userId="e35ebc08-92ca-4f5c-ac07-71b9cfc27341" providerId="ADAL" clId="{957D9172-4998-40FF-97CD-C7C1153A75B6}" dt="2026-01-22T16:43:15.586" v="7987" actId="20577"/>
          <ac:spMkLst>
            <pc:docMk/>
            <pc:sldMk cId="1579063933" sldId="320"/>
            <ac:spMk id="71" creationId="{BEE2AD72-61F3-2AD6-53D0-1B5522428C15}"/>
          </ac:spMkLst>
        </pc:spChg>
        <pc:spChg chg="add mod">
          <ac:chgData name="Barenya Das" userId="e35ebc08-92ca-4f5c-ac07-71b9cfc27341" providerId="ADAL" clId="{957D9172-4998-40FF-97CD-C7C1153A75B6}" dt="2026-01-22T16:43:26.761" v="7991" actId="20577"/>
          <ac:spMkLst>
            <pc:docMk/>
            <pc:sldMk cId="1579063933" sldId="320"/>
            <ac:spMk id="72" creationId="{E864C434-FF6F-51DA-7D15-02989C549436}"/>
          </ac:spMkLst>
        </pc:spChg>
        <pc:spChg chg="add mod">
          <ac:chgData name="Barenya Das" userId="e35ebc08-92ca-4f5c-ac07-71b9cfc27341" providerId="ADAL" clId="{957D9172-4998-40FF-97CD-C7C1153A75B6}" dt="2026-01-22T17:24:36.279" v="8604"/>
          <ac:spMkLst>
            <pc:docMk/>
            <pc:sldMk cId="1579063933" sldId="320"/>
            <ac:spMk id="79" creationId="{CF44F580-ED7E-C180-79FC-B83664597228}"/>
          </ac:spMkLst>
        </pc:spChg>
        <pc:spChg chg="add mod">
          <ac:chgData name="Barenya Das" userId="e35ebc08-92ca-4f5c-ac07-71b9cfc27341" providerId="ADAL" clId="{957D9172-4998-40FF-97CD-C7C1153A75B6}" dt="2026-01-22T17:33:45.733" v="8763"/>
          <ac:spMkLst>
            <pc:docMk/>
            <pc:sldMk cId="1579063933" sldId="320"/>
            <ac:spMk id="80" creationId="{9B17ECB5-DAB5-0E46-1CBC-3935B378ABE4}"/>
          </ac:spMkLst>
        </pc:spChg>
        <pc:spChg chg="add mod">
          <ac:chgData name="Barenya Das" userId="e35ebc08-92ca-4f5c-ac07-71b9cfc27341" providerId="ADAL" clId="{957D9172-4998-40FF-97CD-C7C1153A75B6}" dt="2026-01-27T06:14:30.991" v="9087"/>
          <ac:spMkLst>
            <pc:docMk/>
            <pc:sldMk cId="1579063933" sldId="320"/>
            <ac:spMk id="83" creationId="{F638C2B1-09FF-F1AB-F94D-4A6D716A6849}"/>
          </ac:spMkLst>
        </pc:spChg>
        <pc:spChg chg="add mod">
          <ac:chgData name="Barenya Das" userId="e35ebc08-92ca-4f5c-ac07-71b9cfc27341" providerId="ADAL" clId="{957D9172-4998-40FF-97CD-C7C1153A75B6}" dt="2026-01-27T06:23:16.307" v="9233"/>
          <ac:spMkLst>
            <pc:docMk/>
            <pc:sldMk cId="1579063933" sldId="320"/>
            <ac:spMk id="88" creationId="{27A0FC9E-6C04-71C5-4705-97056E98DF64}"/>
          </ac:spMkLst>
        </pc:spChg>
        <pc:spChg chg="add mod">
          <ac:chgData name="Barenya Das" userId="e35ebc08-92ca-4f5c-ac07-71b9cfc27341" providerId="ADAL" clId="{957D9172-4998-40FF-97CD-C7C1153A75B6}" dt="2026-01-27T06:23:16.307" v="9233"/>
          <ac:spMkLst>
            <pc:docMk/>
            <pc:sldMk cId="1579063933" sldId="320"/>
            <ac:spMk id="89" creationId="{6E03B884-653C-16A0-97F3-45D1C953187F}"/>
          </ac:spMkLst>
        </pc:spChg>
        <pc:spChg chg="add mod">
          <ac:chgData name="Barenya Das" userId="e35ebc08-92ca-4f5c-ac07-71b9cfc27341" providerId="ADAL" clId="{957D9172-4998-40FF-97CD-C7C1153A75B6}" dt="2026-01-27T06:23:16.307" v="9233"/>
          <ac:spMkLst>
            <pc:docMk/>
            <pc:sldMk cId="1579063933" sldId="320"/>
            <ac:spMk id="90" creationId="{0E18D284-13BB-9F4D-2FA5-CB73B05D400E}"/>
          </ac:spMkLst>
        </pc:spChg>
        <pc:spChg chg="add mod">
          <ac:chgData name="Barenya Das" userId="e35ebc08-92ca-4f5c-ac07-71b9cfc27341" providerId="ADAL" clId="{957D9172-4998-40FF-97CD-C7C1153A75B6}" dt="2026-01-27T06:23:16.307" v="9233"/>
          <ac:spMkLst>
            <pc:docMk/>
            <pc:sldMk cId="1579063933" sldId="320"/>
            <ac:spMk id="91" creationId="{94FDDBA5-F626-C02F-D012-6A163DDADD86}"/>
          </ac:spMkLst>
        </pc:spChg>
        <pc:spChg chg="add mod">
          <ac:chgData name="Barenya Das" userId="e35ebc08-92ca-4f5c-ac07-71b9cfc27341" providerId="ADAL" clId="{957D9172-4998-40FF-97CD-C7C1153A75B6}" dt="2026-01-27T06:23:16.307" v="9233"/>
          <ac:spMkLst>
            <pc:docMk/>
            <pc:sldMk cId="1579063933" sldId="320"/>
            <ac:spMk id="92" creationId="{6523CA5D-C174-7F66-A57C-6B81ECA11F11}"/>
          </ac:spMkLst>
        </pc:spChg>
        <pc:spChg chg="add mod">
          <ac:chgData name="Barenya Das" userId="e35ebc08-92ca-4f5c-ac07-71b9cfc27341" providerId="ADAL" clId="{957D9172-4998-40FF-97CD-C7C1153A75B6}" dt="2026-01-27T06:44:46.345" v="9502"/>
          <ac:spMkLst>
            <pc:docMk/>
            <pc:sldMk cId="1579063933" sldId="320"/>
            <ac:spMk id="94" creationId="{67F75E68-8DA2-A1EF-186D-864C76BA511A}"/>
          </ac:spMkLst>
        </pc:spChg>
        <pc:spChg chg="add mod">
          <ac:chgData name="Barenya Das" userId="e35ebc08-92ca-4f5c-ac07-71b9cfc27341" providerId="ADAL" clId="{957D9172-4998-40FF-97CD-C7C1153A75B6}" dt="2026-01-27T06:46:59.973" v="9542"/>
          <ac:spMkLst>
            <pc:docMk/>
            <pc:sldMk cId="1579063933" sldId="320"/>
            <ac:spMk id="95" creationId="{662E73A1-E487-4DC7-DC38-466FF2C310DD}"/>
          </ac:spMkLst>
        </pc:spChg>
        <pc:spChg chg="add mod">
          <ac:chgData name="Barenya Das" userId="e35ebc08-92ca-4f5c-ac07-71b9cfc27341" providerId="ADAL" clId="{957D9172-4998-40FF-97CD-C7C1153A75B6}" dt="2026-01-27T06:46:59.973" v="9542"/>
          <ac:spMkLst>
            <pc:docMk/>
            <pc:sldMk cId="1579063933" sldId="320"/>
            <ac:spMk id="96" creationId="{C4BBAB89-7A28-4C3C-9F5E-8D270947ED1B}"/>
          </ac:spMkLst>
        </pc:spChg>
        <pc:spChg chg="add mod">
          <ac:chgData name="Barenya Das" userId="e35ebc08-92ca-4f5c-ac07-71b9cfc27341" providerId="ADAL" clId="{957D9172-4998-40FF-97CD-C7C1153A75B6}" dt="2026-01-29T12:25:04.379" v="13562" actId="20577"/>
          <ac:spMkLst>
            <pc:docMk/>
            <pc:sldMk cId="1579063933" sldId="320"/>
            <ac:spMk id="97" creationId="{06BF9906-A995-C1EB-A9A1-58795F002EA4}"/>
          </ac:spMkLst>
        </pc:spChg>
        <pc:spChg chg="add mod">
          <ac:chgData name="Barenya Das" userId="e35ebc08-92ca-4f5c-ac07-71b9cfc27341" providerId="ADAL" clId="{957D9172-4998-40FF-97CD-C7C1153A75B6}" dt="2026-01-27T06:46:59.973" v="9542"/>
          <ac:spMkLst>
            <pc:docMk/>
            <pc:sldMk cId="1579063933" sldId="320"/>
            <ac:spMk id="98" creationId="{E3D7F468-6E73-9195-EDCB-3C6CEB4A5D22}"/>
          </ac:spMkLst>
        </pc:spChg>
        <pc:picChg chg="mod">
          <ac:chgData name="Barenya Das" userId="e35ebc08-92ca-4f5c-ac07-71b9cfc27341" providerId="ADAL" clId="{957D9172-4998-40FF-97CD-C7C1153A75B6}" dt="2026-01-22T16:31:48.266" v="7766" actId="1076"/>
          <ac:picMkLst>
            <pc:docMk/>
            <pc:sldMk cId="1579063933" sldId="320"/>
            <ac:picMk id="2" creationId="{119CE2E3-99A7-A192-4C9D-BE633E423A1E}"/>
          </ac:picMkLst>
        </pc:picChg>
        <pc:picChg chg="add mod">
          <ac:chgData name="Barenya Das" userId="e35ebc08-92ca-4f5c-ac07-71b9cfc27341" providerId="ADAL" clId="{957D9172-4998-40FF-97CD-C7C1153A75B6}" dt="2026-01-27T06:23:16.307" v="9233"/>
          <ac:picMkLst>
            <pc:docMk/>
            <pc:sldMk cId="1579063933" sldId="320"/>
            <ac:picMk id="84" creationId="{3CD5A0C1-566D-976C-B948-0EFC01DD5AAF}"/>
          </ac:picMkLst>
        </pc:picChg>
        <pc:picChg chg="add mod">
          <ac:chgData name="Barenya Das" userId="e35ebc08-92ca-4f5c-ac07-71b9cfc27341" providerId="ADAL" clId="{957D9172-4998-40FF-97CD-C7C1153A75B6}" dt="2026-01-27T06:23:16.307" v="9233"/>
          <ac:picMkLst>
            <pc:docMk/>
            <pc:sldMk cId="1579063933" sldId="320"/>
            <ac:picMk id="85" creationId="{D88EB73E-7E17-71EA-E133-4192AF0C569B}"/>
          </ac:picMkLst>
        </pc:picChg>
        <pc:picChg chg="add mod">
          <ac:chgData name="Barenya Das" userId="e35ebc08-92ca-4f5c-ac07-71b9cfc27341" providerId="ADAL" clId="{957D9172-4998-40FF-97CD-C7C1153A75B6}" dt="2026-01-27T06:23:16.307" v="9233"/>
          <ac:picMkLst>
            <pc:docMk/>
            <pc:sldMk cId="1579063933" sldId="320"/>
            <ac:picMk id="86" creationId="{17FDB21E-B452-66DB-A241-36F383DB18DA}"/>
          </ac:picMkLst>
        </pc:picChg>
        <pc:picChg chg="add mod">
          <ac:chgData name="Barenya Das" userId="e35ebc08-92ca-4f5c-ac07-71b9cfc27341" providerId="ADAL" clId="{957D9172-4998-40FF-97CD-C7C1153A75B6}" dt="2026-01-27T06:23:16.307" v="9233"/>
          <ac:picMkLst>
            <pc:docMk/>
            <pc:sldMk cId="1579063933" sldId="320"/>
            <ac:picMk id="87" creationId="{15BDEF11-E99B-CB3C-1287-1A7F5862EE88}"/>
          </ac:picMkLst>
        </pc:picChg>
        <pc:picChg chg="add mod">
          <ac:chgData name="Barenya Das" userId="e35ebc08-92ca-4f5c-ac07-71b9cfc27341" providerId="ADAL" clId="{957D9172-4998-40FF-97CD-C7C1153A75B6}" dt="2026-01-27T06:23:16.307" v="9233"/>
          <ac:picMkLst>
            <pc:docMk/>
            <pc:sldMk cId="1579063933" sldId="320"/>
            <ac:picMk id="93" creationId="{8DFF9383-8CCB-0FB3-62BB-F9245CBE12EB}"/>
          </ac:picMkLst>
        </pc:picChg>
        <pc:cxnChg chg="add mod">
          <ac:chgData name="Barenya Das" userId="e35ebc08-92ca-4f5c-ac07-71b9cfc27341" providerId="ADAL" clId="{957D9172-4998-40FF-97CD-C7C1153A75B6}" dt="2026-01-28T09:12:33.418" v="13543"/>
          <ac:cxnSpMkLst>
            <pc:docMk/>
            <pc:sldMk cId="1579063933" sldId="320"/>
            <ac:cxnSpMk id="11" creationId="{3396827E-2144-E2DA-D436-E6C00C029241}"/>
          </ac:cxnSpMkLst>
        </pc:cxnChg>
        <pc:cxnChg chg="add mod">
          <ac:chgData name="Barenya Das" userId="e35ebc08-92ca-4f5c-ac07-71b9cfc27341" providerId="ADAL" clId="{957D9172-4998-40FF-97CD-C7C1153A75B6}" dt="2026-01-28T09:12:33.418" v="13543"/>
          <ac:cxnSpMkLst>
            <pc:docMk/>
            <pc:sldMk cId="1579063933" sldId="320"/>
            <ac:cxnSpMk id="13" creationId="{3112B664-46AA-5E65-8C7F-B8DEC50B9549}"/>
          </ac:cxnSpMkLst>
        </pc:cxnChg>
        <pc:cxnChg chg="add mod">
          <ac:chgData name="Barenya Das" userId="e35ebc08-92ca-4f5c-ac07-71b9cfc27341" providerId="ADAL" clId="{957D9172-4998-40FF-97CD-C7C1153A75B6}" dt="2026-01-28T09:12:33.418" v="13543"/>
          <ac:cxnSpMkLst>
            <pc:docMk/>
            <pc:sldMk cId="1579063933" sldId="320"/>
            <ac:cxnSpMk id="15" creationId="{21E6389D-02C4-B3D7-95EA-6F5DF9A8A106}"/>
          </ac:cxnSpMkLst>
        </pc:cxnChg>
        <pc:cxnChg chg="add mod">
          <ac:chgData name="Barenya Das" userId="e35ebc08-92ca-4f5c-ac07-71b9cfc27341" providerId="ADAL" clId="{957D9172-4998-40FF-97CD-C7C1153A75B6}" dt="2026-01-28T09:12:33.418" v="13543"/>
          <ac:cxnSpMkLst>
            <pc:docMk/>
            <pc:sldMk cId="1579063933" sldId="320"/>
            <ac:cxnSpMk id="17" creationId="{4BC28906-3EDF-9959-3C98-D20FC9491D3A}"/>
          </ac:cxnSpMkLst>
        </pc:cxnChg>
      </pc:sldChg>
      <pc:sldChg chg="addSp delSp modSp add mod modNotesTx">
        <pc:chgData name="Barenya Das" userId="e35ebc08-92ca-4f5c-ac07-71b9cfc27341" providerId="ADAL" clId="{957D9172-4998-40FF-97CD-C7C1153A75B6}" dt="2026-01-29T12:25:07.395" v="13563" actId="20577"/>
        <pc:sldMkLst>
          <pc:docMk/>
          <pc:sldMk cId="1123944761" sldId="321"/>
        </pc:sldMkLst>
        <pc:spChg chg="add mod">
          <ac:chgData name="Barenya Das" userId="e35ebc08-92ca-4f5c-ac07-71b9cfc27341" providerId="ADAL" clId="{957D9172-4998-40FF-97CD-C7C1153A75B6}" dt="2026-01-28T09:12:32.086" v="13542"/>
          <ac:spMkLst>
            <pc:docMk/>
            <pc:sldMk cId="1123944761" sldId="321"/>
            <ac:spMk id="4" creationId="{72B9166F-A309-680D-64C8-55BD23026887}"/>
          </ac:spMkLst>
        </pc:spChg>
        <pc:spChg chg="add mod">
          <ac:chgData name="Barenya Das" userId="e35ebc08-92ca-4f5c-ac07-71b9cfc27341" providerId="ADAL" clId="{957D9172-4998-40FF-97CD-C7C1153A75B6}" dt="2026-01-28T09:12:32.086" v="13542"/>
          <ac:spMkLst>
            <pc:docMk/>
            <pc:sldMk cId="1123944761" sldId="321"/>
            <ac:spMk id="9" creationId="{3C2B69FA-ADAE-7CE8-4314-76EC1BF57EEB}"/>
          </ac:spMkLst>
        </pc:spChg>
        <pc:spChg chg="add mod">
          <ac:chgData name="Barenya Das" userId="e35ebc08-92ca-4f5c-ac07-71b9cfc27341" providerId="ADAL" clId="{957D9172-4998-40FF-97CD-C7C1153A75B6}" dt="2026-01-28T09:12:32.086" v="13542"/>
          <ac:spMkLst>
            <pc:docMk/>
            <pc:sldMk cId="1123944761" sldId="321"/>
            <ac:spMk id="18" creationId="{C55811FF-AFDC-211A-81E9-724220459742}"/>
          </ac:spMkLst>
        </pc:spChg>
        <pc:spChg chg="add mod">
          <ac:chgData name="Barenya Das" userId="e35ebc08-92ca-4f5c-ac07-71b9cfc27341" providerId="ADAL" clId="{957D9172-4998-40FF-97CD-C7C1153A75B6}" dt="2026-01-28T09:12:32.086" v="13542"/>
          <ac:spMkLst>
            <pc:docMk/>
            <pc:sldMk cId="1123944761" sldId="321"/>
            <ac:spMk id="20" creationId="{ABC45B3C-D47D-4BBB-B905-55ED51C6DD77}"/>
          </ac:spMkLst>
        </pc:spChg>
        <pc:spChg chg="mod">
          <ac:chgData name="Barenya Das" userId="e35ebc08-92ca-4f5c-ac07-71b9cfc27341" providerId="ADAL" clId="{957D9172-4998-40FF-97CD-C7C1153A75B6}" dt="2026-01-27T06:15:33.900" v="9092" actId="1076"/>
          <ac:spMkLst>
            <pc:docMk/>
            <pc:sldMk cId="1123944761" sldId="321"/>
            <ac:spMk id="24" creationId="{31E03F03-E49E-5628-880E-849A4B9CC93F}"/>
          </ac:spMkLst>
        </pc:spChg>
        <pc:spChg chg="mod">
          <ac:chgData name="Barenya Das" userId="e35ebc08-92ca-4f5c-ac07-71b9cfc27341" providerId="ADAL" clId="{957D9172-4998-40FF-97CD-C7C1153A75B6}" dt="2026-01-27T06:16:36.994" v="9155" actId="1076"/>
          <ac:spMkLst>
            <pc:docMk/>
            <pc:sldMk cId="1123944761" sldId="321"/>
            <ac:spMk id="73" creationId="{5481A160-8DEE-9A67-CFAF-D21C89CA626E}"/>
          </ac:spMkLst>
        </pc:spChg>
        <pc:spChg chg="mod">
          <ac:chgData name="Barenya Das" userId="e35ebc08-92ca-4f5c-ac07-71b9cfc27341" providerId="ADAL" clId="{957D9172-4998-40FF-97CD-C7C1153A75B6}" dt="2026-01-27T06:17:08.675" v="9162" actId="1076"/>
          <ac:spMkLst>
            <pc:docMk/>
            <pc:sldMk cId="1123944761" sldId="321"/>
            <ac:spMk id="74" creationId="{E990E2EE-9BD5-6C92-F85F-6FA83A3EF253}"/>
          </ac:spMkLst>
        </pc:spChg>
        <pc:spChg chg="add mod">
          <ac:chgData name="Barenya Das" userId="e35ebc08-92ca-4f5c-ac07-71b9cfc27341" providerId="ADAL" clId="{957D9172-4998-40FF-97CD-C7C1153A75B6}" dt="2026-01-22T17:24:37.020" v="8605"/>
          <ac:spMkLst>
            <pc:docMk/>
            <pc:sldMk cId="1123944761" sldId="321"/>
            <ac:spMk id="75" creationId="{FC07E613-4341-671A-BD1D-9537D61C1260}"/>
          </ac:spMkLst>
        </pc:spChg>
        <pc:spChg chg="add mod">
          <ac:chgData name="Barenya Das" userId="e35ebc08-92ca-4f5c-ac07-71b9cfc27341" providerId="ADAL" clId="{957D9172-4998-40FF-97CD-C7C1153A75B6}" dt="2026-01-22T17:33:52.433" v="8765"/>
          <ac:spMkLst>
            <pc:docMk/>
            <pc:sldMk cId="1123944761" sldId="321"/>
            <ac:spMk id="76" creationId="{5FE0F7F8-BAFC-7429-1C2E-C72C11583DEC}"/>
          </ac:spMkLst>
        </pc:spChg>
        <pc:spChg chg="mod">
          <ac:chgData name="Barenya Das" userId="e35ebc08-92ca-4f5c-ac07-71b9cfc27341" providerId="ADAL" clId="{957D9172-4998-40FF-97CD-C7C1153A75B6}" dt="2026-01-27T06:17:03.312" v="9160" actId="1076"/>
          <ac:spMkLst>
            <pc:docMk/>
            <pc:sldMk cId="1123944761" sldId="321"/>
            <ac:spMk id="77" creationId="{70C0CC2A-3089-0F4A-2DD4-4BA610040F7E}"/>
          </ac:spMkLst>
        </pc:spChg>
        <pc:spChg chg="mod">
          <ac:chgData name="Barenya Das" userId="e35ebc08-92ca-4f5c-ac07-71b9cfc27341" providerId="ADAL" clId="{957D9172-4998-40FF-97CD-C7C1153A75B6}" dt="2026-01-27T06:17:05.898" v="9161" actId="1076"/>
          <ac:spMkLst>
            <pc:docMk/>
            <pc:sldMk cId="1123944761" sldId="321"/>
            <ac:spMk id="78" creationId="{9783372A-7650-6821-792C-CCAB67682A58}"/>
          </ac:spMkLst>
        </pc:spChg>
        <pc:spChg chg="add mod">
          <ac:chgData name="Barenya Das" userId="e35ebc08-92ca-4f5c-ac07-71b9cfc27341" providerId="ADAL" clId="{957D9172-4998-40FF-97CD-C7C1153A75B6}" dt="2026-01-27T06:14:33.277" v="9088"/>
          <ac:spMkLst>
            <pc:docMk/>
            <pc:sldMk cId="1123944761" sldId="321"/>
            <ac:spMk id="88" creationId="{29E7ABBF-C682-9EEC-45B1-563429D2CED1}"/>
          </ac:spMkLst>
        </pc:spChg>
        <pc:spChg chg="add mod">
          <ac:chgData name="Barenya Das" userId="e35ebc08-92ca-4f5c-ac07-71b9cfc27341" providerId="ADAL" clId="{957D9172-4998-40FF-97CD-C7C1153A75B6}" dt="2026-01-27T06:16:31.532" v="9154" actId="1076"/>
          <ac:spMkLst>
            <pc:docMk/>
            <pc:sldMk cId="1123944761" sldId="321"/>
            <ac:spMk id="93" creationId="{E0487644-0056-98D0-DE71-B310A48743DE}"/>
          </ac:spMkLst>
        </pc:spChg>
        <pc:spChg chg="add mod">
          <ac:chgData name="Barenya Das" userId="e35ebc08-92ca-4f5c-ac07-71b9cfc27341" providerId="ADAL" clId="{957D9172-4998-40FF-97CD-C7C1153A75B6}" dt="2026-01-27T06:16:26.802" v="9153" actId="1076"/>
          <ac:spMkLst>
            <pc:docMk/>
            <pc:sldMk cId="1123944761" sldId="321"/>
            <ac:spMk id="94" creationId="{95FEFE6F-4C16-16DD-67D0-87CB11526795}"/>
          </ac:spMkLst>
        </pc:spChg>
        <pc:spChg chg="add mod">
          <ac:chgData name="Barenya Das" userId="e35ebc08-92ca-4f5c-ac07-71b9cfc27341" providerId="ADAL" clId="{957D9172-4998-40FF-97CD-C7C1153A75B6}" dt="2026-01-27T06:17:00.199" v="9159" actId="1076"/>
          <ac:spMkLst>
            <pc:docMk/>
            <pc:sldMk cId="1123944761" sldId="321"/>
            <ac:spMk id="95" creationId="{A4FEE3B9-99E3-E9C8-E160-0E99A6986D63}"/>
          </ac:spMkLst>
        </pc:spChg>
        <pc:spChg chg="add mod">
          <ac:chgData name="Barenya Das" userId="e35ebc08-92ca-4f5c-ac07-71b9cfc27341" providerId="ADAL" clId="{957D9172-4998-40FF-97CD-C7C1153A75B6}" dt="2026-01-27T06:15:50.471" v="9115" actId="1076"/>
          <ac:spMkLst>
            <pc:docMk/>
            <pc:sldMk cId="1123944761" sldId="321"/>
            <ac:spMk id="96" creationId="{B247AF8D-B096-780B-7293-4E86A2E0C696}"/>
          </ac:spMkLst>
        </pc:spChg>
        <pc:spChg chg="add mod">
          <ac:chgData name="Barenya Das" userId="e35ebc08-92ca-4f5c-ac07-71b9cfc27341" providerId="ADAL" clId="{957D9172-4998-40FF-97CD-C7C1153A75B6}" dt="2026-01-27T06:16:53.827" v="9158" actId="1076"/>
          <ac:spMkLst>
            <pc:docMk/>
            <pc:sldMk cId="1123944761" sldId="321"/>
            <ac:spMk id="97" creationId="{49497C38-CFA3-EA41-088C-2477F29AA7E8}"/>
          </ac:spMkLst>
        </pc:spChg>
        <pc:spChg chg="add mod">
          <ac:chgData name="Barenya Das" userId="e35ebc08-92ca-4f5c-ac07-71b9cfc27341" providerId="ADAL" clId="{957D9172-4998-40FF-97CD-C7C1153A75B6}" dt="2026-01-27T06:44:47.786" v="9503"/>
          <ac:spMkLst>
            <pc:docMk/>
            <pc:sldMk cId="1123944761" sldId="321"/>
            <ac:spMk id="99" creationId="{E6E004FF-56B4-C3BD-8239-EF508C9BA999}"/>
          </ac:spMkLst>
        </pc:spChg>
        <pc:spChg chg="add mod">
          <ac:chgData name="Barenya Das" userId="e35ebc08-92ca-4f5c-ac07-71b9cfc27341" providerId="ADAL" clId="{957D9172-4998-40FF-97CD-C7C1153A75B6}" dt="2026-01-27T06:46:54.536" v="9540"/>
          <ac:spMkLst>
            <pc:docMk/>
            <pc:sldMk cId="1123944761" sldId="321"/>
            <ac:spMk id="100" creationId="{C056E23E-9E77-2B80-331D-FEBEB5FC2CF3}"/>
          </ac:spMkLst>
        </pc:spChg>
        <pc:spChg chg="add mod">
          <ac:chgData name="Barenya Das" userId="e35ebc08-92ca-4f5c-ac07-71b9cfc27341" providerId="ADAL" clId="{957D9172-4998-40FF-97CD-C7C1153A75B6}" dt="2026-01-27T06:46:54.536" v="9540"/>
          <ac:spMkLst>
            <pc:docMk/>
            <pc:sldMk cId="1123944761" sldId="321"/>
            <ac:spMk id="101" creationId="{93B59071-8740-71EA-523B-733AF5CBC662}"/>
          </ac:spMkLst>
        </pc:spChg>
        <pc:spChg chg="add mod">
          <ac:chgData name="Barenya Das" userId="e35ebc08-92ca-4f5c-ac07-71b9cfc27341" providerId="ADAL" clId="{957D9172-4998-40FF-97CD-C7C1153A75B6}" dt="2026-01-29T12:25:07.395" v="13563" actId="20577"/>
          <ac:spMkLst>
            <pc:docMk/>
            <pc:sldMk cId="1123944761" sldId="321"/>
            <ac:spMk id="102" creationId="{C202DDA6-318B-776D-1C74-4455B1E55DB9}"/>
          </ac:spMkLst>
        </pc:spChg>
        <pc:spChg chg="add mod">
          <ac:chgData name="Barenya Das" userId="e35ebc08-92ca-4f5c-ac07-71b9cfc27341" providerId="ADAL" clId="{957D9172-4998-40FF-97CD-C7C1153A75B6}" dt="2026-01-27T06:46:54.536" v="9540"/>
          <ac:spMkLst>
            <pc:docMk/>
            <pc:sldMk cId="1123944761" sldId="321"/>
            <ac:spMk id="103" creationId="{0F961714-3881-808C-4AB8-8E835F3830E4}"/>
          </ac:spMkLst>
        </pc:spChg>
        <pc:picChg chg="add mod ord">
          <ac:chgData name="Barenya Das" userId="e35ebc08-92ca-4f5c-ac07-71b9cfc27341" providerId="ADAL" clId="{957D9172-4998-40FF-97CD-C7C1153A75B6}" dt="2026-01-27T06:16:26.802" v="9153" actId="1076"/>
          <ac:picMkLst>
            <pc:docMk/>
            <pc:sldMk cId="1123944761" sldId="321"/>
            <ac:picMk id="89" creationId="{2DA97AE5-D1CD-C3E4-3518-D30CE69D4253}"/>
          </ac:picMkLst>
        </pc:picChg>
        <pc:picChg chg="add mod ord">
          <ac:chgData name="Barenya Das" userId="e35ebc08-92ca-4f5c-ac07-71b9cfc27341" providerId="ADAL" clId="{957D9172-4998-40FF-97CD-C7C1153A75B6}" dt="2026-01-27T06:16:26.802" v="9153" actId="1076"/>
          <ac:picMkLst>
            <pc:docMk/>
            <pc:sldMk cId="1123944761" sldId="321"/>
            <ac:picMk id="90" creationId="{64BB64D3-AC8E-1F57-F648-0EC050D94A5A}"/>
          </ac:picMkLst>
        </pc:picChg>
        <pc:picChg chg="add mod">
          <ac:chgData name="Barenya Das" userId="e35ebc08-92ca-4f5c-ac07-71b9cfc27341" providerId="ADAL" clId="{957D9172-4998-40FF-97CD-C7C1153A75B6}" dt="2026-01-27T06:15:50.471" v="9115" actId="1076"/>
          <ac:picMkLst>
            <pc:docMk/>
            <pc:sldMk cId="1123944761" sldId="321"/>
            <ac:picMk id="91" creationId="{E5A302FB-56B2-0834-599C-02E6871382B9}"/>
          </ac:picMkLst>
        </pc:picChg>
        <pc:picChg chg="add mod">
          <ac:chgData name="Barenya Das" userId="e35ebc08-92ca-4f5c-ac07-71b9cfc27341" providerId="ADAL" clId="{957D9172-4998-40FF-97CD-C7C1153A75B6}" dt="2026-01-27T06:16:31.532" v="9154" actId="1076"/>
          <ac:picMkLst>
            <pc:docMk/>
            <pc:sldMk cId="1123944761" sldId="321"/>
            <ac:picMk id="92" creationId="{A79989B6-A699-583A-296D-E607043F9243}"/>
          </ac:picMkLst>
        </pc:picChg>
        <pc:picChg chg="add mod">
          <ac:chgData name="Barenya Das" userId="e35ebc08-92ca-4f5c-ac07-71b9cfc27341" providerId="ADAL" clId="{957D9172-4998-40FF-97CD-C7C1153A75B6}" dt="2026-01-27T06:15:50.471" v="9115" actId="1076"/>
          <ac:picMkLst>
            <pc:docMk/>
            <pc:sldMk cId="1123944761" sldId="321"/>
            <ac:picMk id="98" creationId="{B9872C46-AB19-91B3-6C3F-EBD80D99FA3F}"/>
          </ac:picMkLst>
        </pc:picChg>
        <pc:cxnChg chg="add mod">
          <ac:chgData name="Barenya Das" userId="e35ebc08-92ca-4f5c-ac07-71b9cfc27341" providerId="ADAL" clId="{957D9172-4998-40FF-97CD-C7C1153A75B6}" dt="2026-01-28T09:12:32.086" v="13542"/>
          <ac:cxnSpMkLst>
            <pc:docMk/>
            <pc:sldMk cId="1123944761" sldId="321"/>
            <ac:cxnSpMk id="11" creationId="{EB0E5B4E-8A7B-B703-6FFB-FAE6FECE526A}"/>
          </ac:cxnSpMkLst>
        </pc:cxnChg>
        <pc:cxnChg chg="add mod">
          <ac:chgData name="Barenya Das" userId="e35ebc08-92ca-4f5c-ac07-71b9cfc27341" providerId="ADAL" clId="{957D9172-4998-40FF-97CD-C7C1153A75B6}" dt="2026-01-28T09:12:32.086" v="13542"/>
          <ac:cxnSpMkLst>
            <pc:docMk/>
            <pc:sldMk cId="1123944761" sldId="321"/>
            <ac:cxnSpMk id="13" creationId="{07EE6F61-952E-170C-4DC2-C5065ACFF069}"/>
          </ac:cxnSpMkLst>
        </pc:cxnChg>
        <pc:cxnChg chg="add mod">
          <ac:chgData name="Barenya Das" userId="e35ebc08-92ca-4f5c-ac07-71b9cfc27341" providerId="ADAL" clId="{957D9172-4998-40FF-97CD-C7C1153A75B6}" dt="2026-01-28T09:12:32.086" v="13542"/>
          <ac:cxnSpMkLst>
            <pc:docMk/>
            <pc:sldMk cId="1123944761" sldId="321"/>
            <ac:cxnSpMk id="15" creationId="{5EE186E0-F2D5-F98F-7F5B-9CFED4389082}"/>
          </ac:cxnSpMkLst>
        </pc:cxnChg>
        <pc:cxnChg chg="add mod">
          <ac:chgData name="Barenya Das" userId="e35ebc08-92ca-4f5c-ac07-71b9cfc27341" providerId="ADAL" clId="{957D9172-4998-40FF-97CD-C7C1153A75B6}" dt="2026-01-28T09:12:32.086" v="13542"/>
          <ac:cxnSpMkLst>
            <pc:docMk/>
            <pc:sldMk cId="1123944761" sldId="321"/>
            <ac:cxnSpMk id="17" creationId="{EEBB5129-8D79-44E1-5C3D-184B84520D23}"/>
          </ac:cxnSpMkLst>
        </pc:cxnChg>
      </pc:sldChg>
      <pc:sldChg chg="addSp delSp modSp add mod modNotesTx">
        <pc:chgData name="Barenya Das" userId="e35ebc08-92ca-4f5c-ac07-71b9cfc27341" providerId="ADAL" clId="{957D9172-4998-40FF-97CD-C7C1153A75B6}" dt="2026-01-29T12:25:11.807" v="13564" actId="20577"/>
        <pc:sldMkLst>
          <pc:docMk/>
          <pc:sldMk cId="4154144125" sldId="322"/>
        </pc:sldMkLst>
        <pc:spChg chg="add mod">
          <ac:chgData name="Barenya Das" userId="e35ebc08-92ca-4f5c-ac07-71b9cfc27341" providerId="ADAL" clId="{957D9172-4998-40FF-97CD-C7C1153A75B6}" dt="2026-01-28T09:12:30.443" v="13541"/>
          <ac:spMkLst>
            <pc:docMk/>
            <pc:sldMk cId="4154144125" sldId="322"/>
            <ac:spMk id="4" creationId="{89EDA729-8FFB-61AC-8A77-AC80E2ADC66F}"/>
          </ac:spMkLst>
        </pc:spChg>
        <pc:spChg chg="add mod">
          <ac:chgData name="Barenya Das" userId="e35ebc08-92ca-4f5c-ac07-71b9cfc27341" providerId="ADAL" clId="{957D9172-4998-40FF-97CD-C7C1153A75B6}" dt="2026-01-28T09:12:30.443" v="13541"/>
          <ac:spMkLst>
            <pc:docMk/>
            <pc:sldMk cId="4154144125" sldId="322"/>
            <ac:spMk id="9" creationId="{3DFB892A-B82E-A772-2A16-5BEBED3D3354}"/>
          </ac:spMkLst>
        </pc:spChg>
        <pc:spChg chg="add mod">
          <ac:chgData name="Barenya Das" userId="e35ebc08-92ca-4f5c-ac07-71b9cfc27341" providerId="ADAL" clId="{957D9172-4998-40FF-97CD-C7C1153A75B6}" dt="2026-01-28T09:12:30.443" v="13541"/>
          <ac:spMkLst>
            <pc:docMk/>
            <pc:sldMk cId="4154144125" sldId="322"/>
            <ac:spMk id="18" creationId="{4CE18DD6-BA6C-27F4-B373-57AFA6B82B35}"/>
          </ac:spMkLst>
        </pc:spChg>
        <pc:spChg chg="add mod">
          <ac:chgData name="Barenya Das" userId="e35ebc08-92ca-4f5c-ac07-71b9cfc27341" providerId="ADAL" clId="{957D9172-4998-40FF-97CD-C7C1153A75B6}" dt="2026-01-28T09:12:30.443" v="13541"/>
          <ac:spMkLst>
            <pc:docMk/>
            <pc:sldMk cId="4154144125" sldId="322"/>
            <ac:spMk id="20" creationId="{C76C93A8-6932-8865-D26E-476126BFEA65}"/>
          </ac:spMkLst>
        </pc:spChg>
        <pc:spChg chg="add mod">
          <ac:chgData name="Barenya Das" userId="e35ebc08-92ca-4f5c-ac07-71b9cfc27341" providerId="ADAL" clId="{957D9172-4998-40FF-97CD-C7C1153A75B6}" dt="2026-01-22T17:24:39.255" v="8606"/>
          <ac:spMkLst>
            <pc:docMk/>
            <pc:sldMk cId="4154144125" sldId="322"/>
            <ac:spMk id="75" creationId="{EA812520-6EAC-0CBE-33E5-D409EEF17870}"/>
          </ac:spMkLst>
        </pc:spChg>
        <pc:spChg chg="add mod">
          <ac:chgData name="Barenya Das" userId="e35ebc08-92ca-4f5c-ac07-71b9cfc27341" providerId="ADAL" clId="{957D9172-4998-40FF-97CD-C7C1153A75B6}" dt="2026-01-27T06:18:25.827" v="9167" actId="1076"/>
          <ac:spMkLst>
            <pc:docMk/>
            <pc:sldMk cId="4154144125" sldId="322"/>
            <ac:spMk id="76" creationId="{DC743414-2B2C-7FF0-443F-9672E400F5E5}"/>
          </ac:spMkLst>
        </pc:spChg>
        <pc:spChg chg="add mod">
          <ac:chgData name="Barenya Das" userId="e35ebc08-92ca-4f5c-ac07-71b9cfc27341" providerId="ADAL" clId="{957D9172-4998-40FF-97CD-C7C1153A75B6}" dt="2026-01-27T06:20:44.352" v="9218" actId="207"/>
          <ac:spMkLst>
            <pc:docMk/>
            <pc:sldMk cId="4154144125" sldId="322"/>
            <ac:spMk id="79" creationId="{418B247B-6F9F-224F-4324-CE4FD0BC4EBC}"/>
          </ac:spMkLst>
        </pc:spChg>
        <pc:spChg chg="add mod">
          <ac:chgData name="Barenya Das" userId="e35ebc08-92ca-4f5c-ac07-71b9cfc27341" providerId="ADAL" clId="{957D9172-4998-40FF-97CD-C7C1153A75B6}" dt="2026-01-27T06:20:44.352" v="9218" actId="207"/>
          <ac:spMkLst>
            <pc:docMk/>
            <pc:sldMk cId="4154144125" sldId="322"/>
            <ac:spMk id="80" creationId="{480CA487-5F64-38C4-B1DE-8AF70BAEBB9D}"/>
          </ac:spMkLst>
        </pc:spChg>
        <pc:spChg chg="add del mod">
          <ac:chgData name="Barenya Das" userId="e35ebc08-92ca-4f5c-ac07-71b9cfc27341" providerId="ADAL" clId="{957D9172-4998-40FF-97CD-C7C1153A75B6}" dt="2026-01-27T06:19:00.491" v="9187" actId="6549"/>
          <ac:spMkLst>
            <pc:docMk/>
            <pc:sldMk cId="4154144125" sldId="322"/>
            <ac:spMk id="83" creationId="{446C8514-488A-52F4-2BC0-D53C0F01B0F9}"/>
          </ac:spMkLst>
        </pc:spChg>
        <pc:spChg chg="add mod">
          <ac:chgData name="Barenya Das" userId="e35ebc08-92ca-4f5c-ac07-71b9cfc27341" providerId="ADAL" clId="{957D9172-4998-40FF-97CD-C7C1153A75B6}" dt="2026-01-22T17:33:54.284" v="8766"/>
          <ac:spMkLst>
            <pc:docMk/>
            <pc:sldMk cId="4154144125" sldId="322"/>
            <ac:spMk id="84" creationId="{793942E4-8923-2B58-2120-571AA6357EB0}"/>
          </ac:spMkLst>
        </pc:spChg>
        <pc:spChg chg="add mod">
          <ac:chgData name="Barenya Das" userId="e35ebc08-92ca-4f5c-ac07-71b9cfc27341" providerId="ADAL" clId="{957D9172-4998-40FF-97CD-C7C1153A75B6}" dt="2026-01-27T06:20:52.935" v="9220" actId="207"/>
          <ac:spMkLst>
            <pc:docMk/>
            <pc:sldMk cId="4154144125" sldId="322"/>
            <ac:spMk id="86" creationId="{11CA2F21-BF47-265C-C369-3DDA59EA0F98}"/>
          </ac:spMkLst>
        </pc:spChg>
        <pc:spChg chg="add mod">
          <ac:chgData name="Barenya Das" userId="e35ebc08-92ca-4f5c-ac07-71b9cfc27341" providerId="ADAL" clId="{957D9172-4998-40FF-97CD-C7C1153A75B6}" dt="2026-01-27T06:20:47.667" v="9219" actId="20577"/>
          <ac:spMkLst>
            <pc:docMk/>
            <pc:sldMk cId="4154144125" sldId="322"/>
            <ac:spMk id="87" creationId="{D9C45109-A1B9-4C16-13ED-8EB21AA30139}"/>
          </ac:spMkLst>
        </pc:spChg>
        <pc:spChg chg="add mod">
          <ac:chgData name="Barenya Das" userId="e35ebc08-92ca-4f5c-ac07-71b9cfc27341" providerId="ADAL" clId="{957D9172-4998-40FF-97CD-C7C1153A75B6}" dt="2026-01-27T06:17:53.890" v="9164"/>
          <ac:spMkLst>
            <pc:docMk/>
            <pc:sldMk cId="4154144125" sldId="322"/>
            <ac:spMk id="90" creationId="{289EA000-0AFA-8943-EA3C-845333C6C24E}"/>
          </ac:spMkLst>
        </pc:spChg>
        <pc:spChg chg="add mod">
          <ac:chgData name="Barenya Das" userId="e35ebc08-92ca-4f5c-ac07-71b9cfc27341" providerId="ADAL" clId="{957D9172-4998-40FF-97CD-C7C1153A75B6}" dt="2026-01-27T06:17:53.890" v="9164"/>
          <ac:spMkLst>
            <pc:docMk/>
            <pc:sldMk cId="4154144125" sldId="322"/>
            <ac:spMk id="91" creationId="{A08BC52B-959C-D266-B331-5CB5FDB92759}"/>
          </ac:spMkLst>
        </pc:spChg>
        <pc:spChg chg="add mod">
          <ac:chgData name="Barenya Das" userId="e35ebc08-92ca-4f5c-ac07-71b9cfc27341" providerId="ADAL" clId="{957D9172-4998-40FF-97CD-C7C1153A75B6}" dt="2026-01-27T06:17:53.890" v="9164"/>
          <ac:spMkLst>
            <pc:docMk/>
            <pc:sldMk cId="4154144125" sldId="322"/>
            <ac:spMk id="92" creationId="{88064516-B9FB-E17D-A792-2208C808D45D}"/>
          </ac:spMkLst>
        </pc:spChg>
        <pc:spChg chg="add mod ord">
          <ac:chgData name="Barenya Das" userId="e35ebc08-92ca-4f5c-ac07-71b9cfc27341" providerId="ADAL" clId="{957D9172-4998-40FF-97CD-C7C1153A75B6}" dt="2026-01-27T06:18:57.049" v="9176" actId="167"/>
          <ac:spMkLst>
            <pc:docMk/>
            <pc:sldMk cId="4154144125" sldId="322"/>
            <ac:spMk id="93" creationId="{5EF2EC5B-EEFA-4810-F611-50023A121DE9}"/>
          </ac:spMkLst>
        </pc:spChg>
        <pc:spChg chg="add mod">
          <ac:chgData name="Barenya Das" userId="e35ebc08-92ca-4f5c-ac07-71b9cfc27341" providerId="ADAL" clId="{957D9172-4998-40FF-97CD-C7C1153A75B6}" dt="2026-01-27T06:17:53.890" v="9164"/>
          <ac:spMkLst>
            <pc:docMk/>
            <pc:sldMk cId="4154144125" sldId="322"/>
            <ac:spMk id="94" creationId="{7466819B-663F-D7EB-B361-6C9EB5C4A72F}"/>
          </ac:spMkLst>
        </pc:spChg>
        <pc:spChg chg="add mod">
          <ac:chgData name="Barenya Das" userId="e35ebc08-92ca-4f5c-ac07-71b9cfc27341" providerId="ADAL" clId="{957D9172-4998-40FF-97CD-C7C1153A75B6}" dt="2026-01-27T06:18:10.066" v="9166"/>
          <ac:spMkLst>
            <pc:docMk/>
            <pc:sldMk cId="4154144125" sldId="322"/>
            <ac:spMk id="96" creationId="{F57EC5D4-2675-3650-9335-BC807B583C66}"/>
          </ac:spMkLst>
        </pc:spChg>
        <pc:spChg chg="add mod">
          <ac:chgData name="Barenya Das" userId="e35ebc08-92ca-4f5c-ac07-71b9cfc27341" providerId="ADAL" clId="{957D9172-4998-40FF-97CD-C7C1153A75B6}" dt="2026-01-27T06:19:05.599" v="9189" actId="1076"/>
          <ac:spMkLst>
            <pc:docMk/>
            <pc:sldMk cId="4154144125" sldId="322"/>
            <ac:spMk id="97" creationId="{446C8514-488A-52F4-2BC0-D53C0F01B0F9}"/>
          </ac:spMkLst>
        </pc:spChg>
        <pc:spChg chg="add mod">
          <ac:chgData name="Barenya Das" userId="e35ebc08-92ca-4f5c-ac07-71b9cfc27341" providerId="ADAL" clId="{957D9172-4998-40FF-97CD-C7C1153A75B6}" dt="2026-01-27T06:19:13.844" v="9191" actId="1076"/>
          <ac:spMkLst>
            <pc:docMk/>
            <pc:sldMk cId="4154144125" sldId="322"/>
            <ac:spMk id="98" creationId="{CBCA0C17-918A-84B6-F01C-6F52A9BE9E32}"/>
          </ac:spMkLst>
        </pc:spChg>
        <pc:spChg chg="add mod">
          <ac:chgData name="Barenya Das" userId="e35ebc08-92ca-4f5c-ac07-71b9cfc27341" providerId="ADAL" clId="{957D9172-4998-40FF-97CD-C7C1153A75B6}" dt="2026-01-27T06:19:17.868" v="9193" actId="1076"/>
          <ac:spMkLst>
            <pc:docMk/>
            <pc:sldMk cId="4154144125" sldId="322"/>
            <ac:spMk id="99" creationId="{F3F6CBE2-EF6A-E46F-4F61-0C9F5181C8C5}"/>
          </ac:spMkLst>
        </pc:spChg>
        <pc:spChg chg="add mod">
          <ac:chgData name="Barenya Das" userId="e35ebc08-92ca-4f5c-ac07-71b9cfc27341" providerId="ADAL" clId="{957D9172-4998-40FF-97CD-C7C1153A75B6}" dt="2026-01-27T06:35:14.864" v="9463"/>
          <ac:spMkLst>
            <pc:docMk/>
            <pc:sldMk cId="4154144125" sldId="322"/>
            <ac:spMk id="100" creationId="{A6EE4F3F-EA7D-9AF6-19F0-97E1E0AEB79F}"/>
          </ac:spMkLst>
        </pc:spChg>
        <pc:spChg chg="add mod">
          <ac:chgData name="Barenya Das" userId="e35ebc08-92ca-4f5c-ac07-71b9cfc27341" providerId="ADAL" clId="{957D9172-4998-40FF-97CD-C7C1153A75B6}" dt="2026-01-27T06:44:49.194" v="9504"/>
          <ac:spMkLst>
            <pc:docMk/>
            <pc:sldMk cId="4154144125" sldId="322"/>
            <ac:spMk id="101" creationId="{72B0664C-9B50-595B-43C5-3947C23E405C}"/>
          </ac:spMkLst>
        </pc:spChg>
        <pc:spChg chg="add mod">
          <ac:chgData name="Barenya Das" userId="e35ebc08-92ca-4f5c-ac07-71b9cfc27341" providerId="ADAL" clId="{957D9172-4998-40FF-97CD-C7C1153A75B6}" dt="2026-01-27T06:46:49.379" v="9538"/>
          <ac:spMkLst>
            <pc:docMk/>
            <pc:sldMk cId="4154144125" sldId="322"/>
            <ac:spMk id="102" creationId="{15F687B7-5846-EC93-B3CA-91E6F22BEB3E}"/>
          </ac:spMkLst>
        </pc:spChg>
        <pc:spChg chg="add mod">
          <ac:chgData name="Barenya Das" userId="e35ebc08-92ca-4f5c-ac07-71b9cfc27341" providerId="ADAL" clId="{957D9172-4998-40FF-97CD-C7C1153A75B6}" dt="2026-01-27T06:46:49.379" v="9538"/>
          <ac:spMkLst>
            <pc:docMk/>
            <pc:sldMk cId="4154144125" sldId="322"/>
            <ac:spMk id="103" creationId="{42C4FEDE-9F1B-700E-40EB-48D18C8396A8}"/>
          </ac:spMkLst>
        </pc:spChg>
        <pc:spChg chg="add mod">
          <ac:chgData name="Barenya Das" userId="e35ebc08-92ca-4f5c-ac07-71b9cfc27341" providerId="ADAL" clId="{957D9172-4998-40FF-97CD-C7C1153A75B6}" dt="2026-01-29T12:25:11.807" v="13564" actId="20577"/>
          <ac:spMkLst>
            <pc:docMk/>
            <pc:sldMk cId="4154144125" sldId="322"/>
            <ac:spMk id="104" creationId="{B52FFB75-A1F7-9A4E-742F-C0354B97215A}"/>
          </ac:spMkLst>
        </pc:spChg>
        <pc:spChg chg="add mod">
          <ac:chgData name="Barenya Das" userId="e35ebc08-92ca-4f5c-ac07-71b9cfc27341" providerId="ADAL" clId="{957D9172-4998-40FF-97CD-C7C1153A75B6}" dt="2026-01-27T06:46:49.379" v="9538"/>
          <ac:spMkLst>
            <pc:docMk/>
            <pc:sldMk cId="4154144125" sldId="322"/>
            <ac:spMk id="105" creationId="{C0AC583C-8E3F-D941-902C-D4469E22EE85}"/>
          </ac:spMkLst>
        </pc:spChg>
        <pc:picChg chg="ord">
          <ac:chgData name="Barenya Das" userId="e35ebc08-92ca-4f5c-ac07-71b9cfc27341" providerId="ADAL" clId="{957D9172-4998-40FF-97CD-C7C1153A75B6}" dt="2026-01-27T06:19:24.169" v="9194" actId="167"/>
          <ac:picMkLst>
            <pc:docMk/>
            <pc:sldMk cId="4154144125" sldId="322"/>
            <ac:picMk id="21" creationId="{D239478C-A05A-E7C0-4FFC-6A1BCCE3889A}"/>
          </ac:picMkLst>
        </pc:picChg>
        <pc:picChg chg="ord">
          <ac:chgData name="Barenya Das" userId="e35ebc08-92ca-4f5c-ac07-71b9cfc27341" providerId="ADAL" clId="{957D9172-4998-40FF-97CD-C7C1153A75B6}" dt="2026-01-27T06:19:34.105" v="9196" actId="167"/>
          <ac:picMkLst>
            <pc:docMk/>
            <pc:sldMk cId="4154144125" sldId="322"/>
            <ac:picMk id="25" creationId="{56E85524-BA81-D185-BE61-AFB9EA638F20}"/>
          </ac:picMkLst>
        </pc:picChg>
        <pc:picChg chg="add mod">
          <ac:chgData name="Barenya Das" userId="e35ebc08-92ca-4f5c-ac07-71b9cfc27341" providerId="ADAL" clId="{957D9172-4998-40FF-97CD-C7C1153A75B6}" dt="2026-01-27T06:17:53.890" v="9164"/>
          <ac:picMkLst>
            <pc:docMk/>
            <pc:sldMk cId="4154144125" sldId="322"/>
            <ac:picMk id="89" creationId="{632EF772-472F-CC35-7C9A-499FB56556BA}"/>
          </ac:picMkLst>
        </pc:picChg>
        <pc:cxnChg chg="add mod">
          <ac:chgData name="Barenya Das" userId="e35ebc08-92ca-4f5c-ac07-71b9cfc27341" providerId="ADAL" clId="{957D9172-4998-40FF-97CD-C7C1153A75B6}" dt="2026-01-28T09:12:30.443" v="13541"/>
          <ac:cxnSpMkLst>
            <pc:docMk/>
            <pc:sldMk cId="4154144125" sldId="322"/>
            <ac:cxnSpMk id="11" creationId="{50B8B895-5166-B482-0947-E5BC61190D0A}"/>
          </ac:cxnSpMkLst>
        </pc:cxnChg>
        <pc:cxnChg chg="add mod">
          <ac:chgData name="Barenya Das" userId="e35ebc08-92ca-4f5c-ac07-71b9cfc27341" providerId="ADAL" clId="{957D9172-4998-40FF-97CD-C7C1153A75B6}" dt="2026-01-28T09:12:30.443" v="13541"/>
          <ac:cxnSpMkLst>
            <pc:docMk/>
            <pc:sldMk cId="4154144125" sldId="322"/>
            <ac:cxnSpMk id="13" creationId="{554CC12B-7BB9-CBE0-5D96-5AE2A4E48456}"/>
          </ac:cxnSpMkLst>
        </pc:cxnChg>
        <pc:cxnChg chg="add mod">
          <ac:chgData name="Barenya Das" userId="e35ebc08-92ca-4f5c-ac07-71b9cfc27341" providerId="ADAL" clId="{957D9172-4998-40FF-97CD-C7C1153A75B6}" dt="2026-01-28T09:12:30.443" v="13541"/>
          <ac:cxnSpMkLst>
            <pc:docMk/>
            <pc:sldMk cId="4154144125" sldId="322"/>
            <ac:cxnSpMk id="15" creationId="{DD356670-7AD2-5C12-0E13-49B4857C873A}"/>
          </ac:cxnSpMkLst>
        </pc:cxnChg>
        <pc:cxnChg chg="add mod">
          <ac:chgData name="Barenya Das" userId="e35ebc08-92ca-4f5c-ac07-71b9cfc27341" providerId="ADAL" clId="{957D9172-4998-40FF-97CD-C7C1153A75B6}" dt="2026-01-28T09:12:30.443" v="13541"/>
          <ac:cxnSpMkLst>
            <pc:docMk/>
            <pc:sldMk cId="4154144125" sldId="322"/>
            <ac:cxnSpMk id="17" creationId="{D1FC47F5-0148-07B8-B07C-839C7EE90A90}"/>
          </ac:cxnSpMkLst>
        </pc:cxnChg>
      </pc:sldChg>
      <pc:sldChg chg="addSp delSp modSp add mod modNotesTx">
        <pc:chgData name="Barenya Das" userId="e35ebc08-92ca-4f5c-ac07-71b9cfc27341" providerId="ADAL" clId="{957D9172-4998-40FF-97CD-C7C1153A75B6}" dt="2026-01-29T12:25:16.902" v="13565" actId="20577"/>
        <pc:sldMkLst>
          <pc:docMk/>
          <pc:sldMk cId="1980034979" sldId="323"/>
        </pc:sldMkLst>
        <pc:spChg chg="mod">
          <ac:chgData name="Barenya Das" userId="e35ebc08-92ca-4f5c-ac07-71b9cfc27341" providerId="ADAL" clId="{957D9172-4998-40FF-97CD-C7C1153A75B6}" dt="2026-01-27T06:46:34.948" v="9536" actId="1076"/>
          <ac:spMkLst>
            <pc:docMk/>
            <pc:sldMk cId="1980034979" sldId="323"/>
            <ac:spMk id="4" creationId="{D8AD5B30-4809-321B-5BEC-551E1041548A}"/>
          </ac:spMkLst>
        </pc:spChg>
        <pc:spChg chg="add mod">
          <ac:chgData name="Barenya Das" userId="e35ebc08-92ca-4f5c-ac07-71b9cfc27341" providerId="ADAL" clId="{957D9172-4998-40FF-97CD-C7C1153A75B6}" dt="2026-01-28T07:18:47.391" v="9554" actId="1076"/>
          <ac:spMkLst>
            <pc:docMk/>
            <pc:sldMk cId="1980034979" sldId="323"/>
            <ac:spMk id="9" creationId="{904157E8-EC0D-5DC3-2AC5-3E50BB6C8216}"/>
          </ac:spMkLst>
        </pc:spChg>
        <pc:spChg chg="add mod">
          <ac:chgData name="Barenya Das" userId="e35ebc08-92ca-4f5c-ac07-71b9cfc27341" providerId="ADAL" clId="{957D9172-4998-40FF-97CD-C7C1153A75B6}" dt="2026-01-28T09:05:51.188" v="13338" actId="207"/>
          <ac:spMkLst>
            <pc:docMk/>
            <pc:sldMk cId="1980034979" sldId="323"/>
            <ac:spMk id="11" creationId="{F23FAD10-FD5D-6093-F833-057E2D9ED3DE}"/>
          </ac:spMkLst>
        </pc:spChg>
        <pc:spChg chg="add mod">
          <ac:chgData name="Barenya Das" userId="e35ebc08-92ca-4f5c-ac07-71b9cfc27341" providerId="ADAL" clId="{957D9172-4998-40FF-97CD-C7C1153A75B6}" dt="2026-01-28T09:06:33.639" v="13346" actId="208"/>
          <ac:spMkLst>
            <pc:docMk/>
            <pc:sldMk cId="1980034979" sldId="323"/>
            <ac:spMk id="13" creationId="{CC6F8D2D-567A-81EC-6DF6-F8C5AB6E6167}"/>
          </ac:spMkLst>
        </pc:spChg>
        <pc:spChg chg="mod">
          <ac:chgData name="Barenya Das" userId="e35ebc08-92ca-4f5c-ac07-71b9cfc27341" providerId="ADAL" clId="{957D9172-4998-40FF-97CD-C7C1153A75B6}" dt="2026-01-27T06:46:29.866" v="9535" actId="1076"/>
          <ac:spMkLst>
            <pc:docMk/>
            <pc:sldMk cId="1980034979" sldId="323"/>
            <ac:spMk id="18" creationId="{7643327C-4B43-83AD-1EFF-282D621F1E82}"/>
          </ac:spMkLst>
        </pc:spChg>
        <pc:spChg chg="mod">
          <ac:chgData name="Barenya Das" userId="e35ebc08-92ca-4f5c-ac07-71b9cfc27341" providerId="ADAL" clId="{957D9172-4998-40FF-97CD-C7C1153A75B6}" dt="2026-01-29T12:25:16.902" v="13565" actId="20577"/>
          <ac:spMkLst>
            <pc:docMk/>
            <pc:sldMk cId="1980034979" sldId="323"/>
            <ac:spMk id="20" creationId="{C361CB91-31CA-79BB-3B6A-8D9F1DA452D9}"/>
          </ac:spMkLst>
        </pc:spChg>
        <pc:spChg chg="mod">
          <ac:chgData name="Barenya Das" userId="e35ebc08-92ca-4f5c-ac07-71b9cfc27341" providerId="ADAL" clId="{957D9172-4998-40FF-97CD-C7C1153A75B6}" dt="2026-01-27T06:46:20.059" v="9533" actId="1076"/>
          <ac:spMkLst>
            <pc:docMk/>
            <pc:sldMk cId="1980034979" sldId="323"/>
            <ac:spMk id="23" creationId="{9A7B9AF6-8EFC-8574-DFA0-EEDD6A6C74E4}"/>
          </ac:spMkLst>
        </pc:spChg>
        <pc:spChg chg="mod">
          <ac:chgData name="Barenya Das" userId="e35ebc08-92ca-4f5c-ac07-71b9cfc27341" providerId="ADAL" clId="{957D9172-4998-40FF-97CD-C7C1153A75B6}" dt="2026-01-27T06:21:38.167" v="9225" actId="1076"/>
          <ac:spMkLst>
            <pc:docMk/>
            <pc:sldMk cId="1980034979" sldId="323"/>
            <ac:spMk id="24" creationId="{A0275BD5-0209-82C8-E938-5FAD8501F926}"/>
          </ac:spMkLst>
        </pc:spChg>
        <pc:spChg chg="add mod">
          <ac:chgData name="Barenya Das" userId="e35ebc08-92ca-4f5c-ac07-71b9cfc27341" providerId="ADAL" clId="{957D9172-4998-40FF-97CD-C7C1153A75B6}" dt="2026-01-22T17:24:40.034" v="8607"/>
          <ac:spMkLst>
            <pc:docMk/>
            <pc:sldMk cId="1980034979" sldId="323"/>
            <ac:spMk id="75" creationId="{6084C300-F873-8226-676C-C25367E22EC1}"/>
          </ac:spMkLst>
        </pc:spChg>
        <pc:spChg chg="add mod">
          <ac:chgData name="Barenya Das" userId="e35ebc08-92ca-4f5c-ac07-71b9cfc27341" providerId="ADAL" clId="{957D9172-4998-40FF-97CD-C7C1153A75B6}" dt="2026-01-22T17:33:55.569" v="8767"/>
          <ac:spMkLst>
            <pc:docMk/>
            <pc:sldMk cId="1980034979" sldId="323"/>
            <ac:spMk id="82" creationId="{AB538ADF-A7BC-C9B9-C163-F6AB182BEEDB}"/>
          </ac:spMkLst>
        </pc:spChg>
        <pc:spChg chg="add mod">
          <ac:chgData name="Barenya Das" userId="e35ebc08-92ca-4f5c-ac07-71b9cfc27341" providerId="ADAL" clId="{957D9172-4998-40FF-97CD-C7C1153A75B6}" dt="2026-01-28T08:58:35.269" v="13304" actId="207"/>
          <ac:spMkLst>
            <pc:docMk/>
            <pc:sldMk cId="1980034979" sldId="323"/>
            <ac:spMk id="83" creationId="{E73D6D25-CA09-9DC6-1115-7CCFCFBF1756}"/>
          </ac:spMkLst>
        </pc:spChg>
        <pc:spChg chg="add mod">
          <ac:chgData name="Barenya Das" userId="e35ebc08-92ca-4f5c-ac07-71b9cfc27341" providerId="ADAL" clId="{957D9172-4998-40FF-97CD-C7C1153A75B6}" dt="2026-01-27T06:21:29.603" v="9224"/>
          <ac:spMkLst>
            <pc:docMk/>
            <pc:sldMk cId="1980034979" sldId="323"/>
            <ac:spMk id="85" creationId="{1DC8DA3F-58F6-F8A4-2FD6-82BA816B90E3}"/>
          </ac:spMkLst>
        </pc:spChg>
        <pc:spChg chg="add mod">
          <ac:chgData name="Barenya Das" userId="e35ebc08-92ca-4f5c-ac07-71b9cfc27341" providerId="ADAL" clId="{957D9172-4998-40FF-97CD-C7C1153A75B6}" dt="2026-01-27T06:21:29.603" v="9224"/>
          <ac:spMkLst>
            <pc:docMk/>
            <pc:sldMk cId="1980034979" sldId="323"/>
            <ac:spMk id="86" creationId="{D983B59A-F71D-C6D3-7E36-E94B336AD97C}"/>
          </ac:spMkLst>
        </pc:spChg>
        <pc:spChg chg="add mod">
          <ac:chgData name="Barenya Das" userId="e35ebc08-92ca-4f5c-ac07-71b9cfc27341" providerId="ADAL" clId="{957D9172-4998-40FF-97CD-C7C1153A75B6}" dt="2026-01-27T06:22:06.367" v="9230" actId="207"/>
          <ac:spMkLst>
            <pc:docMk/>
            <pc:sldMk cId="1980034979" sldId="323"/>
            <ac:spMk id="88" creationId="{6AD35603-9ACC-D2D6-A52E-22519695101D}"/>
          </ac:spMkLst>
        </pc:spChg>
        <pc:spChg chg="add mod">
          <ac:chgData name="Barenya Das" userId="e35ebc08-92ca-4f5c-ac07-71b9cfc27341" providerId="ADAL" clId="{957D9172-4998-40FF-97CD-C7C1153A75B6}" dt="2026-01-27T06:21:29.603" v="9224"/>
          <ac:spMkLst>
            <pc:docMk/>
            <pc:sldMk cId="1980034979" sldId="323"/>
            <ac:spMk id="89" creationId="{B85C479B-DAD1-E6E5-9253-B35968FE1B1C}"/>
          </ac:spMkLst>
        </pc:spChg>
        <pc:spChg chg="add mod">
          <ac:chgData name="Barenya Das" userId="e35ebc08-92ca-4f5c-ac07-71b9cfc27341" providerId="ADAL" clId="{957D9172-4998-40FF-97CD-C7C1153A75B6}" dt="2026-01-27T06:21:29.603" v="9224"/>
          <ac:spMkLst>
            <pc:docMk/>
            <pc:sldMk cId="1980034979" sldId="323"/>
            <ac:spMk id="92" creationId="{EC867255-6CF7-F558-211C-E57DE8879748}"/>
          </ac:spMkLst>
        </pc:spChg>
        <pc:spChg chg="add mod">
          <ac:chgData name="Barenya Das" userId="e35ebc08-92ca-4f5c-ac07-71b9cfc27341" providerId="ADAL" clId="{957D9172-4998-40FF-97CD-C7C1153A75B6}" dt="2026-01-27T06:21:29.603" v="9224"/>
          <ac:spMkLst>
            <pc:docMk/>
            <pc:sldMk cId="1980034979" sldId="323"/>
            <ac:spMk id="93" creationId="{8054A72B-C6E0-429B-7A6D-D15033A7E637}"/>
          </ac:spMkLst>
        </pc:spChg>
        <pc:spChg chg="add mod">
          <ac:chgData name="Barenya Das" userId="e35ebc08-92ca-4f5c-ac07-71b9cfc27341" providerId="ADAL" clId="{957D9172-4998-40FF-97CD-C7C1153A75B6}" dt="2026-01-27T06:21:29.603" v="9224"/>
          <ac:spMkLst>
            <pc:docMk/>
            <pc:sldMk cId="1980034979" sldId="323"/>
            <ac:spMk id="94" creationId="{158F2B58-B43E-1DE7-4E90-A80397D079F0}"/>
          </ac:spMkLst>
        </pc:spChg>
        <pc:spChg chg="add mod">
          <ac:chgData name="Barenya Das" userId="e35ebc08-92ca-4f5c-ac07-71b9cfc27341" providerId="ADAL" clId="{957D9172-4998-40FF-97CD-C7C1153A75B6}" dt="2026-01-27T06:21:29.603" v="9224"/>
          <ac:spMkLst>
            <pc:docMk/>
            <pc:sldMk cId="1980034979" sldId="323"/>
            <ac:spMk id="96" creationId="{B1119C01-D866-17A7-9C8C-49E1D1DE5E49}"/>
          </ac:spMkLst>
        </pc:spChg>
        <pc:spChg chg="add mod">
          <ac:chgData name="Barenya Das" userId="e35ebc08-92ca-4f5c-ac07-71b9cfc27341" providerId="ADAL" clId="{957D9172-4998-40FF-97CD-C7C1153A75B6}" dt="2026-01-27T06:21:29.603" v="9224"/>
          <ac:spMkLst>
            <pc:docMk/>
            <pc:sldMk cId="1980034979" sldId="323"/>
            <ac:spMk id="97" creationId="{A28B9291-D100-12F3-1374-92D7A036ACE8}"/>
          </ac:spMkLst>
        </pc:spChg>
        <pc:spChg chg="add mod">
          <ac:chgData name="Barenya Das" userId="e35ebc08-92ca-4f5c-ac07-71b9cfc27341" providerId="ADAL" clId="{957D9172-4998-40FF-97CD-C7C1153A75B6}" dt="2026-01-27T06:35:16.073" v="9464"/>
          <ac:spMkLst>
            <pc:docMk/>
            <pc:sldMk cId="1980034979" sldId="323"/>
            <ac:spMk id="99" creationId="{7DE3E620-18CE-0B1B-0956-892E21EA695C}"/>
          </ac:spMkLst>
        </pc:spChg>
        <pc:spChg chg="add mod">
          <ac:chgData name="Barenya Das" userId="e35ebc08-92ca-4f5c-ac07-71b9cfc27341" providerId="ADAL" clId="{957D9172-4998-40FF-97CD-C7C1153A75B6}" dt="2026-01-27T06:44:51.264" v="9505"/>
          <ac:spMkLst>
            <pc:docMk/>
            <pc:sldMk cId="1980034979" sldId="323"/>
            <ac:spMk id="100" creationId="{7479DE91-B932-C787-6D12-B96F38C274FB}"/>
          </ac:spMkLst>
        </pc:spChg>
        <pc:spChg chg="add mod">
          <ac:chgData name="Barenya Das" userId="e35ebc08-92ca-4f5c-ac07-71b9cfc27341" providerId="ADAL" clId="{957D9172-4998-40FF-97CD-C7C1153A75B6}" dt="2026-01-28T09:10:42.437" v="13540" actId="1036"/>
          <ac:spMkLst>
            <pc:docMk/>
            <pc:sldMk cId="1980034979" sldId="323"/>
            <ac:spMk id="101" creationId="{AB447126-CAC2-54C6-4078-E1D45369F5C7}"/>
          </ac:spMkLst>
        </pc:spChg>
        <pc:spChg chg="add mod">
          <ac:chgData name="Barenya Das" userId="e35ebc08-92ca-4f5c-ac07-71b9cfc27341" providerId="ADAL" clId="{957D9172-4998-40FF-97CD-C7C1153A75B6}" dt="2026-01-28T09:10:33.693" v="13530" actId="1038"/>
          <ac:spMkLst>
            <pc:docMk/>
            <pc:sldMk cId="1980034979" sldId="323"/>
            <ac:spMk id="102" creationId="{B8A51ED5-254D-DA28-C7FD-63504DBE08B7}"/>
          </ac:spMkLst>
        </pc:spChg>
        <pc:cxnChg chg="add mod">
          <ac:chgData name="Barenya Das" userId="e35ebc08-92ca-4f5c-ac07-71b9cfc27341" providerId="ADAL" clId="{957D9172-4998-40FF-97CD-C7C1153A75B6}" dt="2026-01-28T09:07:43.005" v="13353" actId="13822"/>
          <ac:cxnSpMkLst>
            <pc:docMk/>
            <pc:sldMk cId="1980034979" sldId="323"/>
            <ac:cxnSpMk id="77" creationId="{84BC851B-449F-B432-DCDB-1E52E0581D3D}"/>
          </ac:cxnSpMkLst>
        </pc:cxnChg>
        <pc:cxnChg chg="add mod">
          <ac:chgData name="Barenya Das" userId="e35ebc08-92ca-4f5c-ac07-71b9cfc27341" providerId="ADAL" clId="{957D9172-4998-40FF-97CD-C7C1153A75B6}" dt="2026-01-28T09:07:43.005" v="13353" actId="13822"/>
          <ac:cxnSpMkLst>
            <pc:docMk/>
            <pc:sldMk cId="1980034979" sldId="323"/>
            <ac:cxnSpMk id="79" creationId="{FDA543B8-2221-EDB4-24E2-A5D61BA1AF80}"/>
          </ac:cxnSpMkLst>
        </pc:cxnChg>
        <pc:cxnChg chg="add mod">
          <ac:chgData name="Barenya Das" userId="e35ebc08-92ca-4f5c-ac07-71b9cfc27341" providerId="ADAL" clId="{957D9172-4998-40FF-97CD-C7C1153A75B6}" dt="2026-01-28T09:08:28.999" v="13499" actId="1037"/>
          <ac:cxnSpMkLst>
            <pc:docMk/>
            <pc:sldMk cId="1980034979" sldId="323"/>
            <ac:cxnSpMk id="80" creationId="{433D7AE3-ACD9-A39E-EE7F-2B4B382BBC7E}"/>
          </ac:cxnSpMkLst>
        </pc:cxnChg>
        <pc:cxnChg chg="add mod">
          <ac:chgData name="Barenya Das" userId="e35ebc08-92ca-4f5c-ac07-71b9cfc27341" providerId="ADAL" clId="{957D9172-4998-40FF-97CD-C7C1153A75B6}" dt="2026-01-28T09:08:32.070" v="13504" actId="1037"/>
          <ac:cxnSpMkLst>
            <pc:docMk/>
            <pc:sldMk cId="1980034979" sldId="323"/>
            <ac:cxnSpMk id="81" creationId="{F826F55E-E5F7-A823-9452-70A8AEC9AACC}"/>
          </ac:cxnSpMkLst>
        </pc:cxnChg>
      </pc:sldChg>
      <pc:sldChg chg="addSp modSp add mod modNotesTx">
        <pc:chgData name="Barenya Das" userId="e35ebc08-92ca-4f5c-ac07-71b9cfc27341" providerId="ADAL" clId="{957D9172-4998-40FF-97CD-C7C1153A75B6}" dt="2026-01-28T07:38:24.848" v="10017" actId="20577"/>
        <pc:sldMkLst>
          <pc:docMk/>
          <pc:sldMk cId="182355987" sldId="324"/>
        </pc:sldMkLst>
        <pc:spChg chg="add mod ord">
          <ac:chgData name="Barenya Das" userId="e35ebc08-92ca-4f5c-ac07-71b9cfc27341" providerId="ADAL" clId="{957D9172-4998-40FF-97CD-C7C1153A75B6}" dt="2026-01-28T07:34:09.619" v="9671" actId="1076"/>
          <ac:spMkLst>
            <pc:docMk/>
            <pc:sldMk cId="182355987" sldId="324"/>
            <ac:spMk id="3" creationId="{7CF7CA6E-62D2-592D-88DE-835D607ABDBC}"/>
          </ac:spMkLst>
        </pc:spChg>
        <pc:spChg chg="add mod ord">
          <ac:chgData name="Barenya Das" userId="e35ebc08-92ca-4f5c-ac07-71b9cfc27341" providerId="ADAL" clId="{957D9172-4998-40FF-97CD-C7C1153A75B6}" dt="2026-01-28T07:34:04.610" v="9670" actId="1076"/>
          <ac:spMkLst>
            <pc:docMk/>
            <pc:sldMk cId="182355987" sldId="324"/>
            <ac:spMk id="4" creationId="{8887FC43-F9AF-6DD6-E1B0-292AB9EADA74}"/>
          </ac:spMkLst>
        </pc:spChg>
        <pc:spChg chg="mod">
          <ac:chgData name="Barenya Das" userId="e35ebc08-92ca-4f5c-ac07-71b9cfc27341" providerId="ADAL" clId="{957D9172-4998-40FF-97CD-C7C1153A75B6}" dt="2026-01-28T07:35:08.550" v="9672" actId="207"/>
          <ac:spMkLst>
            <pc:docMk/>
            <pc:sldMk cId="182355987" sldId="324"/>
            <ac:spMk id="35" creationId="{4614B17B-E551-9DED-C3AF-70575CB2B97A}"/>
          </ac:spMkLst>
        </pc:spChg>
        <pc:picChg chg="add mod">
          <ac:chgData name="Barenya Das" userId="e35ebc08-92ca-4f5c-ac07-71b9cfc27341" providerId="ADAL" clId="{957D9172-4998-40FF-97CD-C7C1153A75B6}" dt="2026-01-28T07:35:58.345" v="9677" actId="1076"/>
          <ac:picMkLst>
            <pc:docMk/>
            <pc:sldMk cId="182355987" sldId="324"/>
            <ac:picMk id="6" creationId="{1351B37E-46CE-D0C4-0DC1-6AEBCC6EE0A9}"/>
          </ac:picMkLst>
        </pc:picChg>
        <pc:picChg chg="ord">
          <ac:chgData name="Barenya Das" userId="e35ebc08-92ca-4f5c-ac07-71b9cfc27341" providerId="ADAL" clId="{957D9172-4998-40FF-97CD-C7C1153A75B6}" dt="2026-01-28T07:32:19.208" v="9628" actId="167"/>
          <ac:picMkLst>
            <pc:docMk/>
            <pc:sldMk cId="182355987" sldId="324"/>
            <ac:picMk id="23" creationId="{43EE2F91-63BA-6CF2-6DC0-C557F1E982DF}"/>
          </ac:picMkLst>
        </pc:picChg>
      </pc:sldChg>
      <pc:sldChg chg="addSp delSp modSp new mod">
        <pc:chgData name="Barenya Das" userId="e35ebc08-92ca-4f5c-ac07-71b9cfc27341" providerId="ADAL" clId="{957D9172-4998-40FF-97CD-C7C1153A75B6}" dt="2026-01-28T09:13:37.584" v="13557" actId="113"/>
        <pc:sldMkLst>
          <pc:docMk/>
          <pc:sldMk cId="3981303666" sldId="325"/>
        </pc:sldMkLst>
        <pc:spChg chg="add mod">
          <ac:chgData name="Barenya Das" userId="e35ebc08-92ca-4f5c-ac07-71b9cfc27341" providerId="ADAL" clId="{957D9172-4998-40FF-97CD-C7C1153A75B6}" dt="2026-01-28T08:31:43.429" v="12772" actId="1076"/>
          <ac:spMkLst>
            <pc:docMk/>
            <pc:sldMk cId="3981303666" sldId="325"/>
            <ac:spMk id="4" creationId="{1A536919-7B74-B4C8-D18B-CD41CC6FC263}"/>
          </ac:spMkLst>
        </pc:spChg>
        <pc:spChg chg="add mod">
          <ac:chgData name="Barenya Das" userId="e35ebc08-92ca-4f5c-ac07-71b9cfc27341" providerId="ADAL" clId="{957D9172-4998-40FF-97CD-C7C1153A75B6}" dt="2026-01-28T09:13:37.584" v="13557" actId="113"/>
          <ac:spMkLst>
            <pc:docMk/>
            <pc:sldMk cId="3981303666" sldId="325"/>
            <ac:spMk id="5" creationId="{8808C936-C390-40D7-930C-96F09A752360}"/>
          </ac:spMkLst>
        </pc:spChg>
      </pc:sldChg>
      <pc:sldChg chg="addSp delSp modSp add mod">
        <pc:chgData name="Barenya Das" userId="e35ebc08-92ca-4f5c-ac07-71b9cfc27341" providerId="ADAL" clId="{957D9172-4998-40FF-97CD-C7C1153A75B6}" dt="2026-01-29T12:24:21.794" v="13559" actId="20577"/>
        <pc:sldMkLst>
          <pc:docMk/>
          <pc:sldMk cId="1506131940" sldId="326"/>
        </pc:sldMkLst>
        <pc:spChg chg="mod">
          <ac:chgData name="Barenya Das" userId="e35ebc08-92ca-4f5c-ac07-71b9cfc27341" providerId="ADAL" clId="{957D9172-4998-40FF-97CD-C7C1153A75B6}" dt="2026-01-28T08:44:00.669" v="13168" actId="12788"/>
          <ac:spMkLst>
            <pc:docMk/>
            <pc:sldMk cId="1506131940" sldId="326"/>
            <ac:spMk id="4" creationId="{D7E0952A-953B-3B99-C0F1-7122299E3A97}"/>
          </ac:spMkLst>
        </pc:spChg>
        <pc:spChg chg="mod">
          <ac:chgData name="Barenya Das" userId="e35ebc08-92ca-4f5c-ac07-71b9cfc27341" providerId="ADAL" clId="{957D9172-4998-40FF-97CD-C7C1153A75B6}" dt="2026-01-29T12:24:21.794" v="13559" actId="20577"/>
          <ac:spMkLst>
            <pc:docMk/>
            <pc:sldMk cId="1506131940" sldId="326"/>
            <ac:spMk id="5" creationId="{1F3D4D43-56DB-A4A6-990C-EE9DC0616493}"/>
          </ac:spMkLst>
        </pc:spChg>
        <pc:spChg chg="add mod">
          <ac:chgData name="Barenya Das" userId="e35ebc08-92ca-4f5c-ac07-71b9cfc27341" providerId="ADAL" clId="{957D9172-4998-40FF-97CD-C7C1153A75B6}" dt="2026-01-28T08:42:30.262" v="13087"/>
          <ac:spMkLst>
            <pc:docMk/>
            <pc:sldMk cId="1506131940" sldId="326"/>
            <ac:spMk id="7" creationId="{F54B3701-7851-6B9C-18A4-20F36B10C5DB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1:58.23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25 191 24415,'0'8'0,"0"-1"0,0 1 0,0-1 0,-1 1 0,1-1 0,0 0 0,0 0 0,0 1 0,0-1 0,0-1 0,-1 1 0,1 0 0,0-1 0,0 1 0,-1-1 0,1 0 0,0 0 0,-1-1 0,1 1 0,0-1 0,-1 0 0,1 0 0,0-1 0,-1 0 0,1 0 0,-1 0 0,1 0 0,-1-1 0,1 0 0,0 0 0,-1-1 0,1 0 0,-1 0 0,1 0 0,-1-1 0,1 0 0,-1 0 0,1 0 0,-1-1 0,1 0 0,-1-1 0,1 0 0,-1 0 0,1 0 0,-1-1 0,1 0 0,0 0 0,-1 0 0,1-1 0,-1 0 0,1 0 0,-1-1 0,1 0 0,-1 0 0,1 0 0,0 0 0,-1-1 0,1 0 0,0 0 0,-1-1 0,1 1 0,0-1 0,-1 0 0,1 0 0,0-1 0,0 1 0,-1-1 0,1 0 0,0 1 0,0-1 0,0-1 0,-1 1 0,1 0 0,0 0 0,0-1 0,0 1 0,0-1 0,0 1 0,0-1 0,0 1 0,0-1 0,0 1 0,0-1 0,0 1 0,0 0 0,0-1 0,1 1 0,-1 0 0,0 0 0,0 0 0,0 0 0,1 1 0,-1-1 0,0 1 0,0 0 0,1 0 0,-1 0 0,0 0 0,1 1 0,-1 0 0,0 0 0,1 0 0,-1 1 0,0-1 0,1 1 0,-1 0 0,1 1 0,-1 0 0,1 0 0,-1 0 0,1 0 0,-1 1 0,0 0 0,1 1 0,-1-1 0,1 1 0,-1 1 0,1-1 0,-1 1 0,1 0 0,-1 1 0,1-1 0,-1 1 0,1 1 0,-1-1 0,1 1 0,-1 0 0,1 1 0,-1 0 0,0 0 0,1 0 0,-1 0 0,1 1 0,-1 0 0,1 1 0,-1-1 0,0 1 0,1 0 0,-1 0 0,0 0 0,1 1 0,-1 0 0,0 0 0,1 0 0,-1 0 0,0 1 0,0-1 0,1 1 0,-1 0 0,0 0 0,0 0 0,0 0 0,0 1 0,0-1 0,1 0 0,-1 1 0,0-1 0,0 1 0,0-1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21.72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40 410 22857,'-39'-409'0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25.16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 24575,'62'9'0,"-61"-9"3,-1 0-1,1 0 0,0 0 1,-1 0-1,1 0 0,0 0 1,-1 1-1,1-1 1,-1 0-1,1 0 0,0 0 1,-1 1-1,1-1 0,-1 0 1,1 1-1,0-1 0,-1 0 1,1 1-1,-1-1 1,0 1-1,1-1 0,-1 1 1,1-1-1,-1 1 0,0-1 1,1 1-1,-1 0 0,0-1 1,1 1-1,-1-1 1,0 1-1,0 0 0,0-1 1,0 1-1,0 0 0,1-1 1,-1 2-1,-7 26-768,5-23 77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28.21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30 25 24575,'-1'15'0,"-1"0"0,0 0 0,-1 0 0,0 0 0,-7 15 0,7-18 0,-3 27 0,7-31 0,4-27 0,-1-1 0,-1 1 0,-1-1 0,-2-38 0,-4 41 0,3 15 0,0 0 0,1 0 0,-1 0 0,0-1 0,1 1 0,-1 0 0,1-1 0,0 1 0,0-1 0,0 1 0,0 0 0,0-1 0,1-2 0,1 7 0,-1 0 0,0 0 0,0 0 0,0 0 0,0 1 0,-1-1 0,1 0 0,0 0 0,-1 4 0,4 30-8,-1 0-1,-4 49 1,0-26-1332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0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 24506,'1116'-13'0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5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24233,'1152'22'0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58.0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0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 24506,'1116'-13'0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5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24233,'1152'22'0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58.0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0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 24506,'1116'-13'0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5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24233,'1152'22'0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58.0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0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 24506,'1116'-13'0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5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24233,'1152'22'0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58.0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8:34.44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 24475,'0'285'0,"43"-285"0,-43-285 0,-43 285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0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 24506,'1116'-13'0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5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24233,'1152'22'0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58.0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9:59.41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34 332 24575,'2'-36'0,"-1"23"0,0 1 0,-1-1 0,-1 0 0,-3-17 0,-20-29 0,21 47 0,1 0 0,0 0 0,1 0 0,1 0 0,0-1 0,0 1 0,1 0 0,1 0 0,4-18 0,-6 29 0,1 0 0,-1 0 0,1 0 0,-1 0 0,1 0 0,0 0 0,0 0 0,0 1 0,-1-1 0,1 0 0,0 0 0,0 0 0,0 1 0,0-1 0,0 1 0,0-1 0,0 1 0,0-1 0,1 1 0,-1 0 0,0-1 0,0 1 0,0 0 0,0 0 0,1 0 0,-1 0 0,0 0 0,0 0 0,0 0 0,1 0 0,-1 0 0,0 1 0,0-1 0,0 0 0,0 1 0,0-1 0,0 1 0,0-1 0,0 1 0,0 0 0,0-1 0,0 1 0,0 0 0,0 0 0,0 0 0,0 0 0,-1-1 0,1 1 0,0 0 0,-1 0 0,1 0 0,-1 1 0,1-1 0,-1 0 0,1 0 0,-1 0 0,0 0 0,0 0 0,1 1 0,-1-1 0,0 0 0,0 0 0,0 2 0,0 8 0,-1 0 0,1 0 0,-2 0 0,0 1 0,0-1 0,-1-1 0,0 1 0,-8 17 0,11-28 0,0-1 0,0 1 0,0 0 0,0-1 0,0 1 0,0 0 0,-1-1 0,1 1 0,0 0 0,0-1 0,0 1 0,0 0 0,-1-1 0,1 1 0,0 0 0,0 0 0,0-1 0,-1 1 0,1 0 0,0 0 0,-1 0 0,1-1 0,0 1 0,0 0 0,-1 0 0,1 0 0,0 0 0,-1 0 0,1 0 0,0 0 0,-1 0 0,1-1 0,0 1 0,-1 0 0,1 0 0,0 0 0,-1 1 0,1-1 0,0 0 0,-1 0 0,1 0 0,0 0 0,-1 0 0,1 0 0,0 0 0,-1 0 0,1 1 0,0-1 0,0 0 0,-1 0 0,1 0 0,0 1 0,0-1 0,-1 0 0,1 0 0,0 1 0,0-1 0,0 0 0,-1 1 0,1-1 0,0 0 0,0 1 0,0-1 0,0 0 0,0 0 0,0 1 0,0-1 0,0 1 0,-7-26 0,7 14 0,-2 0 0,2 0 0,-1-1 0,2 1 0,-1-1 0,1 1 0,5-19 0,-1 72 0,-5-30 0,0-1 0,1 1 0,0 0 0,1-1 0,5 17 0,-4-17-136,0 0-1,-1 0 1,0 0-1,-1 0 1,0 0-1,-1 0 1,-1 0-1,1 0 0,-4 14 1,2-19-6690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0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 24506,'1116'-13'0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5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24233,'1152'22'0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58.0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29.7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32.9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0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 24506,'1116'-13'0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5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24233,'1152'22'0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58.0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29.7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32.9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0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 24506,'1116'-13'0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5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24233,'1152'22'0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58.0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29.7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32.9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35.9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35.9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1.7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1.7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8.7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8.7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0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 24506,'1116'-13'0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5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24233,'1152'22'0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58.0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29.7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32.9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35.9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35.9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1.7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1.7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8.7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8.7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0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 24506,'1116'-13'0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5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24233,'1152'22'0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58.0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29.7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32.9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35.9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35.9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1.7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1.7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8.7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8.7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0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 24506,'1116'-13'0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5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24233,'1152'22'0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58.0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29.7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32.9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35.9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35.9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1.7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1.7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8.7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8.7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0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 24506,'1116'-13'0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5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24233,'1152'22'0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58.0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29.7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32.9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35.9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35.9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1.7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1.7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8.7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8.7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0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 24506,'1116'-13'0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5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24233,'1152'22'0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58.0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24575,'0'0'-8191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29.7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32.9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35.9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35.9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1.7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1.7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8.7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8.7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9C737F-D935-417F-B57A-7911EEDD1F61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D1367-78D7-4992-93C6-1CC46C6437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076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The user can select any of the five tubes in any order. </a:t>
            </a:r>
          </a:p>
          <a:p>
            <a:pPr marL="228600" indent="-228600">
              <a:buAutoNum type="arabicPeriod"/>
            </a:pPr>
            <a:r>
              <a:rPr lang="en-US" dirty="0"/>
              <a:t>The user can press “Insight” button for having an insight about the widget’s topic.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978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06578-8159-3259-9F67-9AD324FF4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6D0028-5D2D-7D66-4EEB-7245EA2228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47D35C-04FD-C610-67C7-1B3563AF1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If the user presses the “Insights” button, then the given information pops up. </a:t>
            </a:r>
          </a:p>
          <a:p>
            <a:pPr marL="228600" indent="-228600">
              <a:buAutoNum type="arabicPeriod"/>
            </a:pPr>
            <a:r>
              <a:rPr lang="en-US" dirty="0"/>
              <a:t>The user can close it by tapping on the cross button.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ACC4B-4E3E-8DE1-C488-C7491D1E1E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077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When the user selects any tube. It gets highlighted.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2073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After selecting the tube, automatically a micropipette appears.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3498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The mixture is sucked in the micropipette.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9784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The micropipette goes to the Lane 1 for DNA ladder. (Note for DNA ladder the animation should always show the micropipette going to the Lane 1).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7664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The sample is loaded in the Lane 1 through animation.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1626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After the first sample is loaded it is marked with a different </a:t>
            </a:r>
            <a:r>
              <a:rPr lang="en-US" dirty="0" err="1"/>
              <a:t>colour</a:t>
            </a:r>
            <a:r>
              <a:rPr lang="en-US" dirty="0"/>
              <a:t>. </a:t>
            </a:r>
          </a:p>
          <a:p>
            <a:pPr marL="228600" indent="-228600">
              <a:buAutoNum type="arabicPeriod"/>
            </a:pPr>
            <a:r>
              <a:rPr lang="en-US" dirty="0"/>
              <a:t>The user can then select the second sample.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303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Repeat the animation of slide 6.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9746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1. Repeat the animation of slide 7. 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8853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For samples other than the DNA ladder, the animation should show that the micropipette going to the next lane of Ladder. </a:t>
            </a:r>
          </a:p>
          <a:p>
            <a:pPr marL="228600" indent="-228600">
              <a:buAutoNum type="arabicPeriod"/>
            </a:pPr>
            <a:r>
              <a:rPr lang="en-US" b="1" dirty="0"/>
              <a:t>NOTE: </a:t>
            </a:r>
            <a:r>
              <a:rPr lang="en-US" b="0" dirty="0"/>
              <a:t>Although the samples (1 to 4) can be selected in any order, they should be loaded in the order from Lane 2 to Lane 5. </a:t>
            </a:r>
            <a:endParaRPr lang="en-IN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5195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1. The sample is loaded in the Lane 2 through animation. 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9637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1. After the second sample is loaded it is marked with a different </a:t>
            </a:r>
            <a:r>
              <a:rPr lang="en-US" dirty="0" err="1"/>
              <a:t>colour</a:t>
            </a:r>
            <a:r>
              <a:rPr lang="en-US" dirty="0"/>
              <a:t>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5721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This way all the lanes are loaded with the sample.</a:t>
            </a:r>
          </a:p>
          <a:p>
            <a:pPr marL="228600" indent="-228600">
              <a:buAutoNum type="arabicPeriod"/>
            </a:pPr>
            <a:r>
              <a:rPr lang="en-US" dirty="0"/>
              <a:t>All the sample tubes are marked with a different color.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2686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After all the lanes are loaded, the Start and Reset button appear. </a:t>
            </a:r>
          </a:p>
          <a:p>
            <a:pPr marL="228600" indent="-228600">
              <a:buAutoNum type="arabicPeriod"/>
            </a:pPr>
            <a:r>
              <a:rPr lang="en-US" dirty="0"/>
              <a:t>If the user presses “Reset” button the user can again reload all the samples from slide 5 to slide 16.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2042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If the user presses “Start” button, the DNA samples start running and bands form. (Refer to the last slide [23] for the reference of animation).</a:t>
            </a:r>
          </a:p>
          <a:p>
            <a:pPr marL="228600" indent="-228600">
              <a:buAutoNum type="arabicPeriod"/>
            </a:pPr>
            <a:r>
              <a:rPr lang="en-US" dirty="0"/>
              <a:t>Then the bands form.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8006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1.After the DNA bands form text boxes appear below the sample tubes, where the user has to manually enter the correct values. 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9148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For correct values the text boxes will appear green with a feedback message. </a:t>
            </a:r>
          </a:p>
          <a:p>
            <a:pPr marL="228600" indent="-228600">
              <a:buAutoNum type="arabicPeriod"/>
            </a:pPr>
            <a:r>
              <a:rPr lang="en-US" dirty="0"/>
              <a:t>For wrong values the text boxes will appear red with a feedback message.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2920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After all the correct values are entered a success feedback message appears. </a:t>
            </a:r>
          </a:p>
          <a:p>
            <a:pPr marL="228600" indent="-228600">
              <a:buAutoNum type="arabicPeriod"/>
            </a:pPr>
            <a:r>
              <a:rPr lang="en-US" dirty="0"/>
              <a:t>The “Reset” button also appears </a:t>
            </a:r>
          </a:p>
          <a:p>
            <a:pPr marL="228600" indent="-228600">
              <a:buAutoNum type="arabicPeriod"/>
            </a:pPr>
            <a:r>
              <a:rPr lang="en-US" dirty="0"/>
              <a:t>Pressing the “Reset” button restarts the entire widget from slide 3, but with a new set of four samples, having completely different lengths of DNA. </a:t>
            </a:r>
          </a:p>
          <a:p>
            <a:pPr marL="228600" indent="-228600">
              <a:buAutoNum type="arabicPeriod"/>
            </a:pPr>
            <a:r>
              <a:rPr lang="en-US" dirty="0"/>
              <a:t>There are total 5 different sets of DNA samples which randomly appear.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674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7AD7A-2F98-E7C6-2F3F-218A7C412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EEA846-5B9D-8769-0596-A6EFDA1075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C26A2-8FA7-0843-6A98-68DE0A231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2569-F4F6-4DF3-BB23-2A4A1BC8D3AF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6B7A3-02F4-84FC-3863-5BB830642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917D9-97C7-9E90-A1D6-1DCBADABE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EEF5-7EAE-4CA9-AEAD-5E17AFFD7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753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1009B-6560-CC1C-14FA-A26517F93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C3BEC-85AE-3AF7-3A8E-C10A0B0A6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C1B70-3091-EBAE-3F1C-99EF7D3D2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2569-F4F6-4DF3-BB23-2A4A1BC8D3AF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4B21C-868E-E494-15A1-C80EB27AD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9F555-C17E-2D23-E69B-09E4963A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EEF5-7EAE-4CA9-AEAD-5E17AFFD7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848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69211-B576-E72F-D07D-2CE3719B5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054C3-06F7-77CD-B6FB-6D2FCFBC0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5B86F-BFB9-4C60-C9DF-78E3DF4F4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2569-F4F6-4DF3-BB23-2A4A1BC8D3AF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A4075-E9F7-83F8-45B0-82ACC8BB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1EBDE-0FDC-618C-FCD3-1A6ECC924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EEF5-7EAE-4CA9-AEAD-5E17AFFD7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548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AF2C5-32B9-D8A5-4AC0-18A7245C0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B8C67-90D7-F330-38F5-8BB20B19CF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A483C-671B-D14F-A27E-35BD7E099E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55CB2C-B486-4DD1-12A8-3C0C488CF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2569-F4F6-4DF3-BB23-2A4A1BC8D3AF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7CB28-4462-D15D-EF25-989362BCC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15B32E-3793-E94A-8F78-EBC0675D6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EEF5-7EAE-4CA9-AEAD-5E17AFFD7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748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4DBB5-B4B4-428E-8CF0-8413585C3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12915-B8A8-6E13-F4FD-4B6D7395C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4822F-EF08-9A2C-E7B9-E025CD50F2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E30627-39C5-0895-7503-8CF5E4991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7E3F-FD58-8759-112F-4292BF9415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BD4B2C-9CA2-1B6D-75B6-C33852F26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2569-F4F6-4DF3-BB23-2A4A1BC8D3AF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5FA182-36EC-0CBF-1ECE-9E1B59BB8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524919-613B-F8DC-0C43-58045050B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EEF5-7EAE-4CA9-AEAD-5E17AFFD7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29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9ECD5-95B0-1C94-6569-D87A6A4A2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1F8DCF-5272-BE80-95A2-6CA9D87A3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2569-F4F6-4DF3-BB23-2A4A1BC8D3AF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372CBB-E53C-D7A4-3ACB-235930AFF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ABF970-9093-7214-A70F-A7F0041C6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EEF5-7EAE-4CA9-AEAD-5E17AFFD7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170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A65A5A-9793-4B30-B9C1-19E09BFB9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2569-F4F6-4DF3-BB23-2A4A1BC8D3AF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FE42CF-9C11-9181-15FF-6A20B4FF4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4AE7B-D017-D3DD-6BF5-18DF5D18A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EEF5-7EAE-4CA9-AEAD-5E17AFFD7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015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081BA-7B07-1219-153E-34F0F0B09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39191-F1A6-F8AF-FF14-5188B6C0C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0CEBD9-BE24-1382-9070-C5446A665D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ADB006-AEA9-ACC6-8D7C-EF23A6BFF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2569-F4F6-4DF3-BB23-2A4A1BC8D3AF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313518-BEB6-5401-1CEF-2AA14ED77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AC5E2-6442-9073-9282-F303E6990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EEF5-7EAE-4CA9-AEAD-5E17AFFD7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923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9E5FC-FBD0-D7DB-6692-4FB078890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4BEDF4-F0B7-4EC2-263D-EF5A398094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5BE708-D3B7-5057-B311-DFB5255FB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29B893-8134-C180-FC05-7D6282CC7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2569-F4F6-4DF3-BB23-2A4A1BC8D3AF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5D824-65B3-E771-1432-058B6DB8F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2DBF18-68A7-F484-918A-EF5BDE600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EEF5-7EAE-4CA9-AEAD-5E17AFFD7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609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918D8-1808-F1C3-49B4-399621662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E8A80F-452C-A971-5315-1D0C4C0827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72E8E-F558-BB56-5AC7-BF2934FC4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2569-F4F6-4DF3-BB23-2A4A1BC8D3AF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2FBB5-CA37-6AAB-2E02-ED3214A50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7DAF2-4019-FD22-E220-157E4DB0B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EEF5-7EAE-4CA9-AEAD-5E17AFFD7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899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EBB33C-CECD-CFD4-FB85-8D7FA95864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A87B52-1CDC-8F61-086F-135293F82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D8A88-86A3-49F6-D431-EA5F886CA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2569-F4F6-4DF3-BB23-2A4A1BC8D3AF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A4DB1-CDEB-CE9E-E7E1-E57F2FF5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11491-FD25-5D14-27B5-4EC19079E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EEF5-7EAE-4CA9-AEAD-5E17AFFD7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551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E08662-F62E-B5EB-6730-B981FE113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F494B-036F-8FF6-6C00-ED3D55B3A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1F7FA-6EDF-7FE2-C239-9E5C860A70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802569-F4F6-4DF3-BB23-2A4A1BC8D3AF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DF9F0-85D5-2FBD-02E9-A2DA4F04AB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8FBE7-F216-AA8F-EE8B-AB2B96BAEB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8EEF5-7EAE-4CA9-AEAD-5E17AFFD75A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C7036B-6EDF-A5BD-9DF7-DA8DB788AF3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2275" y="6642100"/>
            <a:ext cx="71278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Unrestricted</a:t>
            </a:r>
          </a:p>
        </p:txBody>
      </p:sp>
    </p:spTree>
    <p:extLst>
      <p:ext uri="{BB962C8B-B14F-4D97-AF65-F5344CB8AC3E}">
        <p14:creationId xmlns:p14="http://schemas.microsoft.com/office/powerpoint/2010/main" val="1836541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2.png"/><Relationship Id="rId5" Type="http://schemas.openxmlformats.org/officeDocument/2006/relationships/customXml" Target="../ink/ink2.xml"/><Relationship Id="rId10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customXml" Target="../ink/ink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11" Type="http://schemas.openxmlformats.org/officeDocument/2006/relationships/image" Target="../media/image2.png"/><Relationship Id="rId5" Type="http://schemas.openxmlformats.org/officeDocument/2006/relationships/image" Target="../media/image14.png"/><Relationship Id="rId10" Type="http://schemas.openxmlformats.org/officeDocument/2006/relationships/image" Target="../media/image16.png"/><Relationship Id="rId4" Type="http://schemas.openxmlformats.org/officeDocument/2006/relationships/customXml" Target="../ink/ink5.xml"/><Relationship Id="rId9" Type="http://schemas.openxmlformats.org/officeDocument/2006/relationships/customXml" Target="../ink/ink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5" Type="http://schemas.openxmlformats.org/officeDocument/2006/relationships/image" Target="../media/image14.png"/><Relationship Id="rId10" Type="http://schemas.openxmlformats.org/officeDocument/2006/relationships/image" Target="../media/image2.png"/><Relationship Id="rId4" Type="http://schemas.openxmlformats.org/officeDocument/2006/relationships/customXml" Target="../ink/ink8.xml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11" Type="http://schemas.openxmlformats.org/officeDocument/2006/relationships/image" Target="../media/image4.png"/><Relationship Id="rId5" Type="http://schemas.openxmlformats.org/officeDocument/2006/relationships/image" Target="../media/image14.png"/><Relationship Id="rId10" Type="http://schemas.openxmlformats.org/officeDocument/2006/relationships/image" Target="../media/image2.png"/><Relationship Id="rId4" Type="http://schemas.openxmlformats.org/officeDocument/2006/relationships/customXml" Target="../ink/ink11.xml"/><Relationship Id="rId9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13" Type="http://schemas.openxmlformats.org/officeDocument/2006/relationships/image" Target="../media/image5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12" Type="http://schemas.openxmlformats.org/officeDocument/2006/relationships/customXml" Target="../ink/ink1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11" Type="http://schemas.openxmlformats.org/officeDocument/2006/relationships/image" Target="../media/image16.png"/><Relationship Id="rId5" Type="http://schemas.openxmlformats.org/officeDocument/2006/relationships/image" Target="../media/image1.png"/><Relationship Id="rId10" Type="http://schemas.openxmlformats.org/officeDocument/2006/relationships/customXml" Target="../ink/ink16.xml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13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11" Type="http://schemas.openxmlformats.org/officeDocument/2006/relationships/customXml" Target="../ink/ink21.xml"/><Relationship Id="rId5" Type="http://schemas.openxmlformats.org/officeDocument/2006/relationships/image" Target="../media/image14.png"/><Relationship Id="rId10" Type="http://schemas.openxmlformats.org/officeDocument/2006/relationships/image" Target="../media/image4.png"/><Relationship Id="rId4" Type="http://schemas.openxmlformats.org/officeDocument/2006/relationships/customXml" Target="../ink/ink18.xml"/><Relationship Id="rId9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.xml"/><Relationship Id="rId13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customXml" Target="../ink/ink2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.xml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5" Type="http://schemas.openxmlformats.org/officeDocument/2006/relationships/image" Target="../media/image2.png"/><Relationship Id="rId10" Type="http://schemas.openxmlformats.org/officeDocument/2006/relationships/customXml" Target="../ink/ink25.xml"/><Relationship Id="rId4" Type="http://schemas.openxmlformats.org/officeDocument/2006/relationships/customXml" Target="../ink/ink22.xml"/><Relationship Id="rId9" Type="http://schemas.openxmlformats.org/officeDocument/2006/relationships/image" Target="../media/image16.png"/><Relationship Id="rId1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9.xml"/><Relationship Id="rId13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customXml" Target="../ink/ink3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8.xml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customXml" Target="../ink/ink30.xml"/><Relationship Id="rId4" Type="http://schemas.openxmlformats.org/officeDocument/2006/relationships/customXml" Target="../ink/ink27.xml"/><Relationship Id="rId9" Type="http://schemas.openxmlformats.org/officeDocument/2006/relationships/image" Target="../media/image16.png"/><Relationship Id="rId1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4.xml"/><Relationship Id="rId13" Type="http://schemas.openxmlformats.org/officeDocument/2006/relationships/image" Target="../media/image20.png"/><Relationship Id="rId18" Type="http://schemas.openxmlformats.org/officeDocument/2006/relationships/customXml" Target="../ink/ink41.xml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customXml" Target="../ink/ink36.xml"/><Relationship Id="rId17" Type="http://schemas.openxmlformats.org/officeDocument/2006/relationships/customXml" Target="../ink/ink40.xml"/><Relationship Id="rId2" Type="http://schemas.openxmlformats.org/officeDocument/2006/relationships/notesSlide" Target="../notesSlides/notesSlide14.xml"/><Relationship Id="rId16" Type="http://schemas.openxmlformats.org/officeDocument/2006/relationships/customXml" Target="../ink/ink39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3.xml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5" Type="http://schemas.openxmlformats.org/officeDocument/2006/relationships/customXml" Target="../ink/ink38.xml"/><Relationship Id="rId10" Type="http://schemas.openxmlformats.org/officeDocument/2006/relationships/customXml" Target="../ink/ink35.xml"/><Relationship Id="rId19" Type="http://schemas.openxmlformats.org/officeDocument/2006/relationships/customXml" Target="../ink/ink42.xml"/><Relationship Id="rId4" Type="http://schemas.openxmlformats.org/officeDocument/2006/relationships/customXml" Target="../ink/ink32.xml"/><Relationship Id="rId9" Type="http://schemas.openxmlformats.org/officeDocument/2006/relationships/image" Target="../media/image16.png"/><Relationship Id="rId14" Type="http://schemas.openxmlformats.org/officeDocument/2006/relationships/customXml" Target="../ink/ink3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5.xml"/><Relationship Id="rId13" Type="http://schemas.openxmlformats.org/officeDocument/2006/relationships/image" Target="../media/image20.png"/><Relationship Id="rId18" Type="http://schemas.openxmlformats.org/officeDocument/2006/relationships/customXml" Target="../ink/ink52.xml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customXml" Target="../ink/ink47.xml"/><Relationship Id="rId17" Type="http://schemas.openxmlformats.org/officeDocument/2006/relationships/customXml" Target="../ink/ink51.xml"/><Relationship Id="rId2" Type="http://schemas.openxmlformats.org/officeDocument/2006/relationships/notesSlide" Target="../notesSlides/notesSlide15.xml"/><Relationship Id="rId16" Type="http://schemas.openxmlformats.org/officeDocument/2006/relationships/customXml" Target="../ink/ink50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4.xml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5" Type="http://schemas.openxmlformats.org/officeDocument/2006/relationships/customXml" Target="../ink/ink49.xml"/><Relationship Id="rId10" Type="http://schemas.openxmlformats.org/officeDocument/2006/relationships/customXml" Target="../ink/ink46.xml"/><Relationship Id="rId19" Type="http://schemas.openxmlformats.org/officeDocument/2006/relationships/customXml" Target="../ink/ink53.xml"/><Relationship Id="rId4" Type="http://schemas.openxmlformats.org/officeDocument/2006/relationships/customXml" Target="../ink/ink43.xml"/><Relationship Id="rId9" Type="http://schemas.openxmlformats.org/officeDocument/2006/relationships/image" Target="../media/image16.png"/><Relationship Id="rId14" Type="http://schemas.openxmlformats.org/officeDocument/2006/relationships/customXml" Target="../ink/ink48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customXml" Target="../ink/ink59.xml"/><Relationship Id="rId3" Type="http://schemas.openxmlformats.org/officeDocument/2006/relationships/image" Target="../media/image1.png"/><Relationship Id="rId21" Type="http://schemas.openxmlformats.org/officeDocument/2006/relationships/customXml" Target="../ink/ink62.xml"/><Relationship Id="rId12" Type="http://schemas.openxmlformats.org/officeDocument/2006/relationships/customXml" Target="../ink/ink56.xml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6" Type="http://schemas.openxmlformats.org/officeDocument/2006/relationships/customXml" Target="../ink/ink58.xml"/><Relationship Id="rId20" Type="http://schemas.openxmlformats.org/officeDocument/2006/relationships/customXml" Target="../ink/ink61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5.png"/><Relationship Id="rId24" Type="http://schemas.openxmlformats.org/officeDocument/2006/relationships/image" Target="../media/image2.png"/><Relationship Id="rId15" Type="http://schemas.openxmlformats.org/officeDocument/2006/relationships/image" Target="../media/image19.png"/><Relationship Id="rId23" Type="http://schemas.openxmlformats.org/officeDocument/2006/relationships/customXml" Target="../ink/ink64.xml"/><Relationship Id="rId10" Type="http://schemas.openxmlformats.org/officeDocument/2006/relationships/customXml" Target="../ink/ink55.xml"/><Relationship Id="rId19" Type="http://schemas.openxmlformats.org/officeDocument/2006/relationships/customXml" Target="../ink/ink60.xml"/><Relationship Id="rId4" Type="http://schemas.openxmlformats.org/officeDocument/2006/relationships/customXml" Target="../ink/ink54.xml"/><Relationship Id="rId9" Type="http://schemas.openxmlformats.org/officeDocument/2006/relationships/image" Target="../media/image14.png"/><Relationship Id="rId14" Type="http://schemas.openxmlformats.org/officeDocument/2006/relationships/customXml" Target="../ink/ink57.xml"/><Relationship Id="rId22" Type="http://schemas.openxmlformats.org/officeDocument/2006/relationships/customXml" Target="../ink/ink63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customXml" Target="../ink/ink70.xml"/><Relationship Id="rId3" Type="http://schemas.openxmlformats.org/officeDocument/2006/relationships/image" Target="../media/image2.png"/><Relationship Id="rId21" Type="http://schemas.openxmlformats.org/officeDocument/2006/relationships/customXml" Target="../ink/ink73.xml"/><Relationship Id="rId12" Type="http://schemas.openxmlformats.org/officeDocument/2006/relationships/customXml" Target="../ink/ink67.xml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6" Type="http://schemas.openxmlformats.org/officeDocument/2006/relationships/customXml" Target="../ink/ink69.xml"/><Relationship Id="rId20" Type="http://schemas.openxmlformats.org/officeDocument/2006/relationships/customXml" Target="../ink/ink72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5.png"/><Relationship Id="rId5" Type="http://schemas.openxmlformats.org/officeDocument/2006/relationships/customXml" Target="../ink/ink65.xml"/><Relationship Id="rId15" Type="http://schemas.openxmlformats.org/officeDocument/2006/relationships/image" Target="../media/image19.png"/><Relationship Id="rId23" Type="http://schemas.openxmlformats.org/officeDocument/2006/relationships/customXml" Target="../ink/ink75.xml"/><Relationship Id="rId10" Type="http://schemas.openxmlformats.org/officeDocument/2006/relationships/customXml" Target="../ink/ink66.xml"/><Relationship Id="rId19" Type="http://schemas.openxmlformats.org/officeDocument/2006/relationships/customXml" Target="../ink/ink71.xml"/><Relationship Id="rId4" Type="http://schemas.openxmlformats.org/officeDocument/2006/relationships/image" Target="../media/image1.png"/><Relationship Id="rId9" Type="http://schemas.openxmlformats.org/officeDocument/2006/relationships/image" Target="../media/image14.png"/><Relationship Id="rId14" Type="http://schemas.openxmlformats.org/officeDocument/2006/relationships/customXml" Target="../ink/ink68.xml"/><Relationship Id="rId22" Type="http://schemas.openxmlformats.org/officeDocument/2006/relationships/customXml" Target="../ink/ink74.xml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customXml" Target="../ink/ink81.xml"/><Relationship Id="rId3" Type="http://schemas.openxmlformats.org/officeDocument/2006/relationships/image" Target="../media/image2.png"/><Relationship Id="rId21" Type="http://schemas.openxmlformats.org/officeDocument/2006/relationships/customXml" Target="../ink/ink84.xml"/><Relationship Id="rId12" Type="http://schemas.openxmlformats.org/officeDocument/2006/relationships/customXml" Target="../ink/ink78.xml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6" Type="http://schemas.openxmlformats.org/officeDocument/2006/relationships/customXml" Target="../ink/ink80.xml"/><Relationship Id="rId20" Type="http://schemas.openxmlformats.org/officeDocument/2006/relationships/customXml" Target="../ink/ink83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5.png"/><Relationship Id="rId5" Type="http://schemas.openxmlformats.org/officeDocument/2006/relationships/customXml" Target="../ink/ink76.xml"/><Relationship Id="rId15" Type="http://schemas.openxmlformats.org/officeDocument/2006/relationships/image" Target="../media/image19.png"/><Relationship Id="rId23" Type="http://schemas.openxmlformats.org/officeDocument/2006/relationships/customXml" Target="../ink/ink86.xml"/><Relationship Id="rId10" Type="http://schemas.openxmlformats.org/officeDocument/2006/relationships/customXml" Target="../ink/ink77.xml"/><Relationship Id="rId19" Type="http://schemas.openxmlformats.org/officeDocument/2006/relationships/customXml" Target="../ink/ink82.xml"/><Relationship Id="rId4" Type="http://schemas.openxmlformats.org/officeDocument/2006/relationships/image" Target="../media/image1.png"/><Relationship Id="rId9" Type="http://schemas.openxmlformats.org/officeDocument/2006/relationships/image" Target="../media/image14.png"/><Relationship Id="rId14" Type="http://schemas.openxmlformats.org/officeDocument/2006/relationships/customXml" Target="../ink/ink79.xml"/><Relationship Id="rId22" Type="http://schemas.openxmlformats.org/officeDocument/2006/relationships/customXml" Target="../ink/ink85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customXml" Target="../ink/ink92.xml"/><Relationship Id="rId3" Type="http://schemas.openxmlformats.org/officeDocument/2006/relationships/image" Target="../media/image1.png"/><Relationship Id="rId21" Type="http://schemas.openxmlformats.org/officeDocument/2006/relationships/customXml" Target="../ink/ink95.xml"/><Relationship Id="rId12" Type="http://schemas.openxmlformats.org/officeDocument/2006/relationships/customXml" Target="../ink/ink89.xml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6" Type="http://schemas.openxmlformats.org/officeDocument/2006/relationships/customXml" Target="../ink/ink91.xml"/><Relationship Id="rId20" Type="http://schemas.openxmlformats.org/officeDocument/2006/relationships/customXml" Target="../ink/ink94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5.png"/><Relationship Id="rId24" Type="http://schemas.openxmlformats.org/officeDocument/2006/relationships/image" Target="../media/image2.png"/><Relationship Id="rId15" Type="http://schemas.openxmlformats.org/officeDocument/2006/relationships/image" Target="../media/image19.png"/><Relationship Id="rId23" Type="http://schemas.openxmlformats.org/officeDocument/2006/relationships/customXml" Target="../ink/ink97.xml"/><Relationship Id="rId10" Type="http://schemas.openxmlformats.org/officeDocument/2006/relationships/customXml" Target="../ink/ink88.xml"/><Relationship Id="rId19" Type="http://schemas.openxmlformats.org/officeDocument/2006/relationships/customXml" Target="../ink/ink93.xml"/><Relationship Id="rId4" Type="http://schemas.openxmlformats.org/officeDocument/2006/relationships/customXml" Target="../ink/ink87.xml"/><Relationship Id="rId9" Type="http://schemas.openxmlformats.org/officeDocument/2006/relationships/image" Target="../media/image14.png"/><Relationship Id="rId14" Type="http://schemas.openxmlformats.org/officeDocument/2006/relationships/customXml" Target="../ink/ink90.xml"/><Relationship Id="rId22" Type="http://schemas.openxmlformats.org/officeDocument/2006/relationships/customXml" Target="../ink/ink9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4107777-AFBE-24FE-28A9-4F5E91958503}"/>
              </a:ext>
            </a:extLst>
          </p:cNvPr>
          <p:cNvSpPr>
            <a:spLocks noGrp="1"/>
          </p:cNvSpPr>
          <p:nvPr/>
        </p:nvSpPr>
        <p:spPr>
          <a:xfrm>
            <a:off x="838200" y="523081"/>
            <a:ext cx="8343900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dirty="0"/>
              <a:t>Widget Title: </a:t>
            </a:r>
            <a:r>
              <a:rPr lang="en-US" b="1" dirty="0"/>
              <a:t>Find The DNA Lengths </a:t>
            </a:r>
            <a:endParaRPr lang="en-IN" b="1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E8B9A284-2D9A-8310-2D4E-8BB185E937CB}"/>
              </a:ext>
            </a:extLst>
          </p:cNvPr>
          <p:cNvSpPr>
            <a:spLocks noGrp="1"/>
          </p:cNvSpPr>
          <p:nvPr/>
        </p:nvSpPr>
        <p:spPr>
          <a:xfrm>
            <a:off x="838200" y="19835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TP Details:</a:t>
            </a:r>
          </a:p>
          <a:p>
            <a:pPr marL="0" indent="0" algn="just">
              <a:buNone/>
            </a:pPr>
            <a:r>
              <a:rPr lang="en-US" b="1" dirty="0"/>
              <a:t>CBSE  Chapter 9: </a:t>
            </a:r>
            <a:r>
              <a:rPr lang="en-IN" dirty="0"/>
              <a:t>  Biotechnology: Principles and Processes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Science Level 6:</a:t>
            </a:r>
          </a:p>
          <a:p>
            <a:pPr marL="0" indent="0">
              <a:buNone/>
            </a:pPr>
            <a:r>
              <a:rPr lang="en-US" b="1" dirty="0"/>
              <a:t>TP id: </a:t>
            </a:r>
            <a:r>
              <a:rPr lang="en-IN" dirty="0"/>
              <a:t>tp-04e8e005-cac7-41d2-9717-d9220252351f</a:t>
            </a:r>
            <a:endParaRPr lang="en-US" dirty="0"/>
          </a:p>
          <a:p>
            <a:pPr marL="0" indent="0" algn="just">
              <a:buNone/>
            </a:pPr>
            <a:r>
              <a:rPr lang="en-US" b="1" dirty="0"/>
              <a:t>TP title: </a:t>
            </a:r>
            <a:r>
              <a:rPr lang="en-US" dirty="0"/>
              <a:t>Tools of Recombinant DNA Technology: Restriction Enzymes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9013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98C08-D4F8-E020-BD76-98DB05F03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15" y="310722"/>
            <a:ext cx="11908809" cy="630844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Objective:</a:t>
            </a:r>
          </a:p>
          <a:p>
            <a:pPr algn="just"/>
            <a:r>
              <a:rPr lang="en-US" dirty="0"/>
              <a:t>To determine sample DNA fragment sizes by comparing their band positions with a standard DNA ladder on agarose gel electrophoresis.</a:t>
            </a:r>
          </a:p>
          <a:p>
            <a:pPr algn="just"/>
            <a:endParaRPr lang="en-US" b="1" dirty="0"/>
          </a:p>
          <a:p>
            <a:pPr marL="0" indent="0" algn="just">
              <a:buNone/>
            </a:pPr>
            <a:r>
              <a:rPr lang="en-US" b="1" dirty="0"/>
              <a:t>Use Case and User Interaction:</a:t>
            </a:r>
          </a:p>
          <a:p>
            <a:pPr algn="just"/>
            <a:r>
              <a:rPr lang="en-US" dirty="0"/>
              <a:t>Users can observe DNA band positions of four samples alongside a DNA ladder on simulated gel electrophoresis results.</a:t>
            </a:r>
          </a:p>
          <a:p>
            <a:pPr algn="just"/>
            <a:r>
              <a:rPr lang="en-US" dirty="0"/>
              <a:t>Users can estimate and enter fragment sizes in base pairs (bps) by comparing sample band positions with ladder markers.</a:t>
            </a:r>
          </a:p>
          <a:p>
            <a:pPr algn="just"/>
            <a:r>
              <a:rPr lang="en-US" dirty="0"/>
              <a:t>Immediate validation shows correct answers, helping users refine their measurement accuracy.</a:t>
            </a:r>
            <a:endParaRPr lang="en-US" b="1" dirty="0"/>
          </a:p>
          <a:p>
            <a:pPr algn="just"/>
            <a:r>
              <a:rPr lang="en-US" dirty="0"/>
              <a:t>Five different sample sets provide varied practice scenarios for developing gel interpretation skills.</a:t>
            </a:r>
          </a:p>
        </p:txBody>
      </p:sp>
    </p:spTree>
    <p:extLst>
      <p:ext uri="{BB962C8B-B14F-4D97-AF65-F5344CB8AC3E}">
        <p14:creationId xmlns:p14="http://schemas.microsoft.com/office/powerpoint/2010/main" val="3612199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022BC27E-74A4-602A-90D4-00BF4DC46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CA25EF0-53AF-CE5A-A8AB-3DAFD0D7E80B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82C4A5-1D8A-08B2-D4D6-2774BBFABFBC}"/>
              </a:ext>
            </a:extLst>
          </p:cNvPr>
          <p:cNvSpPr txBox="1"/>
          <p:nvPr/>
        </p:nvSpPr>
        <p:spPr>
          <a:xfrm>
            <a:off x="3982301" y="161023"/>
            <a:ext cx="4802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Find The DNA Lengths </a:t>
            </a:r>
            <a:endParaRPr lang="en-IN" sz="36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43C604-CE35-947D-D21A-7AA4AD1D2979}"/>
              </a:ext>
            </a:extLst>
          </p:cNvPr>
          <p:cNvSpPr txBox="1"/>
          <p:nvPr/>
        </p:nvSpPr>
        <p:spPr>
          <a:xfrm>
            <a:off x="7931687" y="880296"/>
            <a:ext cx="364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DNA samples in loading mixtures</a:t>
            </a:r>
            <a:endParaRPr lang="en-IN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F3B8989-BAEE-BCFB-3897-3AF824AC5C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7454900" y="2758258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2ACFDC-928E-E750-C7D2-D5DC05347E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890203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DB91C69-E3CF-037F-885B-600F02D7D2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1037927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CDD49EA-C595-2B55-FF81-9AAEEBD7B5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10391351" y="3608659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E902EDA-411B-C2CC-B333-EA575839AC0C}"/>
              </a:ext>
            </a:extLst>
          </p:cNvPr>
          <p:cNvSpPr txBox="1"/>
          <p:nvPr/>
        </p:nvSpPr>
        <p:spPr>
          <a:xfrm>
            <a:off x="7541422" y="394339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DNA ladder</a:t>
            </a:r>
            <a:endParaRPr lang="en-IN" sz="11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E95AC7-8E44-FD2E-E2A1-11C1F9178A1C}"/>
              </a:ext>
            </a:extLst>
          </p:cNvPr>
          <p:cNvSpPr txBox="1"/>
          <p:nvPr/>
        </p:nvSpPr>
        <p:spPr>
          <a:xfrm>
            <a:off x="10595605" y="278923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2</a:t>
            </a:r>
            <a:endParaRPr lang="en-IN" sz="11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83066A-ECD9-48D3-AA7B-9309D916B196}"/>
              </a:ext>
            </a:extLst>
          </p:cNvPr>
          <p:cNvSpPr txBox="1"/>
          <p:nvPr/>
        </p:nvSpPr>
        <p:spPr>
          <a:xfrm>
            <a:off x="8981897" y="278522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1</a:t>
            </a:r>
            <a:endParaRPr lang="en-IN" sz="110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65D7A58-7700-57E6-BC20-34BA06EB47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9043920" y="3628325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A5761DE-0005-84A6-BC59-211CD95F094A}"/>
              </a:ext>
            </a:extLst>
          </p:cNvPr>
          <p:cNvSpPr txBox="1"/>
          <p:nvPr/>
        </p:nvSpPr>
        <p:spPr>
          <a:xfrm>
            <a:off x="5900030" y="5161838"/>
            <a:ext cx="616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Tap the Eppendorf tubes (in any order) to load DNA samples. 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5F2AC9-2211-D656-8396-7FE3A3E7D696}"/>
              </a:ext>
            </a:extLst>
          </p:cNvPr>
          <p:cNvSpPr txBox="1"/>
          <p:nvPr/>
        </p:nvSpPr>
        <p:spPr>
          <a:xfrm>
            <a:off x="9118366" y="481854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3</a:t>
            </a:r>
            <a:endParaRPr lang="en-IN" sz="11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A79A7E-49F1-BACB-7266-9FD14BE4E0EA}"/>
              </a:ext>
            </a:extLst>
          </p:cNvPr>
          <p:cNvSpPr txBox="1"/>
          <p:nvPr/>
        </p:nvSpPr>
        <p:spPr>
          <a:xfrm>
            <a:off x="10607681" y="4804347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4</a:t>
            </a:r>
            <a:endParaRPr lang="en-IN" sz="11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B2EE11C-090D-1EEF-202E-5763D1AA3522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8785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1729-E791-6B66-7132-C45BD328C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43EE2F91-63BA-6CF2-6DC0-C557F1E98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A3E5236-53E2-3409-806A-080CE36250E0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302506-EED5-A297-3E3F-D630F4536F27}"/>
              </a:ext>
            </a:extLst>
          </p:cNvPr>
          <p:cNvSpPr txBox="1"/>
          <p:nvPr/>
        </p:nvSpPr>
        <p:spPr>
          <a:xfrm>
            <a:off x="3982301" y="161023"/>
            <a:ext cx="4802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Find The DNA Lengths </a:t>
            </a:r>
            <a:endParaRPr lang="en-IN" sz="36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02088A-5846-8300-782C-F959F7E4ADAB}"/>
              </a:ext>
            </a:extLst>
          </p:cNvPr>
          <p:cNvSpPr txBox="1"/>
          <p:nvPr/>
        </p:nvSpPr>
        <p:spPr>
          <a:xfrm>
            <a:off x="7931687" y="880296"/>
            <a:ext cx="364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DNA samples in loading mixtures</a:t>
            </a:r>
            <a:endParaRPr lang="en-IN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0D5B573-1B7D-371F-96FF-3CEED38ECC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7454900" y="2758258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7674E19-2ECD-7A02-DCAC-19E1A375FE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890203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AC0EA56-A2E1-4CB1-5FCD-781ED8DA2D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1037927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DC649EA-FA46-0BE3-4020-1A11F55834C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10391351" y="3608659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44B7707-45A3-8F09-3A8F-8387EC4FDD5A}"/>
              </a:ext>
            </a:extLst>
          </p:cNvPr>
          <p:cNvSpPr txBox="1"/>
          <p:nvPr/>
        </p:nvSpPr>
        <p:spPr>
          <a:xfrm>
            <a:off x="7541422" y="394339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DNA ladder</a:t>
            </a:r>
            <a:endParaRPr lang="en-IN" sz="11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B4AC2F-E492-CE4C-7A0B-99898605A065}"/>
              </a:ext>
            </a:extLst>
          </p:cNvPr>
          <p:cNvSpPr txBox="1"/>
          <p:nvPr/>
        </p:nvSpPr>
        <p:spPr>
          <a:xfrm>
            <a:off x="10595605" y="278923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2</a:t>
            </a:r>
            <a:endParaRPr lang="en-IN" sz="11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E4020A-109E-10FA-F0EA-B087C682C18E}"/>
              </a:ext>
            </a:extLst>
          </p:cNvPr>
          <p:cNvSpPr txBox="1"/>
          <p:nvPr/>
        </p:nvSpPr>
        <p:spPr>
          <a:xfrm>
            <a:off x="8981897" y="278522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1</a:t>
            </a:r>
            <a:endParaRPr lang="en-IN" sz="110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E7DED53-C332-D775-4820-CAB8355ECB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9043920" y="3628325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1D3B67F-BE5C-B28A-3865-7F2E9E6DC956}"/>
              </a:ext>
            </a:extLst>
          </p:cNvPr>
          <p:cNvSpPr txBox="1"/>
          <p:nvPr/>
        </p:nvSpPr>
        <p:spPr>
          <a:xfrm>
            <a:off x="5900030" y="5161838"/>
            <a:ext cx="616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Tap the Eppendorf tubes (in any order) to load DNA samples. 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A70778-9B09-C847-FD51-D92696393F16}"/>
              </a:ext>
            </a:extLst>
          </p:cNvPr>
          <p:cNvSpPr txBox="1"/>
          <p:nvPr/>
        </p:nvSpPr>
        <p:spPr>
          <a:xfrm>
            <a:off x="9118366" y="481854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3</a:t>
            </a:r>
            <a:endParaRPr lang="en-IN" sz="11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8474A1-7B89-97C8-4416-D90F1E206054}"/>
              </a:ext>
            </a:extLst>
          </p:cNvPr>
          <p:cNvSpPr txBox="1"/>
          <p:nvPr/>
        </p:nvSpPr>
        <p:spPr>
          <a:xfrm>
            <a:off x="10607681" y="4804347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4</a:t>
            </a:r>
            <a:endParaRPr lang="en-IN" sz="11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14B17B-E551-9DED-C3AF-70575CB2B97A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chemeClr val="bg2">
              <a:lumMod val="90000"/>
            </a:schemeClr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87FC43-F9AF-6DD6-E1B0-292AB9EADA74}"/>
              </a:ext>
            </a:extLst>
          </p:cNvPr>
          <p:cNvSpPr/>
          <p:nvPr/>
        </p:nvSpPr>
        <p:spPr>
          <a:xfrm>
            <a:off x="2453436" y="1075485"/>
            <a:ext cx="7859730" cy="42672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F7CA6E-62D2-592D-88DE-835D607ABDBC}"/>
              </a:ext>
            </a:extLst>
          </p:cNvPr>
          <p:cNvSpPr txBox="1"/>
          <p:nvPr/>
        </p:nvSpPr>
        <p:spPr>
          <a:xfrm>
            <a:off x="2768680" y="1249628"/>
            <a:ext cx="7359245" cy="3970318"/>
          </a:xfrm>
          <a:prstGeom prst="rect">
            <a:avLst/>
          </a:prstGeom>
          <a:solidFill>
            <a:schemeClr val="lt1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Basis of Agarose Gel Electrophoresis: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Separation by size</a:t>
            </a:r>
            <a:r>
              <a:rPr lang="en-US" dirty="0"/>
              <a:t> - DNA fragments are separated based on their molecular weight, with smaller fragments migrating faster through the gel matrix than larger ones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Negative charge movement</a:t>
            </a:r>
            <a:r>
              <a:rPr lang="en-US" dirty="0"/>
              <a:t> - DNA molecules are negatively charged due to their phosphate backbone, so they migrate toward the positive electrode (anode) when an electric field is applied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DNA ladder as reference</a:t>
            </a:r>
            <a:r>
              <a:rPr lang="en-US" dirty="0"/>
              <a:t> - A DNA ladder (molecular weight marker) containing fragments of known sizes runs alongside samples, allowing accurate size determination by comparison</a:t>
            </a:r>
          </a:p>
          <a:p>
            <a:pPr algn="just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51B37E-46CE-D0C4-0DC1-6AEBCC6EE0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6451" y="1113873"/>
            <a:ext cx="342268" cy="33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55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3A799-E73A-EB11-33B1-48C415569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048D8A-3556-2B37-AD05-685B66A92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1D0B86-0B36-C039-571C-54633E458A7B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67C0AB-7DAB-D168-1261-180AD63675EC}"/>
              </a:ext>
            </a:extLst>
          </p:cNvPr>
          <p:cNvSpPr txBox="1"/>
          <p:nvPr/>
        </p:nvSpPr>
        <p:spPr>
          <a:xfrm>
            <a:off x="3982301" y="161023"/>
            <a:ext cx="4802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Find The DNA Lengths </a:t>
            </a:r>
            <a:endParaRPr lang="en-IN" sz="3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8A97DC-11C3-CF0A-C8F0-D894464677D9}"/>
              </a:ext>
            </a:extLst>
          </p:cNvPr>
          <p:cNvSpPr txBox="1"/>
          <p:nvPr/>
        </p:nvSpPr>
        <p:spPr>
          <a:xfrm>
            <a:off x="7931687" y="880296"/>
            <a:ext cx="364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DNA samples in loading mixtures</a:t>
            </a:r>
            <a:endParaRPr lang="en-IN" b="1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2DC698F-8828-95A7-CEA9-F42B8137BF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7454900" y="2758258"/>
            <a:ext cx="971372" cy="1156356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0927844-3785-7550-2A43-01E8A50B3D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890203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7462672-1D61-26EB-77E9-70C6D66703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1037927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FB190A4-7272-2DA2-0E86-D5E819710B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10391351" y="3608659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49E99D9-2A32-4C4A-6E6B-77261B185986}"/>
              </a:ext>
            </a:extLst>
          </p:cNvPr>
          <p:cNvSpPr txBox="1"/>
          <p:nvPr/>
        </p:nvSpPr>
        <p:spPr>
          <a:xfrm>
            <a:off x="7541422" y="394339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DNA ladder</a:t>
            </a:r>
            <a:endParaRPr lang="en-IN" sz="11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312264-0697-98ED-FD47-705DE1A43F2F}"/>
              </a:ext>
            </a:extLst>
          </p:cNvPr>
          <p:cNvSpPr txBox="1"/>
          <p:nvPr/>
        </p:nvSpPr>
        <p:spPr>
          <a:xfrm>
            <a:off x="10595605" y="278923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2</a:t>
            </a:r>
            <a:endParaRPr lang="en-IN" sz="11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E65705-6270-B6FA-D62C-9F9A821FD7DC}"/>
              </a:ext>
            </a:extLst>
          </p:cNvPr>
          <p:cNvSpPr txBox="1"/>
          <p:nvPr/>
        </p:nvSpPr>
        <p:spPr>
          <a:xfrm>
            <a:off x="8981897" y="278522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1</a:t>
            </a:r>
            <a:endParaRPr lang="en-IN" sz="1100" b="1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09A7547-C58B-FD40-F553-D970446BD1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9043920" y="3628325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62896870-4E35-61A0-1787-3F73746DA9F8}"/>
              </a:ext>
            </a:extLst>
          </p:cNvPr>
          <p:cNvSpPr txBox="1"/>
          <p:nvPr/>
        </p:nvSpPr>
        <p:spPr>
          <a:xfrm>
            <a:off x="5900030" y="5161838"/>
            <a:ext cx="616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Tap the Eppendorf tubes (in any order) to load DNA samples. 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A4879B-9C78-CCB2-A27B-3B6D86C59757}"/>
              </a:ext>
            </a:extLst>
          </p:cNvPr>
          <p:cNvSpPr txBox="1"/>
          <p:nvPr/>
        </p:nvSpPr>
        <p:spPr>
          <a:xfrm>
            <a:off x="9118366" y="481854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3</a:t>
            </a:r>
            <a:endParaRPr lang="en-IN" sz="11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7F9F8AC-D927-DEA6-EC1E-622F415D9449}"/>
              </a:ext>
            </a:extLst>
          </p:cNvPr>
          <p:cNvSpPr txBox="1"/>
          <p:nvPr/>
        </p:nvSpPr>
        <p:spPr>
          <a:xfrm>
            <a:off x="10607681" y="4804347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4</a:t>
            </a:r>
            <a:endParaRPr lang="en-IN" sz="11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9BBF2A-90A2-E092-F389-EE1D223F0C9C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17FF8E4-AC15-EE34-9693-3775916FBEDA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F2402D0-9C02-0B7A-1F6D-268E19B54379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DC1145-ADFA-4811-63DA-EE60F9E90A91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A7CD89-4BE0-DD2A-F731-4D1E99BC3C8B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87793A5-E88E-E8D6-1304-CD876C46B0CF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9A0FA3-48CF-6D85-93F1-4B427EB62806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1CF95E-1007-45DF-ACA0-D9EBEE506BFA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B591CA-0C62-F2B2-A233-0507D1598EE5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6065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ACA44-92B4-F9A1-C501-DD931F5C9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9818B1-147D-FF9E-3484-9D020E346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06E57D4-985A-9E72-3E05-2D6A03D36916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89EF58-F01D-838E-4D9F-0348FC2F5D7D}"/>
              </a:ext>
            </a:extLst>
          </p:cNvPr>
          <p:cNvSpPr txBox="1"/>
          <p:nvPr/>
        </p:nvSpPr>
        <p:spPr>
          <a:xfrm>
            <a:off x="3982301" y="161023"/>
            <a:ext cx="4802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Find The DNA Lengths </a:t>
            </a:r>
            <a:endParaRPr lang="en-IN" sz="36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36C6076-EEDE-6355-88FC-9A162D987B65}"/>
              </a:ext>
            </a:extLst>
          </p:cNvPr>
          <p:cNvSpPr txBox="1"/>
          <p:nvPr/>
        </p:nvSpPr>
        <p:spPr>
          <a:xfrm>
            <a:off x="7931687" y="880296"/>
            <a:ext cx="364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DNA samples in loading mixtures</a:t>
            </a:r>
            <a:endParaRPr lang="en-IN" b="1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C39C2FC-2CA7-A3D8-C70E-2F1E371B45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9454" y="1830646"/>
            <a:ext cx="802263" cy="159835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14FA7F02-95F5-BC5F-712C-D6DD2C7E554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647" b="27327"/>
          <a:stretch>
            <a:fillRect/>
          </a:stretch>
        </p:blipFill>
        <p:spPr>
          <a:xfrm>
            <a:off x="7454900" y="2758258"/>
            <a:ext cx="971372" cy="1156356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373AAEC-6235-5B02-DBCE-01D5387074F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647" b="27327"/>
          <a:stretch>
            <a:fillRect/>
          </a:stretch>
        </p:blipFill>
        <p:spPr>
          <a:xfrm>
            <a:off x="890203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93B6027-6466-82FD-48D1-B7EE41B5BD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647" b="27327"/>
          <a:stretch>
            <a:fillRect/>
          </a:stretch>
        </p:blipFill>
        <p:spPr>
          <a:xfrm>
            <a:off x="1037927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7348A65-DD40-4253-2368-3A72F3EA458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647" b="27327"/>
          <a:stretch>
            <a:fillRect/>
          </a:stretch>
        </p:blipFill>
        <p:spPr>
          <a:xfrm>
            <a:off x="10391351" y="3608659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E0DAD28-D55A-262D-22B9-ADE8E97D16BC}"/>
              </a:ext>
            </a:extLst>
          </p:cNvPr>
          <p:cNvSpPr txBox="1"/>
          <p:nvPr/>
        </p:nvSpPr>
        <p:spPr>
          <a:xfrm>
            <a:off x="7541422" y="394339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DNA ladder</a:t>
            </a:r>
            <a:endParaRPr lang="en-IN" sz="11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A34E7E6-FAD4-B57B-A117-F8D55A14829E}"/>
              </a:ext>
            </a:extLst>
          </p:cNvPr>
          <p:cNvSpPr txBox="1"/>
          <p:nvPr/>
        </p:nvSpPr>
        <p:spPr>
          <a:xfrm>
            <a:off x="10595605" y="278923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2</a:t>
            </a:r>
            <a:endParaRPr lang="en-IN" sz="11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D7CDE1E-E32D-DA07-8BCF-5350E1143076}"/>
              </a:ext>
            </a:extLst>
          </p:cNvPr>
          <p:cNvSpPr txBox="1"/>
          <p:nvPr/>
        </p:nvSpPr>
        <p:spPr>
          <a:xfrm>
            <a:off x="8981897" y="278522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1</a:t>
            </a:r>
            <a:endParaRPr lang="en-IN" sz="1100" b="1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211D3170-8A0E-080C-224F-53C429DE40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647" b="27327"/>
          <a:stretch>
            <a:fillRect/>
          </a:stretch>
        </p:blipFill>
        <p:spPr>
          <a:xfrm>
            <a:off x="9043920" y="3628325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567033F6-D424-DC67-B88D-D405389D6C9A}"/>
              </a:ext>
            </a:extLst>
          </p:cNvPr>
          <p:cNvSpPr txBox="1"/>
          <p:nvPr/>
        </p:nvSpPr>
        <p:spPr>
          <a:xfrm>
            <a:off x="5900030" y="5161838"/>
            <a:ext cx="616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Tap the Eppendorf tubes (in any order) to load DNA samples. 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4E736CF-60BC-926C-751F-F7225D5A7C33}"/>
              </a:ext>
            </a:extLst>
          </p:cNvPr>
          <p:cNvSpPr txBox="1"/>
          <p:nvPr/>
        </p:nvSpPr>
        <p:spPr>
          <a:xfrm>
            <a:off x="9118366" y="481854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3</a:t>
            </a:r>
            <a:endParaRPr lang="en-IN" sz="11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8136E7-2E39-8B96-0FC1-0F1C76C2AEBB}"/>
              </a:ext>
            </a:extLst>
          </p:cNvPr>
          <p:cNvSpPr txBox="1"/>
          <p:nvPr/>
        </p:nvSpPr>
        <p:spPr>
          <a:xfrm>
            <a:off x="10607681" y="4804347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4</a:t>
            </a:r>
            <a:endParaRPr lang="en-IN" sz="11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4DB7837-FB0A-72BA-4BFE-AD0DDBF2E218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8927A69-5481-667B-E446-9FC60AFF0A19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74E5880-0A0C-AE8E-8C4B-D5989D7756BB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8B53D68-3389-8CED-7C39-B28ADB432485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A93A382-47E2-C3CC-C21A-0BDE9193D4EB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0CF7A39-42A2-0B68-6FB9-6AF2D60C89AD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568E76-532D-FB2F-F4E2-E31F55F07297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B36EFBA-94C2-D50E-85EC-BD9460D1EFC8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A373F0-BD34-BFBE-CA63-FD1F006077C2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22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5F9B2-DECC-F0B7-0B14-842B9B406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F996F1F3-A959-E8F4-18D1-D5F14FCBF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9454" y="1830646"/>
            <a:ext cx="802263" cy="159835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C12C042-C3CA-2C66-0205-E1A951561B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7454900" y="2758258"/>
            <a:ext cx="971372" cy="1156356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59153BB-7B4D-02BC-3EAE-1A3C73E9FC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045DA1B-7A99-DE34-3EE0-F14698FEB2A4}"/>
                  </a:ext>
                </a:extLst>
              </p14:cNvPr>
              <p14:cNvContentPartPr/>
              <p14:nvPr/>
            </p14:nvContentPartPr>
            <p14:xfrm>
              <a:off x="7989445" y="3054671"/>
              <a:ext cx="9360" cy="138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045DA1B-7A99-DE34-3EE0-F14698FEB2A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83325" y="3048551"/>
                <a:ext cx="21600" cy="15048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AFB2B26D-43AA-08B9-B1EB-184A2A89516E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60CFF5-66A7-1CC3-6BDE-82169D304C76}"/>
              </a:ext>
            </a:extLst>
          </p:cNvPr>
          <p:cNvSpPr txBox="1"/>
          <p:nvPr/>
        </p:nvSpPr>
        <p:spPr>
          <a:xfrm>
            <a:off x="3982301" y="161023"/>
            <a:ext cx="4802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Find The DNA Lengths </a:t>
            </a:r>
            <a:endParaRPr lang="en-IN" sz="36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434A274-D598-A259-1D2D-333198E39754}"/>
              </a:ext>
            </a:extLst>
          </p:cNvPr>
          <p:cNvSpPr txBox="1"/>
          <p:nvPr/>
        </p:nvSpPr>
        <p:spPr>
          <a:xfrm>
            <a:off x="7931687" y="880296"/>
            <a:ext cx="364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DNA samples in loading mixtures</a:t>
            </a:r>
            <a:endParaRPr lang="en-IN" b="1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7860C766-6D6D-2C7C-BBC4-A171C4543E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890203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E805957-E56D-7606-8B26-0B0874D5B3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1037927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EAA460B-4CED-9A74-C4E5-8F88551B19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10391351" y="3608659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AFB23E8F-F79E-3630-EC6A-47D03A3403F0}"/>
              </a:ext>
            </a:extLst>
          </p:cNvPr>
          <p:cNvSpPr txBox="1"/>
          <p:nvPr/>
        </p:nvSpPr>
        <p:spPr>
          <a:xfrm>
            <a:off x="7541422" y="394339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DNA ladder</a:t>
            </a:r>
            <a:endParaRPr lang="en-IN" sz="11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716D509-6D9B-99BE-71FD-1392DD150FB9}"/>
              </a:ext>
            </a:extLst>
          </p:cNvPr>
          <p:cNvSpPr txBox="1"/>
          <p:nvPr/>
        </p:nvSpPr>
        <p:spPr>
          <a:xfrm>
            <a:off x="10595605" y="278923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2</a:t>
            </a:r>
            <a:endParaRPr lang="en-IN" sz="11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DDEC0D8-57EA-C394-DCE9-47BC2BA426C0}"/>
              </a:ext>
            </a:extLst>
          </p:cNvPr>
          <p:cNvSpPr txBox="1"/>
          <p:nvPr/>
        </p:nvSpPr>
        <p:spPr>
          <a:xfrm>
            <a:off x="9118366" y="481854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3</a:t>
            </a:r>
            <a:endParaRPr lang="en-IN" sz="11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8D30889-5F02-081E-EFFE-11139D353A65}"/>
              </a:ext>
            </a:extLst>
          </p:cNvPr>
          <p:cNvSpPr txBox="1"/>
          <p:nvPr/>
        </p:nvSpPr>
        <p:spPr>
          <a:xfrm>
            <a:off x="10607681" y="4804347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4</a:t>
            </a:r>
            <a:endParaRPr lang="en-IN" sz="11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6176FAB-8327-51BB-D9F0-D8E2258FD96A}"/>
              </a:ext>
            </a:extLst>
          </p:cNvPr>
          <p:cNvSpPr txBox="1"/>
          <p:nvPr/>
        </p:nvSpPr>
        <p:spPr>
          <a:xfrm>
            <a:off x="8981897" y="278522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1</a:t>
            </a:r>
            <a:endParaRPr lang="en-IN" sz="1100" b="1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C513B631-6E97-3CCA-B012-3EEA8FC150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9043920" y="3628325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AD32CB3F-B486-3540-6C22-D4149175009D}"/>
              </a:ext>
            </a:extLst>
          </p:cNvPr>
          <p:cNvSpPr txBox="1"/>
          <p:nvPr/>
        </p:nvSpPr>
        <p:spPr>
          <a:xfrm>
            <a:off x="5900030" y="5161838"/>
            <a:ext cx="616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Tap the Eppendorf tubes (in any order) to load DNA samples. 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C4729C-37ED-E5D9-1871-964045B353DF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DB62E28-38D0-1850-05F4-55D8FACA51C9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A04F8CC-7BEF-3C0C-32BC-3633011006B9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80CB18D-C32C-6C1D-88C8-F6FF8023DAB2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3BD2D3A-E377-65B8-649A-1C164E595EF6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DF523B2-3D20-E4E7-3222-AE900141FDD6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1E8519A-9CD7-A9F8-6C1A-7BF2DABEB088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54CCC76-DD36-4910-1DFC-7BF40792B657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2C50FB-AA09-D52C-C155-F111282F09EB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9633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2711C-9940-87A8-52F1-C5788E3AA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157636C-DAE5-F15F-17A3-CC6E1791C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1F24D2-0B60-3F0F-D425-DFCAEE206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8690" y="289856"/>
            <a:ext cx="802263" cy="159835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BB82F6C-B4A5-523F-926D-D37BEF4028EA}"/>
                  </a:ext>
                </a:extLst>
              </p14:cNvPr>
              <p14:cNvContentPartPr/>
              <p14:nvPr/>
            </p14:nvContentPartPr>
            <p14:xfrm>
              <a:off x="2182495" y="1550723"/>
              <a:ext cx="14400" cy="1479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BB82F6C-B4A5-523F-926D-D37BEF4028E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76375" y="1544603"/>
                <a:ext cx="2664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D433B45-7A8F-39B6-DF48-65050399C6B1}"/>
                  </a:ext>
                </a:extLst>
              </p14:cNvPr>
              <p14:cNvContentPartPr/>
              <p14:nvPr/>
            </p14:nvContentPartPr>
            <p14:xfrm>
              <a:off x="2182495" y="1550723"/>
              <a:ext cx="28800" cy="212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D433B45-7A8F-39B6-DF48-65050399C6B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76375" y="1544603"/>
                <a:ext cx="4104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F5EFAA2-1CA9-A7E5-4151-9DF31DEE4461}"/>
                  </a:ext>
                </a:extLst>
              </p14:cNvPr>
              <p14:cNvContentPartPr/>
              <p14:nvPr/>
            </p14:nvContentPartPr>
            <p14:xfrm>
              <a:off x="2194375" y="1564043"/>
              <a:ext cx="10800" cy="871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F5EFAA2-1CA9-A7E5-4151-9DF31DEE446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88255" y="1557923"/>
                <a:ext cx="23040" cy="9936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A5BC10C6-E75C-F901-3461-582D10A97238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4129CD-F3F9-1CCA-E395-48C722B467F0}"/>
              </a:ext>
            </a:extLst>
          </p:cNvPr>
          <p:cNvSpPr txBox="1"/>
          <p:nvPr/>
        </p:nvSpPr>
        <p:spPr>
          <a:xfrm>
            <a:off x="3982301" y="161023"/>
            <a:ext cx="4802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Find The DNA Lengths </a:t>
            </a:r>
            <a:endParaRPr lang="en-IN" sz="3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9EF734-B7A4-DDB4-D547-53964F67163C}"/>
              </a:ext>
            </a:extLst>
          </p:cNvPr>
          <p:cNvSpPr txBox="1"/>
          <p:nvPr/>
        </p:nvSpPr>
        <p:spPr>
          <a:xfrm>
            <a:off x="7931687" y="880296"/>
            <a:ext cx="364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DNA samples in loading mixtures</a:t>
            </a:r>
            <a:endParaRPr lang="en-IN" b="1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90731D4-7A79-5F06-1A5A-FB59836AB659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647" b="27327"/>
          <a:stretch>
            <a:fillRect/>
          </a:stretch>
        </p:blipFill>
        <p:spPr>
          <a:xfrm>
            <a:off x="890203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4CA277F-DAFE-81EB-850D-AD68AE3D4210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647" b="27327"/>
          <a:stretch>
            <a:fillRect/>
          </a:stretch>
        </p:blipFill>
        <p:spPr>
          <a:xfrm>
            <a:off x="1037927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3775733-3774-1CCB-7C8E-17844984B47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647" b="27327"/>
          <a:stretch>
            <a:fillRect/>
          </a:stretch>
        </p:blipFill>
        <p:spPr>
          <a:xfrm>
            <a:off x="10391351" y="3608659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33285DA-6DF1-EA17-CABF-7F165550FA9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647" b="27327"/>
          <a:stretch>
            <a:fillRect/>
          </a:stretch>
        </p:blipFill>
        <p:spPr>
          <a:xfrm>
            <a:off x="7454900" y="2758258"/>
            <a:ext cx="971372" cy="1156356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7F726A5-A5A9-5DBB-F111-4E0349C34272}"/>
              </a:ext>
            </a:extLst>
          </p:cNvPr>
          <p:cNvSpPr txBox="1"/>
          <p:nvPr/>
        </p:nvSpPr>
        <p:spPr>
          <a:xfrm>
            <a:off x="7541422" y="394339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DNA ladder</a:t>
            </a:r>
            <a:endParaRPr lang="en-IN" sz="11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87194E-CAA9-5DF1-30AA-5E8AF35720A5}"/>
              </a:ext>
            </a:extLst>
          </p:cNvPr>
          <p:cNvSpPr txBox="1"/>
          <p:nvPr/>
        </p:nvSpPr>
        <p:spPr>
          <a:xfrm>
            <a:off x="10595605" y="278923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2</a:t>
            </a:r>
            <a:endParaRPr lang="en-IN" sz="11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7061660-D430-CC20-A971-8FBAA6D8766F}"/>
              </a:ext>
            </a:extLst>
          </p:cNvPr>
          <p:cNvSpPr txBox="1"/>
          <p:nvPr/>
        </p:nvSpPr>
        <p:spPr>
          <a:xfrm>
            <a:off x="9118366" y="481854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3</a:t>
            </a:r>
            <a:endParaRPr lang="en-IN" sz="11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C1E77C-EB36-CD7F-E489-F3CBD832E7E1}"/>
              </a:ext>
            </a:extLst>
          </p:cNvPr>
          <p:cNvSpPr txBox="1"/>
          <p:nvPr/>
        </p:nvSpPr>
        <p:spPr>
          <a:xfrm>
            <a:off x="10607681" y="4804347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4</a:t>
            </a:r>
            <a:endParaRPr lang="en-IN" sz="11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7D7EC0-7DE7-25D6-F91E-6532C1D13A9E}"/>
              </a:ext>
            </a:extLst>
          </p:cNvPr>
          <p:cNvSpPr txBox="1"/>
          <p:nvPr/>
        </p:nvSpPr>
        <p:spPr>
          <a:xfrm>
            <a:off x="8981897" y="278522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1</a:t>
            </a:r>
            <a:endParaRPr lang="en-IN" sz="1100" b="1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508ED42-C20C-2B9B-A61F-948D6A82B71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647" b="27327"/>
          <a:stretch>
            <a:fillRect/>
          </a:stretch>
        </p:blipFill>
        <p:spPr>
          <a:xfrm>
            <a:off x="9043920" y="3628325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25D1A0C4-A256-9DF1-8BBF-F54C7C24BDF7}"/>
              </a:ext>
            </a:extLst>
          </p:cNvPr>
          <p:cNvSpPr txBox="1"/>
          <p:nvPr/>
        </p:nvSpPr>
        <p:spPr>
          <a:xfrm>
            <a:off x="5900030" y="5161838"/>
            <a:ext cx="616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Tap the Eppendorf tubes (in any order) to load DNA samples. 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170443-D6FA-A6C9-5D1A-3D4F766A4FC2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7066C4C-DCFC-6325-0E23-34129F8F90D3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2FEFF93-EB1D-AE5D-6D7D-247147F71A45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C247B61-62A7-79B2-3DFC-0121DAAFFB05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2CADC24-D351-7A74-1539-42E1A1A20AAC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F1B370B-10B4-C812-DE14-2AAC0AFE8028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5C727B-71D2-F5D8-8CAB-9AF197357ABD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208E56-03B2-256D-9212-8799B8E0FEE2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C2A0D6-2660-4C0B-17ED-CAA9A6E9A851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2730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5E7B0-E27D-F7A9-68C7-340825992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74479D-5194-B02C-C5D9-89D504B8F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C138F3C-D59D-89B9-3621-16F3DD4B2775}"/>
                  </a:ext>
                </a:extLst>
              </p14:cNvPr>
              <p14:cNvContentPartPr/>
              <p14:nvPr/>
            </p14:nvContentPartPr>
            <p14:xfrm>
              <a:off x="1985655" y="1793705"/>
              <a:ext cx="402120" cy="5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C138F3C-D59D-89B9-3621-16F3DD4B277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67655" y="1775705"/>
                <a:ext cx="4377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52F517E-9F08-60B6-71F1-FE074AA03310}"/>
                  </a:ext>
                </a:extLst>
              </p14:cNvPr>
              <p14:cNvContentPartPr/>
              <p14:nvPr/>
            </p14:nvContentPartPr>
            <p14:xfrm>
              <a:off x="1977735" y="1830065"/>
              <a:ext cx="414720" cy="8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52F517E-9F08-60B6-71F1-FE074AA0331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59735" y="1812065"/>
                <a:ext cx="450360" cy="43920"/>
              </a:xfrm>
              <a:prstGeom prst="rect">
                <a:avLst/>
              </a:prstGeom>
            </p:spPr>
          </p:pic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5512C803-EF9E-1CA2-9ECB-03EC4E1A2C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38690" y="289856"/>
            <a:ext cx="802263" cy="159835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318D3E8-A42D-C991-E381-AE90CAEE4065}"/>
                  </a:ext>
                </a:extLst>
              </p14:cNvPr>
              <p14:cNvContentPartPr/>
              <p14:nvPr/>
            </p14:nvContentPartPr>
            <p14:xfrm>
              <a:off x="10452619" y="4908657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318D3E8-A42D-C991-E381-AE90CAEE406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446499" y="4902537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4BEC4E47-26C8-F486-F101-2D4715FF490D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C546FE-34C2-44BA-0532-1C51861A4DE3}"/>
              </a:ext>
            </a:extLst>
          </p:cNvPr>
          <p:cNvSpPr txBox="1"/>
          <p:nvPr/>
        </p:nvSpPr>
        <p:spPr>
          <a:xfrm>
            <a:off x="3982301" y="161023"/>
            <a:ext cx="4802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Find The DNA Lengths </a:t>
            </a:r>
            <a:endParaRPr lang="en-IN" sz="3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1673F5-4E52-CBC5-12BA-3FB385E33F8F}"/>
              </a:ext>
            </a:extLst>
          </p:cNvPr>
          <p:cNvSpPr txBox="1"/>
          <p:nvPr/>
        </p:nvSpPr>
        <p:spPr>
          <a:xfrm>
            <a:off x="7931687" y="880296"/>
            <a:ext cx="364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DNA samples in loading mixtures</a:t>
            </a:r>
            <a:endParaRPr lang="en-IN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55C0F23-7953-46EF-E223-4A270164031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647" b="27327"/>
          <a:stretch>
            <a:fillRect/>
          </a:stretch>
        </p:blipFill>
        <p:spPr>
          <a:xfrm>
            <a:off x="890203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B3D3733-F8F3-5C7A-7470-31EB9E229335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647" b="27327"/>
          <a:stretch>
            <a:fillRect/>
          </a:stretch>
        </p:blipFill>
        <p:spPr>
          <a:xfrm>
            <a:off x="1037927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375335A-105C-750A-57B7-7E9EF8723D20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647" b="27327"/>
          <a:stretch>
            <a:fillRect/>
          </a:stretch>
        </p:blipFill>
        <p:spPr>
          <a:xfrm>
            <a:off x="10391351" y="3608659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09D6980-9687-FD2D-C4A0-87162E918B6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647" b="27327"/>
          <a:stretch>
            <a:fillRect/>
          </a:stretch>
        </p:blipFill>
        <p:spPr>
          <a:xfrm>
            <a:off x="7454900" y="2758258"/>
            <a:ext cx="971372" cy="1156356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503FFC4-AD97-6AB6-BB77-ED35D4D1DD44}"/>
              </a:ext>
            </a:extLst>
          </p:cNvPr>
          <p:cNvSpPr txBox="1"/>
          <p:nvPr/>
        </p:nvSpPr>
        <p:spPr>
          <a:xfrm>
            <a:off x="7541422" y="394339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DNA ladder</a:t>
            </a:r>
            <a:endParaRPr lang="en-IN" sz="11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D97875-0312-E99B-62C0-20D069199E98}"/>
              </a:ext>
            </a:extLst>
          </p:cNvPr>
          <p:cNvSpPr txBox="1"/>
          <p:nvPr/>
        </p:nvSpPr>
        <p:spPr>
          <a:xfrm>
            <a:off x="10595605" y="278923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2</a:t>
            </a:r>
            <a:endParaRPr lang="en-IN" sz="11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64BF8C-225D-390D-0301-EFF2FC352CA4}"/>
              </a:ext>
            </a:extLst>
          </p:cNvPr>
          <p:cNvSpPr txBox="1"/>
          <p:nvPr/>
        </p:nvSpPr>
        <p:spPr>
          <a:xfrm>
            <a:off x="9118366" y="481854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3</a:t>
            </a:r>
            <a:endParaRPr lang="en-IN" sz="11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8326B6-640D-FF7D-46E6-5E1AFD0AC3C0}"/>
              </a:ext>
            </a:extLst>
          </p:cNvPr>
          <p:cNvSpPr txBox="1"/>
          <p:nvPr/>
        </p:nvSpPr>
        <p:spPr>
          <a:xfrm>
            <a:off x="10607681" y="4804347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4</a:t>
            </a:r>
            <a:endParaRPr lang="en-IN" sz="11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5CA0E2E-C07C-9382-283B-7C214DB23B36}"/>
              </a:ext>
            </a:extLst>
          </p:cNvPr>
          <p:cNvSpPr txBox="1"/>
          <p:nvPr/>
        </p:nvSpPr>
        <p:spPr>
          <a:xfrm>
            <a:off x="8981897" y="278522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1</a:t>
            </a:r>
            <a:endParaRPr lang="en-IN" sz="1100" b="1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822685C-C322-8DDB-FB7C-1E018FD3ECD1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647" b="27327"/>
          <a:stretch>
            <a:fillRect/>
          </a:stretch>
        </p:blipFill>
        <p:spPr>
          <a:xfrm>
            <a:off x="9043920" y="3628325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D7F1B2EA-F0DD-E43E-75C6-A6D3F248B5A2}"/>
              </a:ext>
            </a:extLst>
          </p:cNvPr>
          <p:cNvSpPr txBox="1"/>
          <p:nvPr/>
        </p:nvSpPr>
        <p:spPr>
          <a:xfrm>
            <a:off x="5900030" y="5161838"/>
            <a:ext cx="616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Tap the Eppendorf tubes (in any order) to load DNA samples. 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37AEE76-E47A-EA8F-13B1-4A85629D31D2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3324979-8CE3-7E4F-F9A6-88F321E938DB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1AB2778-96F4-19E0-C9F9-8F2FF3E16205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0A2991C-4023-591A-87AD-E7D74EEF90EA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20D9B16-627D-F6B1-6716-9CFACDD79EB6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8718D53-A65B-B0E4-3BE3-F5D527C52DE7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E97403-D5D2-FED9-3A4E-4ACF54335931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5B211DF-D188-4B96-D6E2-B2C3DD537ABC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6592F7-5B0A-6793-AF8D-B925B9CB1BD6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1132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7ABCC-28BE-BE39-0462-F8F14A608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538D5A-641E-25E3-2366-880E8069E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DD35867-4BEE-3F3B-45A7-A73BD9FFDDA3}"/>
                  </a:ext>
                </a:extLst>
              </p14:cNvPr>
              <p14:cNvContentPartPr/>
              <p14:nvPr/>
            </p14:nvContentPartPr>
            <p14:xfrm>
              <a:off x="1985655" y="1793705"/>
              <a:ext cx="402120" cy="5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DD35867-4BEE-3F3B-45A7-A73BD9FFDDA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67655" y="1775705"/>
                <a:ext cx="4377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B063C32-3516-0025-BE20-EE66D7C65CCD}"/>
                  </a:ext>
                </a:extLst>
              </p14:cNvPr>
              <p14:cNvContentPartPr/>
              <p14:nvPr/>
            </p14:nvContentPartPr>
            <p14:xfrm>
              <a:off x="1977735" y="1830065"/>
              <a:ext cx="414720" cy="8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B063C32-3516-0025-BE20-EE66D7C65CC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59735" y="1812065"/>
                <a:ext cx="4503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37058D6-4A7D-E3D2-DAA4-D77164FBE382}"/>
                  </a:ext>
                </a:extLst>
              </p14:cNvPr>
              <p14:cNvContentPartPr/>
              <p14:nvPr/>
            </p14:nvContentPartPr>
            <p14:xfrm>
              <a:off x="10452619" y="4908657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37058D6-4A7D-E3D2-DAA4-D77164FBE38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46499" y="4902537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4D80156-7A4E-0F84-87BC-778843D1E7E4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914895-D7E7-B7A2-28CB-0E3AA9D4E0C3}"/>
              </a:ext>
            </a:extLst>
          </p:cNvPr>
          <p:cNvSpPr txBox="1"/>
          <p:nvPr/>
        </p:nvSpPr>
        <p:spPr>
          <a:xfrm>
            <a:off x="3982301" y="161023"/>
            <a:ext cx="4802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Find The DNA Lengths </a:t>
            </a:r>
            <a:endParaRPr lang="en-IN" sz="3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522925-EFC0-50FD-58D1-C3BFECC7D196}"/>
              </a:ext>
            </a:extLst>
          </p:cNvPr>
          <p:cNvSpPr txBox="1"/>
          <p:nvPr/>
        </p:nvSpPr>
        <p:spPr>
          <a:xfrm>
            <a:off x="7931687" y="880296"/>
            <a:ext cx="364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DNA samples in loading mixtures</a:t>
            </a:r>
            <a:endParaRPr lang="en-IN" b="1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E86A57B-D4D9-8E36-BBB8-22484DB148A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647" b="27327"/>
          <a:stretch>
            <a:fillRect/>
          </a:stretch>
        </p:blipFill>
        <p:spPr>
          <a:xfrm>
            <a:off x="890203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D675750-0AE4-99FA-4C89-D1CD0181337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647" b="27327"/>
          <a:stretch>
            <a:fillRect/>
          </a:stretch>
        </p:blipFill>
        <p:spPr>
          <a:xfrm>
            <a:off x="1037927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2B0253E-2873-D784-1F7D-31393BB8BA4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647" b="27327"/>
          <a:stretch>
            <a:fillRect/>
          </a:stretch>
        </p:blipFill>
        <p:spPr>
          <a:xfrm>
            <a:off x="10391351" y="3608659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67DC144-4EAD-BACA-54FC-F6AFD3DEC63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647" b="27327"/>
          <a:stretch>
            <a:fillRect/>
          </a:stretch>
        </p:blipFill>
        <p:spPr>
          <a:xfrm>
            <a:off x="7454900" y="2758258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9644F50-4F55-5472-AD79-BCF39E8551A3}"/>
              </a:ext>
            </a:extLst>
          </p:cNvPr>
          <p:cNvSpPr txBox="1"/>
          <p:nvPr/>
        </p:nvSpPr>
        <p:spPr>
          <a:xfrm>
            <a:off x="7541422" y="394339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DNA ladder</a:t>
            </a:r>
            <a:endParaRPr lang="en-IN" sz="11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B5135F-971A-B6A0-C0F8-6D0AA6CEC34D}"/>
              </a:ext>
            </a:extLst>
          </p:cNvPr>
          <p:cNvSpPr txBox="1"/>
          <p:nvPr/>
        </p:nvSpPr>
        <p:spPr>
          <a:xfrm>
            <a:off x="10595605" y="278923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2</a:t>
            </a:r>
            <a:endParaRPr lang="en-IN" sz="11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4BA747F-BC75-A1C5-7354-E3BA1392BAFB}"/>
              </a:ext>
            </a:extLst>
          </p:cNvPr>
          <p:cNvSpPr txBox="1"/>
          <p:nvPr/>
        </p:nvSpPr>
        <p:spPr>
          <a:xfrm>
            <a:off x="9118366" y="481854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3</a:t>
            </a:r>
            <a:endParaRPr lang="en-IN" sz="11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AAD2CA-395F-1ED9-EE65-8E7F81AFBEE5}"/>
              </a:ext>
            </a:extLst>
          </p:cNvPr>
          <p:cNvSpPr txBox="1"/>
          <p:nvPr/>
        </p:nvSpPr>
        <p:spPr>
          <a:xfrm>
            <a:off x="10607681" y="4804347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4</a:t>
            </a:r>
            <a:endParaRPr lang="en-IN" sz="11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9058B98-16D6-3D31-8405-0029088F02E9}"/>
              </a:ext>
            </a:extLst>
          </p:cNvPr>
          <p:cNvSpPr txBox="1"/>
          <p:nvPr/>
        </p:nvSpPr>
        <p:spPr>
          <a:xfrm>
            <a:off x="8981897" y="278522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1</a:t>
            </a:r>
            <a:endParaRPr lang="en-IN" sz="1100" b="1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A9E4250-0A41-695C-C94E-D27C2158A22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647" b="27327"/>
          <a:stretch>
            <a:fillRect/>
          </a:stretch>
        </p:blipFill>
        <p:spPr>
          <a:xfrm>
            <a:off x="9043920" y="3628325"/>
            <a:ext cx="971372" cy="1156356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FD367817-0525-E468-1FDF-22A434B46B6E}"/>
              </a:ext>
            </a:extLst>
          </p:cNvPr>
          <p:cNvSpPr txBox="1"/>
          <p:nvPr/>
        </p:nvSpPr>
        <p:spPr>
          <a:xfrm>
            <a:off x="5900030" y="5161838"/>
            <a:ext cx="616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Tap the Eppendorf tubes (in any order) to load DNA samples. 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D8E9E0-5F98-5F58-677F-D048D53E84C4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24A5F12-8449-D77C-2E36-2B501AFB50BF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6F6042D-5B1D-7AE1-A028-CE098CD0CCAC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03204EE-1BB7-7315-EB99-EE20EBA4F22D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E795D3A-CC3C-E9AA-7223-A1B2F8F7B049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9EA4E6-BBDC-2489-408D-ECEACF9D6644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DC035E-19E7-BBE6-27EB-5C22BD3AC351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1796529-0790-B47D-F640-AB517CE1784C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6ED0A9-06B5-D19A-B99F-9DD078408B6B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9954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368A3-A167-A705-01AB-8DC276857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6577F4E-71E2-5347-E637-7D12A27A8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F53AB8B-FA5D-398C-D15D-5A46260AB77F}"/>
                  </a:ext>
                </a:extLst>
              </p14:cNvPr>
              <p14:cNvContentPartPr/>
              <p14:nvPr/>
            </p14:nvContentPartPr>
            <p14:xfrm>
              <a:off x="1985655" y="1793705"/>
              <a:ext cx="402120" cy="5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F53AB8B-FA5D-398C-D15D-5A46260AB77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67655" y="1775705"/>
                <a:ext cx="4377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D4719EE-A695-0008-2758-27C297898841}"/>
                  </a:ext>
                </a:extLst>
              </p14:cNvPr>
              <p14:cNvContentPartPr/>
              <p14:nvPr/>
            </p14:nvContentPartPr>
            <p14:xfrm>
              <a:off x="1977735" y="1830065"/>
              <a:ext cx="414720" cy="8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D4719EE-A695-0008-2758-27C29789884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59735" y="1812065"/>
                <a:ext cx="4503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66D81C8-8A9F-87F6-ACC6-A6CB40E041D5}"/>
                  </a:ext>
                </a:extLst>
              </p14:cNvPr>
              <p14:cNvContentPartPr/>
              <p14:nvPr/>
            </p14:nvContentPartPr>
            <p14:xfrm>
              <a:off x="10452619" y="4908657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66D81C8-8A9F-87F6-ACC6-A6CB40E041D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46499" y="4902537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B146743-8AC7-BB8B-C34D-171B578C27F9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C1CA82-D903-B4B8-ECE6-2BB993A5E4F0}"/>
              </a:ext>
            </a:extLst>
          </p:cNvPr>
          <p:cNvSpPr txBox="1"/>
          <p:nvPr/>
        </p:nvSpPr>
        <p:spPr>
          <a:xfrm>
            <a:off x="3982301" y="161023"/>
            <a:ext cx="4802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Find The DNA Lengths </a:t>
            </a:r>
            <a:endParaRPr lang="en-IN" sz="3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820DA4-A581-B72A-2A8E-E5C38DE3DC58}"/>
              </a:ext>
            </a:extLst>
          </p:cNvPr>
          <p:cNvSpPr txBox="1"/>
          <p:nvPr/>
        </p:nvSpPr>
        <p:spPr>
          <a:xfrm>
            <a:off x="7931687" y="880296"/>
            <a:ext cx="364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DNA samples in loading mixtures</a:t>
            </a:r>
            <a:endParaRPr lang="en-IN" b="1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2BA3A6E-9C0C-6206-949F-5FA86E85C51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647" b="27327"/>
          <a:stretch>
            <a:fillRect/>
          </a:stretch>
        </p:blipFill>
        <p:spPr>
          <a:xfrm>
            <a:off x="890203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ECFB733-BF48-AD12-BEDB-A19E7DE6A68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647" b="27327"/>
          <a:stretch>
            <a:fillRect/>
          </a:stretch>
        </p:blipFill>
        <p:spPr>
          <a:xfrm>
            <a:off x="1037927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E803D4C-A2DE-C92A-4490-4E7352CF97F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647" b="27327"/>
          <a:stretch>
            <a:fillRect/>
          </a:stretch>
        </p:blipFill>
        <p:spPr>
          <a:xfrm>
            <a:off x="10391351" y="3608659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BF6C58F-F5BC-3045-13BF-FA4E466F691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647" b="27327"/>
          <a:stretch>
            <a:fillRect/>
          </a:stretch>
        </p:blipFill>
        <p:spPr>
          <a:xfrm>
            <a:off x="7454900" y="2758258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F017934-4922-7687-0FDA-E76531FBF42C}"/>
              </a:ext>
            </a:extLst>
          </p:cNvPr>
          <p:cNvSpPr txBox="1"/>
          <p:nvPr/>
        </p:nvSpPr>
        <p:spPr>
          <a:xfrm>
            <a:off x="7541422" y="394339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DNA ladder</a:t>
            </a:r>
            <a:endParaRPr lang="en-IN" sz="11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45D4F3-507F-4B94-7628-0961A9AE56F0}"/>
              </a:ext>
            </a:extLst>
          </p:cNvPr>
          <p:cNvSpPr txBox="1"/>
          <p:nvPr/>
        </p:nvSpPr>
        <p:spPr>
          <a:xfrm>
            <a:off x="10595605" y="278923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2</a:t>
            </a:r>
            <a:endParaRPr lang="en-IN" sz="11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322085-D5AB-DD70-23E9-D71B8986A463}"/>
              </a:ext>
            </a:extLst>
          </p:cNvPr>
          <p:cNvSpPr txBox="1"/>
          <p:nvPr/>
        </p:nvSpPr>
        <p:spPr>
          <a:xfrm>
            <a:off x="9118366" y="481854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3</a:t>
            </a:r>
            <a:endParaRPr lang="en-IN" sz="11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0A9C59-51ED-FB7D-EEB4-2BE17CE915B2}"/>
              </a:ext>
            </a:extLst>
          </p:cNvPr>
          <p:cNvSpPr txBox="1"/>
          <p:nvPr/>
        </p:nvSpPr>
        <p:spPr>
          <a:xfrm>
            <a:off x="10607681" y="4804347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4</a:t>
            </a:r>
            <a:endParaRPr lang="en-IN" sz="11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1BECE71-FB1B-AED3-89AE-7BA40A49D007}"/>
              </a:ext>
            </a:extLst>
          </p:cNvPr>
          <p:cNvSpPr txBox="1"/>
          <p:nvPr/>
        </p:nvSpPr>
        <p:spPr>
          <a:xfrm>
            <a:off x="8981897" y="278522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1</a:t>
            </a:r>
            <a:endParaRPr lang="en-IN" sz="1100" b="1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A2ACC6E6-AC09-609E-C159-BBDBA46CC73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647" b="27327"/>
          <a:stretch>
            <a:fillRect/>
          </a:stretch>
        </p:blipFill>
        <p:spPr>
          <a:xfrm>
            <a:off x="9043920" y="3628325"/>
            <a:ext cx="971372" cy="1156356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8FC173C-71FA-5FD6-F0F4-8E416196B3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3029" y="2726410"/>
            <a:ext cx="802263" cy="159835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E163E994-F5D3-FCDA-19BD-7C3023D67B79}"/>
              </a:ext>
            </a:extLst>
          </p:cNvPr>
          <p:cNvSpPr txBox="1"/>
          <p:nvPr/>
        </p:nvSpPr>
        <p:spPr>
          <a:xfrm>
            <a:off x="5900030" y="5161838"/>
            <a:ext cx="616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Tap the Eppendorf tubes (in any order) to load DNA samples. 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50D84B3-6C95-4858-4F9B-89AD99CA2751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F5B291C-D53F-232F-82A4-90F8D63AF84E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B658059-A367-C920-02BC-2EE15F9422AA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55F19B-0CC4-83D1-DC0D-E6B05409F6BC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0967332-BF46-A08B-0245-D794A5AB4283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2792E4-6002-0D83-BE3C-37A4EE92CBCC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034776-CF27-A7A1-FC80-0B553BC1A90E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5346295-4CCC-CC36-4AC7-5B10A0C58ABB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55FB86-9977-5C6D-32EC-941838E821B6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0898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22DEF-88F1-55BD-4587-97C20A0F5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BF4E782-8CD1-A33E-1640-B6B428FC7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029" y="2726410"/>
            <a:ext cx="802263" cy="159835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ADE771A-3824-D7BB-53D7-4290E72C49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890203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E39BA83-20CD-0686-E34F-3D08CEF262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13E6C33-52E6-1EF7-7540-77371A1E24C9}"/>
                  </a:ext>
                </a:extLst>
              </p14:cNvPr>
              <p14:cNvContentPartPr/>
              <p14:nvPr/>
            </p14:nvContentPartPr>
            <p14:xfrm>
              <a:off x="1985655" y="1793705"/>
              <a:ext cx="402120" cy="5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13E6C33-52E6-1EF7-7540-77371A1E24C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67655" y="1775705"/>
                <a:ext cx="4377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DA60757-D8A8-D8CA-55A8-53C4FC67727F}"/>
                  </a:ext>
                </a:extLst>
              </p14:cNvPr>
              <p14:cNvContentPartPr/>
              <p14:nvPr/>
            </p14:nvContentPartPr>
            <p14:xfrm>
              <a:off x="1977735" y="1830065"/>
              <a:ext cx="414720" cy="8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DA60757-D8A8-D8CA-55A8-53C4FC67727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59735" y="1812065"/>
                <a:ext cx="4503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E0866DC-5891-98A0-82F9-F06EDC92443A}"/>
                  </a:ext>
                </a:extLst>
              </p14:cNvPr>
              <p14:cNvContentPartPr/>
              <p14:nvPr/>
            </p14:nvContentPartPr>
            <p14:xfrm>
              <a:off x="10452619" y="4908657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E0866DC-5891-98A0-82F9-F06EDC92443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446499" y="490253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0C60B20-79B0-ADC0-5C25-F9C154C2898A}"/>
                  </a:ext>
                </a:extLst>
              </p14:cNvPr>
              <p14:cNvContentPartPr/>
              <p14:nvPr/>
            </p14:nvContentPartPr>
            <p14:xfrm>
              <a:off x="9655942" y="4088929"/>
              <a:ext cx="15626" cy="103162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0C60B20-79B0-ADC0-5C25-F9C154C2898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649905" y="4082797"/>
                <a:ext cx="27701" cy="115426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803C886E-97A8-4530-9B66-1EC9BAB833AB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13E08B-45EA-EBF6-CF44-AF42046E631E}"/>
              </a:ext>
            </a:extLst>
          </p:cNvPr>
          <p:cNvSpPr txBox="1"/>
          <p:nvPr/>
        </p:nvSpPr>
        <p:spPr>
          <a:xfrm>
            <a:off x="3982301" y="161023"/>
            <a:ext cx="4802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Find The DNA Lengths </a:t>
            </a:r>
            <a:endParaRPr lang="en-IN" sz="3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DB191E-BA31-0CFF-6FF8-817A48DC0207}"/>
              </a:ext>
            </a:extLst>
          </p:cNvPr>
          <p:cNvSpPr txBox="1"/>
          <p:nvPr/>
        </p:nvSpPr>
        <p:spPr>
          <a:xfrm>
            <a:off x="7931687" y="880296"/>
            <a:ext cx="364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DNA samples in loading mixtures</a:t>
            </a:r>
            <a:endParaRPr lang="en-IN" b="1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9245852-55B8-94B8-0098-E6C6C149B3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1037927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BF0FD70-C28C-4228-DD2A-3351D3503D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10391351" y="3608659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05251C7-2C32-07DD-ABA0-65F90B5AC3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7454900" y="2758258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99748CBA-B9A9-B97A-7DFD-177D45315C0B}"/>
              </a:ext>
            </a:extLst>
          </p:cNvPr>
          <p:cNvSpPr txBox="1"/>
          <p:nvPr/>
        </p:nvSpPr>
        <p:spPr>
          <a:xfrm>
            <a:off x="7541422" y="394339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DNA ladder</a:t>
            </a:r>
            <a:endParaRPr lang="en-IN" sz="11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F08809-78C8-640A-4268-DBA7A13F4569}"/>
              </a:ext>
            </a:extLst>
          </p:cNvPr>
          <p:cNvSpPr txBox="1"/>
          <p:nvPr/>
        </p:nvSpPr>
        <p:spPr>
          <a:xfrm>
            <a:off x="10595605" y="278923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2</a:t>
            </a:r>
            <a:endParaRPr lang="en-IN" sz="11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9A4B4B-BE99-9FC1-558B-D761415BCFCE}"/>
              </a:ext>
            </a:extLst>
          </p:cNvPr>
          <p:cNvSpPr txBox="1"/>
          <p:nvPr/>
        </p:nvSpPr>
        <p:spPr>
          <a:xfrm>
            <a:off x="9118366" y="481854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3</a:t>
            </a:r>
            <a:endParaRPr lang="en-IN" sz="11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78B39F-1C7E-B4BA-B9B7-4973A316819D}"/>
              </a:ext>
            </a:extLst>
          </p:cNvPr>
          <p:cNvSpPr txBox="1"/>
          <p:nvPr/>
        </p:nvSpPr>
        <p:spPr>
          <a:xfrm>
            <a:off x="10607681" y="4804347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4</a:t>
            </a:r>
            <a:endParaRPr lang="en-IN" sz="11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8F4F418-3DF9-CB78-CFAF-A5CD7A17851E}"/>
              </a:ext>
            </a:extLst>
          </p:cNvPr>
          <p:cNvSpPr txBox="1"/>
          <p:nvPr/>
        </p:nvSpPr>
        <p:spPr>
          <a:xfrm>
            <a:off x="8981897" y="278522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1</a:t>
            </a:r>
            <a:endParaRPr lang="en-IN" sz="1100" b="1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F087A27-AB6A-4298-F8A7-D87E0860D3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9043920" y="3628325"/>
            <a:ext cx="971372" cy="1156356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B245FA5-B3F4-D454-45B4-A7848B2F46F0}"/>
              </a:ext>
            </a:extLst>
          </p:cNvPr>
          <p:cNvSpPr txBox="1"/>
          <p:nvPr/>
        </p:nvSpPr>
        <p:spPr>
          <a:xfrm>
            <a:off x="5900030" y="5161838"/>
            <a:ext cx="616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Tap the Eppendorf tubes (in any order) to load DNA samples. 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B3B40DD-0056-6F52-28BF-8D0FBF058B18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CB75CA2-D548-8AA7-B34A-DB61B23607C0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99377D7-CCF4-6D53-6AA6-F0E17A7CA07F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E8FFEC-C258-62CE-3D76-727F662473EF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08F300B-73FA-8387-70CF-93FB6078BBE5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76433F-C4DA-7C18-85BC-09439FE196FF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81FC96E-122D-6AD5-3E62-D19C55C04449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E299317-4E91-888C-6908-5022BB13B891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3329B0-B876-00C5-A66B-69480D8FF1BD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2786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EFF01-379D-8B98-0B7F-190B6CB19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A1C31B-359B-D98F-BF43-088DAE126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BA0C0C1-56AB-3A2F-ADFC-A2E028EBF962}"/>
                  </a:ext>
                </a:extLst>
              </p14:cNvPr>
              <p14:cNvContentPartPr/>
              <p14:nvPr/>
            </p14:nvContentPartPr>
            <p14:xfrm>
              <a:off x="1985655" y="1793705"/>
              <a:ext cx="402120" cy="5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BA0C0C1-56AB-3A2F-ADFC-A2E028EBF96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67655" y="1775705"/>
                <a:ext cx="4377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DA817A7-5AAD-85FD-19DD-51E7C663B697}"/>
                  </a:ext>
                </a:extLst>
              </p14:cNvPr>
              <p14:cNvContentPartPr/>
              <p14:nvPr/>
            </p14:nvContentPartPr>
            <p14:xfrm>
              <a:off x="1977735" y="1830065"/>
              <a:ext cx="414720" cy="8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DA817A7-5AAD-85FD-19DD-51E7C663B69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59735" y="1812065"/>
                <a:ext cx="4503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5004471-2CCD-777B-B10D-ADE8BAC2FFDB}"/>
                  </a:ext>
                </a:extLst>
              </p14:cNvPr>
              <p14:cNvContentPartPr/>
              <p14:nvPr/>
            </p14:nvContentPartPr>
            <p14:xfrm>
              <a:off x="10452619" y="4908657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5004471-2CCD-777B-B10D-ADE8BAC2FFD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46499" y="4902537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0FEE549-7813-FB8E-A5C6-5A8E0FCEB97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72851" y="303808"/>
            <a:ext cx="802263" cy="159835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8C974A0-C4DD-9078-14DF-B3B567E9003F}"/>
                  </a:ext>
                </a:extLst>
              </p14:cNvPr>
              <p14:cNvContentPartPr/>
              <p14:nvPr/>
            </p14:nvContentPartPr>
            <p14:xfrm>
              <a:off x="2718143" y="1591810"/>
              <a:ext cx="22320" cy="119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8C974A0-C4DD-9078-14DF-B3B567E9003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12023" y="1585690"/>
                <a:ext cx="34560" cy="13176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15836AC0-07B0-F15A-8508-09F2033576E1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121089-6924-009B-3B16-C5EB997F0815}"/>
              </a:ext>
            </a:extLst>
          </p:cNvPr>
          <p:cNvSpPr txBox="1"/>
          <p:nvPr/>
        </p:nvSpPr>
        <p:spPr>
          <a:xfrm>
            <a:off x="3982301" y="161023"/>
            <a:ext cx="4802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Find The DNA Lengths </a:t>
            </a:r>
            <a:endParaRPr lang="en-IN" sz="36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4B168BB-01E4-290B-FACE-DDC4999F2502}"/>
              </a:ext>
            </a:extLst>
          </p:cNvPr>
          <p:cNvSpPr txBox="1"/>
          <p:nvPr/>
        </p:nvSpPr>
        <p:spPr>
          <a:xfrm>
            <a:off x="7931687" y="880296"/>
            <a:ext cx="364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DNA samples in loading mixtures</a:t>
            </a:r>
            <a:endParaRPr lang="en-IN" b="1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425AAA50-4AB8-1449-3BF1-DC96B7890752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2647" b="27327"/>
          <a:stretch>
            <a:fillRect/>
          </a:stretch>
        </p:blipFill>
        <p:spPr>
          <a:xfrm>
            <a:off x="890203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859D5B06-845A-E9D6-B084-511CA78E130C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2647" b="27327"/>
          <a:stretch>
            <a:fillRect/>
          </a:stretch>
        </p:blipFill>
        <p:spPr>
          <a:xfrm>
            <a:off x="1037927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932EBF2B-E904-609A-83F4-ED0B81CC402F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2647" b="27327"/>
          <a:stretch>
            <a:fillRect/>
          </a:stretch>
        </p:blipFill>
        <p:spPr>
          <a:xfrm>
            <a:off x="10391351" y="3608659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879C1346-5912-E9B5-230B-CCF222E558C3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2647" b="27327"/>
          <a:stretch>
            <a:fillRect/>
          </a:stretch>
        </p:blipFill>
        <p:spPr>
          <a:xfrm>
            <a:off x="7454900" y="2758258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8716F26A-47C5-A6C6-1142-658A7074FCEA}"/>
              </a:ext>
            </a:extLst>
          </p:cNvPr>
          <p:cNvSpPr txBox="1"/>
          <p:nvPr/>
        </p:nvSpPr>
        <p:spPr>
          <a:xfrm>
            <a:off x="7541422" y="394339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DNA ladder</a:t>
            </a:r>
            <a:endParaRPr lang="en-IN" sz="11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4266036-10AF-0AE4-B72C-E393C97F428C}"/>
              </a:ext>
            </a:extLst>
          </p:cNvPr>
          <p:cNvSpPr txBox="1"/>
          <p:nvPr/>
        </p:nvSpPr>
        <p:spPr>
          <a:xfrm>
            <a:off x="10595605" y="278923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2</a:t>
            </a:r>
            <a:endParaRPr lang="en-IN" sz="11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1AA78E7-F55E-1AD4-F17B-1B81865CED2E}"/>
              </a:ext>
            </a:extLst>
          </p:cNvPr>
          <p:cNvSpPr txBox="1"/>
          <p:nvPr/>
        </p:nvSpPr>
        <p:spPr>
          <a:xfrm>
            <a:off x="9118366" y="481854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3</a:t>
            </a:r>
            <a:endParaRPr lang="en-IN" sz="11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46AFF01-E68B-3137-5C41-D825868CBDA8}"/>
              </a:ext>
            </a:extLst>
          </p:cNvPr>
          <p:cNvSpPr txBox="1"/>
          <p:nvPr/>
        </p:nvSpPr>
        <p:spPr>
          <a:xfrm>
            <a:off x="10607681" y="4804347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4</a:t>
            </a:r>
            <a:endParaRPr lang="en-IN" sz="11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FA6DB8E-C6A8-F739-1E23-91CEE802A35B}"/>
              </a:ext>
            </a:extLst>
          </p:cNvPr>
          <p:cNvSpPr txBox="1"/>
          <p:nvPr/>
        </p:nvSpPr>
        <p:spPr>
          <a:xfrm>
            <a:off x="8981897" y="278522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1</a:t>
            </a:r>
            <a:endParaRPr lang="en-IN" sz="1100" b="1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E1667E9C-2879-A8E8-915B-9CD8A1269605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2647" b="27327"/>
          <a:stretch>
            <a:fillRect/>
          </a:stretch>
        </p:blipFill>
        <p:spPr>
          <a:xfrm>
            <a:off x="9043920" y="3628325"/>
            <a:ext cx="971372" cy="1156356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AFC7E635-4FB9-F9AD-7AC7-D90A409CF7BF}"/>
              </a:ext>
            </a:extLst>
          </p:cNvPr>
          <p:cNvSpPr txBox="1"/>
          <p:nvPr/>
        </p:nvSpPr>
        <p:spPr>
          <a:xfrm>
            <a:off x="5900030" y="5161838"/>
            <a:ext cx="616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Tap the Eppendorf tubes (in any order) to load DNA samples. 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B1583B5-CFD0-B1AC-1791-B4C044F7D757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7F0879F-199B-8191-8038-C83D48DA00E8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892A538-BFCB-6A25-6AFB-7754599720CC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83156C-8D4C-2C28-43B4-0DABB133BE53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391FB56-7F61-0265-62B4-61673DA2A5F7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BA4ADE8-56A0-835C-E5D6-A7813DEB02E9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589FD6-4907-922A-1545-E53889BF260D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3221F20-9E7D-1BA2-04A7-72CC81C4102A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4F1534-1F36-F220-A030-71D1E24B26D4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6207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8D3F7-59EC-0DBC-03CC-0520B1F0E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195E589-9D04-29BF-78F4-A680AD9B2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4789B52-5770-E409-3F67-5B5FE04269F4}"/>
                  </a:ext>
                </a:extLst>
              </p14:cNvPr>
              <p14:cNvContentPartPr/>
              <p14:nvPr/>
            </p14:nvContentPartPr>
            <p14:xfrm>
              <a:off x="1985655" y="1793705"/>
              <a:ext cx="402120" cy="5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4789B52-5770-E409-3F67-5B5FE04269F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67655" y="1775705"/>
                <a:ext cx="4377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D479AA0-3990-F672-4499-7E5F2FDE11C4}"/>
                  </a:ext>
                </a:extLst>
              </p14:cNvPr>
              <p14:cNvContentPartPr/>
              <p14:nvPr/>
            </p14:nvContentPartPr>
            <p14:xfrm>
              <a:off x="1977735" y="1830065"/>
              <a:ext cx="414720" cy="8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D479AA0-3990-F672-4499-7E5F2FDE11C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59735" y="1812065"/>
                <a:ext cx="4503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BB39991-2630-D491-BEAC-E373E369BE6D}"/>
                  </a:ext>
                </a:extLst>
              </p14:cNvPr>
              <p14:cNvContentPartPr/>
              <p14:nvPr/>
            </p14:nvContentPartPr>
            <p14:xfrm>
              <a:off x="10452619" y="4908657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BB39991-2630-D491-BEAC-E373E369BE6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46499" y="490253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95366F5-FE2D-29C9-C8A7-C3676E454DDA}"/>
                  </a:ext>
                </a:extLst>
              </p14:cNvPr>
              <p14:cNvContentPartPr/>
              <p14:nvPr/>
            </p14:nvContentPartPr>
            <p14:xfrm>
              <a:off x="2520835" y="1793823"/>
              <a:ext cx="401760" cy="3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95366F5-FE2D-29C9-C8A7-C3676E454DD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02835" y="1775823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345B1B7-1517-EA20-B560-E9FD2AA95B57}"/>
                  </a:ext>
                </a:extLst>
              </p14:cNvPr>
              <p14:cNvContentPartPr/>
              <p14:nvPr/>
            </p14:nvContentPartPr>
            <p14:xfrm>
              <a:off x="2519035" y="1834863"/>
              <a:ext cx="413280" cy="6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345B1B7-1517-EA20-B560-E9FD2AA95B5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01395" y="1817223"/>
                <a:ext cx="448920" cy="4212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6D17C946-9D26-F783-218E-DB696E44E97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72851" y="303808"/>
            <a:ext cx="802263" cy="159835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A8D37AD-5AF6-2746-D9A2-D089B4999FAD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5E08B7-D3A2-1E1C-3B91-C667D4F01D3C}"/>
              </a:ext>
            </a:extLst>
          </p:cNvPr>
          <p:cNvSpPr txBox="1"/>
          <p:nvPr/>
        </p:nvSpPr>
        <p:spPr>
          <a:xfrm>
            <a:off x="3982301" y="161023"/>
            <a:ext cx="4802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Find The DNA Lengths </a:t>
            </a:r>
            <a:endParaRPr lang="en-IN" sz="3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10C898-9C67-7BED-2E9D-835FCF1A3B76}"/>
              </a:ext>
            </a:extLst>
          </p:cNvPr>
          <p:cNvSpPr txBox="1"/>
          <p:nvPr/>
        </p:nvSpPr>
        <p:spPr>
          <a:xfrm>
            <a:off x="7931687" y="880296"/>
            <a:ext cx="364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DNA samples in loading mixtures</a:t>
            </a:r>
            <a:endParaRPr lang="en-IN" b="1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B2C3616-D19A-154B-2CD9-0C6D8E6AE216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2647" b="27327"/>
          <a:stretch>
            <a:fillRect/>
          </a:stretch>
        </p:blipFill>
        <p:spPr>
          <a:xfrm>
            <a:off x="890203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D00F1FF-FCCC-33E2-4726-F353FF7480C3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2647" b="27327"/>
          <a:stretch>
            <a:fillRect/>
          </a:stretch>
        </p:blipFill>
        <p:spPr>
          <a:xfrm>
            <a:off x="1037927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2827DEC-4FB3-4AB6-60A3-5633B4C5F983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2647" b="27327"/>
          <a:stretch>
            <a:fillRect/>
          </a:stretch>
        </p:blipFill>
        <p:spPr>
          <a:xfrm>
            <a:off x="10391351" y="3608659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EB9189C-D08F-A683-9435-1CD229A924D6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2647" b="27327"/>
          <a:stretch>
            <a:fillRect/>
          </a:stretch>
        </p:blipFill>
        <p:spPr>
          <a:xfrm>
            <a:off x="7454900" y="2758258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59C28C4-17F9-81FD-6C7A-44F5A9D3A6DC}"/>
              </a:ext>
            </a:extLst>
          </p:cNvPr>
          <p:cNvSpPr txBox="1"/>
          <p:nvPr/>
        </p:nvSpPr>
        <p:spPr>
          <a:xfrm>
            <a:off x="7541422" y="394339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DNA ladder</a:t>
            </a:r>
            <a:endParaRPr lang="en-IN" sz="11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D50C30-C94C-B3AB-10B7-BADFCDF2158A}"/>
              </a:ext>
            </a:extLst>
          </p:cNvPr>
          <p:cNvSpPr txBox="1"/>
          <p:nvPr/>
        </p:nvSpPr>
        <p:spPr>
          <a:xfrm>
            <a:off x="10595605" y="278923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2</a:t>
            </a:r>
            <a:endParaRPr lang="en-IN" sz="11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BF0C90-FD0D-B69C-81B7-2EA5BB993E23}"/>
              </a:ext>
            </a:extLst>
          </p:cNvPr>
          <p:cNvSpPr txBox="1"/>
          <p:nvPr/>
        </p:nvSpPr>
        <p:spPr>
          <a:xfrm>
            <a:off x="9118366" y="481854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3</a:t>
            </a:r>
            <a:endParaRPr lang="en-IN" sz="11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CDC864-5BC2-967C-E78E-D5DEA9FDB5DD}"/>
              </a:ext>
            </a:extLst>
          </p:cNvPr>
          <p:cNvSpPr txBox="1"/>
          <p:nvPr/>
        </p:nvSpPr>
        <p:spPr>
          <a:xfrm>
            <a:off x="10607681" y="4804347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4</a:t>
            </a:r>
            <a:endParaRPr lang="en-IN" sz="11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362EE00-DF2C-C51C-5DCF-686F813B3322}"/>
              </a:ext>
            </a:extLst>
          </p:cNvPr>
          <p:cNvSpPr txBox="1"/>
          <p:nvPr/>
        </p:nvSpPr>
        <p:spPr>
          <a:xfrm>
            <a:off x="8981897" y="278522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1</a:t>
            </a:r>
            <a:endParaRPr lang="en-IN" sz="1100" b="1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00D2A52C-A761-674B-5860-F768B61A0F35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2647" b="27327"/>
          <a:stretch>
            <a:fillRect/>
          </a:stretch>
        </p:blipFill>
        <p:spPr>
          <a:xfrm>
            <a:off x="9043920" y="3628325"/>
            <a:ext cx="971372" cy="1156356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62CF3C0-8094-201B-D2B3-5514F67EE5AF}"/>
              </a:ext>
            </a:extLst>
          </p:cNvPr>
          <p:cNvSpPr txBox="1"/>
          <p:nvPr/>
        </p:nvSpPr>
        <p:spPr>
          <a:xfrm>
            <a:off x="5900030" y="5161838"/>
            <a:ext cx="616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Tap the Eppendorf tubes (in any order) to load DNA samples. 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829537C-0326-7EA4-5922-70963B13C41F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2E729F6-4883-201B-1849-A248D28CDCF3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B0ADBAC-7651-0C37-E701-98CFE5F85554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858EC57-6637-A297-8E6A-27F7E067A5E1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C19CDA-C1CA-9BB4-91A8-902FABF22C35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C97371F-9769-6A76-8D84-51E507E44FA0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CB03F91-41E8-645A-DD8D-47B2E64344BE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AC1A03F-5E2F-FD7F-331C-77A30B276C61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1454FC-F204-C2A5-21C1-EDA7CA317189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9986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35AB5-39C4-77CC-06B5-9E554F2B0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51BAF9-5AE1-C03F-C219-EE750F987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DBA99DB-9EB0-7772-2A31-72A8244199D4}"/>
                  </a:ext>
                </a:extLst>
              </p14:cNvPr>
              <p14:cNvContentPartPr/>
              <p14:nvPr/>
            </p14:nvContentPartPr>
            <p14:xfrm>
              <a:off x="1985655" y="1793705"/>
              <a:ext cx="402120" cy="5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DBA99DB-9EB0-7772-2A31-72A8244199D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67655" y="1775705"/>
                <a:ext cx="4377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3AD5B3D-3C51-1DAB-1747-58D35BD08A07}"/>
                  </a:ext>
                </a:extLst>
              </p14:cNvPr>
              <p14:cNvContentPartPr/>
              <p14:nvPr/>
            </p14:nvContentPartPr>
            <p14:xfrm>
              <a:off x="1977735" y="1830065"/>
              <a:ext cx="414720" cy="8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3AD5B3D-3C51-1DAB-1747-58D35BD08A0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59735" y="1812065"/>
                <a:ext cx="4503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F599F55-B5DF-B31D-BECF-B6270222CDB6}"/>
                  </a:ext>
                </a:extLst>
              </p14:cNvPr>
              <p14:cNvContentPartPr/>
              <p14:nvPr/>
            </p14:nvContentPartPr>
            <p14:xfrm>
              <a:off x="10452619" y="4908657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F599F55-B5DF-B31D-BECF-B6270222CDB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46499" y="490253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BCAD87D-BEA6-498E-7B73-A38B70B16DB9}"/>
                  </a:ext>
                </a:extLst>
              </p14:cNvPr>
              <p14:cNvContentPartPr/>
              <p14:nvPr/>
            </p14:nvContentPartPr>
            <p14:xfrm>
              <a:off x="2520835" y="1793823"/>
              <a:ext cx="401760" cy="3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BCAD87D-BEA6-498E-7B73-A38B70B16DB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02835" y="1775823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2A39E40-94BF-2BF3-8FD5-FE907EF4C0E2}"/>
                  </a:ext>
                </a:extLst>
              </p14:cNvPr>
              <p14:cNvContentPartPr/>
              <p14:nvPr/>
            </p14:nvContentPartPr>
            <p14:xfrm>
              <a:off x="2519035" y="1834863"/>
              <a:ext cx="413280" cy="6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2A39E40-94BF-2BF3-8FD5-FE907EF4C0E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01395" y="1817223"/>
                <a:ext cx="448920" cy="4212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6240D34-5CCF-6E7F-14C9-5F0DA512F559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BAB457-2C39-A930-750F-4F5EDADF315C}"/>
              </a:ext>
            </a:extLst>
          </p:cNvPr>
          <p:cNvSpPr txBox="1"/>
          <p:nvPr/>
        </p:nvSpPr>
        <p:spPr>
          <a:xfrm>
            <a:off x="3982301" y="161023"/>
            <a:ext cx="4802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Find The DNA Lengths </a:t>
            </a:r>
            <a:endParaRPr lang="en-IN" sz="3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91F3E5-082A-4349-7C66-E36B5727C642}"/>
              </a:ext>
            </a:extLst>
          </p:cNvPr>
          <p:cNvSpPr txBox="1"/>
          <p:nvPr/>
        </p:nvSpPr>
        <p:spPr>
          <a:xfrm>
            <a:off x="7931687" y="880296"/>
            <a:ext cx="364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DNA samples in loading mixtures</a:t>
            </a:r>
            <a:endParaRPr lang="en-IN" b="1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FC6695F-CB19-9BC5-8135-0AB29006031F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2647" b="27327"/>
          <a:stretch>
            <a:fillRect/>
          </a:stretch>
        </p:blipFill>
        <p:spPr>
          <a:xfrm>
            <a:off x="890203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F4AC3A5-17FB-8936-2FB6-B8B22B946132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2647" b="27327"/>
          <a:stretch>
            <a:fillRect/>
          </a:stretch>
        </p:blipFill>
        <p:spPr>
          <a:xfrm>
            <a:off x="1037927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D377069-2162-6930-55BC-993B760FB952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2647" b="27327"/>
          <a:stretch>
            <a:fillRect/>
          </a:stretch>
        </p:blipFill>
        <p:spPr>
          <a:xfrm>
            <a:off x="10391351" y="3608659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43C3F9D-F63A-B5B8-54ED-9B1ACF7C079C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2647" b="27327"/>
          <a:stretch>
            <a:fillRect/>
          </a:stretch>
        </p:blipFill>
        <p:spPr>
          <a:xfrm>
            <a:off x="7454900" y="2758258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245F973-1F63-6CE8-2193-00238E67F9F6}"/>
              </a:ext>
            </a:extLst>
          </p:cNvPr>
          <p:cNvSpPr txBox="1"/>
          <p:nvPr/>
        </p:nvSpPr>
        <p:spPr>
          <a:xfrm>
            <a:off x="7541422" y="394339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DNA ladder</a:t>
            </a:r>
            <a:endParaRPr lang="en-IN" sz="11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38331B-80C6-65A9-55D1-CC863DD1E8B6}"/>
              </a:ext>
            </a:extLst>
          </p:cNvPr>
          <p:cNvSpPr txBox="1"/>
          <p:nvPr/>
        </p:nvSpPr>
        <p:spPr>
          <a:xfrm>
            <a:off x="10595605" y="278923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2</a:t>
            </a:r>
            <a:endParaRPr lang="en-IN" sz="11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CF9E18-90AA-6C0A-9BF2-A72C6942D8C3}"/>
              </a:ext>
            </a:extLst>
          </p:cNvPr>
          <p:cNvSpPr txBox="1"/>
          <p:nvPr/>
        </p:nvSpPr>
        <p:spPr>
          <a:xfrm>
            <a:off x="9118366" y="481854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3</a:t>
            </a:r>
            <a:endParaRPr lang="en-IN" sz="11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17B473-BBAF-F81D-40C5-C0EFF2FB25CC}"/>
              </a:ext>
            </a:extLst>
          </p:cNvPr>
          <p:cNvSpPr txBox="1"/>
          <p:nvPr/>
        </p:nvSpPr>
        <p:spPr>
          <a:xfrm>
            <a:off x="10607681" y="4804347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4</a:t>
            </a:r>
            <a:endParaRPr lang="en-IN" sz="11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99EDD6-3F5F-59C7-DCC1-AB3BDD7022C0}"/>
              </a:ext>
            </a:extLst>
          </p:cNvPr>
          <p:cNvSpPr txBox="1"/>
          <p:nvPr/>
        </p:nvSpPr>
        <p:spPr>
          <a:xfrm>
            <a:off x="8981897" y="278522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1</a:t>
            </a:r>
            <a:endParaRPr lang="en-IN" sz="1100" b="1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B62F423-BE78-394B-DC1F-175E02493FE7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2647" b="27327"/>
          <a:stretch>
            <a:fillRect/>
          </a:stretch>
        </p:blipFill>
        <p:spPr>
          <a:xfrm>
            <a:off x="9043920" y="3628325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8879D06-0EA2-926D-35BF-B5D0ECF85264}"/>
              </a:ext>
            </a:extLst>
          </p:cNvPr>
          <p:cNvSpPr txBox="1"/>
          <p:nvPr/>
        </p:nvSpPr>
        <p:spPr>
          <a:xfrm>
            <a:off x="5900030" y="5161838"/>
            <a:ext cx="616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Tap the Eppendorf tubes (in any order) to load DNA samples. 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9774320-1005-2266-A7B5-0A8FE2797BB6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2E89228-9304-7FDA-E793-090A4D79EB42}"/>
              </a:ext>
            </a:extLst>
          </p:cNvPr>
          <p:cNvSpPr txBox="1"/>
          <p:nvPr/>
        </p:nvSpPr>
        <p:spPr>
          <a:xfrm>
            <a:off x="2485817" y="1484246"/>
            <a:ext cx="74489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(Sample 3)</a:t>
            </a:r>
            <a:endParaRPr lang="en-IN" sz="500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1F736D5-CF9E-DD93-0FD0-09A1EBC8FC33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6632F95-99E5-6BCB-141C-FB0AD0A77D64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4547F1D-B1AD-BD16-FBE6-0CD7D78731F6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6615D49-3B32-AB9A-38D3-2406ACB53078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532171-9B81-76C1-0283-87907DF0C0B7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111509-7E26-1B18-20CB-AD5FF1DA705E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1B1DEBF-AF0F-471D-165E-FCAE1E496177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26D758-5C6B-6268-FA27-24DC3F979A43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5251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44FFA-A7AA-A61C-C829-825D5AA2D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6B4AE9-E546-5F72-D379-5595FF8F2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771C79F-A5B5-44F0-2185-AFB457636246}"/>
                  </a:ext>
                </a:extLst>
              </p14:cNvPr>
              <p14:cNvContentPartPr/>
              <p14:nvPr/>
            </p14:nvContentPartPr>
            <p14:xfrm>
              <a:off x="1985655" y="1793705"/>
              <a:ext cx="402120" cy="5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771C79F-A5B5-44F0-2185-AFB45763624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67655" y="1775705"/>
                <a:ext cx="4377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2EC43ED-2895-BC64-ECF6-049BF11B71F0}"/>
                  </a:ext>
                </a:extLst>
              </p14:cNvPr>
              <p14:cNvContentPartPr/>
              <p14:nvPr/>
            </p14:nvContentPartPr>
            <p14:xfrm>
              <a:off x="1977735" y="1830065"/>
              <a:ext cx="414720" cy="8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2EC43ED-2895-BC64-ECF6-049BF11B71F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59735" y="1812065"/>
                <a:ext cx="4503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07B8270-16AF-F897-62C8-5502A3177138}"/>
                  </a:ext>
                </a:extLst>
              </p14:cNvPr>
              <p14:cNvContentPartPr/>
              <p14:nvPr/>
            </p14:nvContentPartPr>
            <p14:xfrm>
              <a:off x="10452619" y="4908657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07B8270-16AF-F897-62C8-5502A317713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46499" y="490253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3A0BE97-AE91-254B-22E1-95D5D2AC3F41}"/>
                  </a:ext>
                </a:extLst>
              </p14:cNvPr>
              <p14:cNvContentPartPr/>
              <p14:nvPr/>
            </p14:nvContentPartPr>
            <p14:xfrm>
              <a:off x="2520835" y="1793823"/>
              <a:ext cx="401760" cy="3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3A0BE97-AE91-254B-22E1-95D5D2AC3F4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02835" y="1775823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EF4E8FD-A1EF-B5BD-0A18-4BC071588E09}"/>
                  </a:ext>
                </a:extLst>
              </p14:cNvPr>
              <p14:cNvContentPartPr/>
              <p14:nvPr/>
            </p14:nvContentPartPr>
            <p14:xfrm>
              <a:off x="2519035" y="1834863"/>
              <a:ext cx="413280" cy="6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EF4E8FD-A1EF-B5BD-0A18-4BC071588E0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01395" y="1817223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AB31F35-E6EF-27BC-6EFA-23FE4122EF9D}"/>
                  </a:ext>
                </a:extLst>
              </p14:cNvPr>
              <p14:cNvContentPartPr/>
              <p14:nvPr/>
            </p14:nvContentPartPr>
            <p14:xfrm>
              <a:off x="3067175" y="1793823"/>
              <a:ext cx="401760" cy="3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AB31F35-E6EF-27BC-6EFA-23FE4122EF9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49175" y="1775823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C5E0F15-FB7B-1890-806A-C7D0FA2EFFD4}"/>
                  </a:ext>
                </a:extLst>
              </p14:cNvPr>
              <p14:cNvContentPartPr/>
              <p14:nvPr/>
            </p14:nvContentPartPr>
            <p14:xfrm>
              <a:off x="3065375" y="1834863"/>
              <a:ext cx="413280" cy="6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C5E0F15-FB7B-1890-806A-C7D0FA2EFFD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47735" y="1817223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F4A8096-B93D-B693-6375-407CFC7AF458}"/>
                  </a:ext>
                </a:extLst>
              </p14:cNvPr>
              <p14:cNvContentPartPr/>
              <p14:nvPr/>
            </p14:nvContentPartPr>
            <p14:xfrm>
              <a:off x="3635572" y="1793705"/>
              <a:ext cx="401760" cy="3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F4A8096-B93D-B693-6375-407CFC7AF45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17572" y="1775705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F22A9E1-516A-D2D9-7270-F551329D1585}"/>
                  </a:ext>
                </a:extLst>
              </p14:cNvPr>
              <p14:cNvContentPartPr/>
              <p14:nvPr/>
            </p14:nvContentPartPr>
            <p14:xfrm>
              <a:off x="3633772" y="1834745"/>
              <a:ext cx="413280" cy="6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F22A9E1-516A-D2D9-7270-F551329D158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616132" y="1817105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4F25A68-B227-F351-D80E-AEA5770B8813}"/>
                  </a:ext>
                </a:extLst>
              </p14:cNvPr>
              <p14:cNvContentPartPr/>
              <p14:nvPr/>
            </p14:nvContentPartPr>
            <p14:xfrm>
              <a:off x="4191632" y="1790105"/>
              <a:ext cx="401760" cy="3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4F25A68-B227-F351-D80E-AEA5770B881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173632" y="1772105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21D4C62-626A-F01E-3659-5270BA724E95}"/>
                  </a:ext>
                </a:extLst>
              </p14:cNvPr>
              <p14:cNvContentPartPr/>
              <p14:nvPr/>
            </p14:nvContentPartPr>
            <p14:xfrm>
              <a:off x="4189832" y="1831145"/>
              <a:ext cx="413280" cy="6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21D4C62-626A-F01E-3659-5270BA724E9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172192" y="1813505"/>
                <a:ext cx="448920" cy="4212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25ED22FC-5A1E-6E13-6E87-32EAF196A5C5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1630A9-B3E6-4177-B39C-ECEE31B27802}"/>
              </a:ext>
            </a:extLst>
          </p:cNvPr>
          <p:cNvSpPr txBox="1"/>
          <p:nvPr/>
        </p:nvSpPr>
        <p:spPr>
          <a:xfrm>
            <a:off x="3982301" y="161023"/>
            <a:ext cx="4802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Find The DNA Lengths </a:t>
            </a:r>
            <a:endParaRPr lang="en-IN" sz="36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0C03A0D-F01B-7784-10D6-E2409B386655}"/>
              </a:ext>
            </a:extLst>
          </p:cNvPr>
          <p:cNvSpPr txBox="1"/>
          <p:nvPr/>
        </p:nvSpPr>
        <p:spPr>
          <a:xfrm>
            <a:off x="7931687" y="880296"/>
            <a:ext cx="364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DNA samples in loading mixtures</a:t>
            </a:r>
            <a:endParaRPr lang="en-IN" b="1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5EBF0E64-0B40-8F22-3DE3-E9CC22F3692C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2647" b="27327"/>
          <a:stretch>
            <a:fillRect/>
          </a:stretch>
        </p:blipFill>
        <p:spPr>
          <a:xfrm>
            <a:off x="8902035" y="1570054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8C304BD3-4063-4D9D-7145-C30CEB912BA4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2647" b="27327"/>
          <a:stretch>
            <a:fillRect/>
          </a:stretch>
        </p:blipFill>
        <p:spPr>
          <a:xfrm>
            <a:off x="10379275" y="1570054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DD08F92-2E88-6615-F0F8-F87B075FA39A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2647" b="27327"/>
          <a:stretch>
            <a:fillRect/>
          </a:stretch>
        </p:blipFill>
        <p:spPr>
          <a:xfrm>
            <a:off x="10391351" y="3608659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B03A2176-9936-0FB4-7B4E-0CF74993C894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2647" b="27327"/>
          <a:stretch>
            <a:fillRect/>
          </a:stretch>
        </p:blipFill>
        <p:spPr>
          <a:xfrm>
            <a:off x="7454900" y="2758258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167A1110-2E13-C80D-BAFF-4825FD4AE38E}"/>
              </a:ext>
            </a:extLst>
          </p:cNvPr>
          <p:cNvSpPr txBox="1"/>
          <p:nvPr/>
        </p:nvSpPr>
        <p:spPr>
          <a:xfrm>
            <a:off x="7541422" y="394339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DNA ladder</a:t>
            </a:r>
            <a:endParaRPr lang="en-IN" sz="11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3D8B0DF-9195-5FA0-06B5-2860CD32F179}"/>
              </a:ext>
            </a:extLst>
          </p:cNvPr>
          <p:cNvSpPr txBox="1"/>
          <p:nvPr/>
        </p:nvSpPr>
        <p:spPr>
          <a:xfrm>
            <a:off x="10595605" y="278923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2</a:t>
            </a:r>
            <a:endParaRPr lang="en-IN" sz="11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FEFCE56-E1C0-5739-8241-1DE2D5F2E476}"/>
              </a:ext>
            </a:extLst>
          </p:cNvPr>
          <p:cNvSpPr txBox="1"/>
          <p:nvPr/>
        </p:nvSpPr>
        <p:spPr>
          <a:xfrm>
            <a:off x="9118366" y="481854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3</a:t>
            </a:r>
            <a:endParaRPr lang="en-IN" sz="11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E4A64D1-F5BA-E305-2C26-EB9D9F8F8106}"/>
              </a:ext>
            </a:extLst>
          </p:cNvPr>
          <p:cNvSpPr txBox="1"/>
          <p:nvPr/>
        </p:nvSpPr>
        <p:spPr>
          <a:xfrm>
            <a:off x="10607681" y="4804347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4</a:t>
            </a:r>
            <a:endParaRPr lang="en-IN" sz="11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788FFC0-8DC9-6E4B-0FF9-02C3131E7123}"/>
              </a:ext>
            </a:extLst>
          </p:cNvPr>
          <p:cNvSpPr txBox="1"/>
          <p:nvPr/>
        </p:nvSpPr>
        <p:spPr>
          <a:xfrm>
            <a:off x="8981897" y="278522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1</a:t>
            </a:r>
            <a:endParaRPr lang="en-IN" sz="1100" b="1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A7AE54F8-58F3-D5AC-FCB2-FDD19013CFC2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2647" b="27327"/>
          <a:stretch>
            <a:fillRect/>
          </a:stretch>
        </p:blipFill>
        <p:spPr>
          <a:xfrm>
            <a:off x="9043920" y="3628325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5A8B5CEA-64AF-D225-A8F1-3EF908E45C63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100D9EF-2DBD-00C8-DFB5-A31FC800EDF8}"/>
              </a:ext>
            </a:extLst>
          </p:cNvPr>
          <p:cNvSpPr txBox="1"/>
          <p:nvPr/>
        </p:nvSpPr>
        <p:spPr>
          <a:xfrm>
            <a:off x="2485817" y="1484246"/>
            <a:ext cx="74489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(Sample 3)</a:t>
            </a:r>
            <a:endParaRPr lang="en-IN" sz="500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71905E8-9E79-12E8-118D-9A5307B96651}"/>
              </a:ext>
            </a:extLst>
          </p:cNvPr>
          <p:cNvSpPr txBox="1"/>
          <p:nvPr/>
        </p:nvSpPr>
        <p:spPr>
          <a:xfrm>
            <a:off x="3047015" y="1479561"/>
            <a:ext cx="74489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(Sample 1)</a:t>
            </a:r>
            <a:endParaRPr lang="en-IN" sz="5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228847C-A2ED-A871-E9E2-9B8DE8B5286E}"/>
              </a:ext>
            </a:extLst>
          </p:cNvPr>
          <p:cNvSpPr txBox="1"/>
          <p:nvPr/>
        </p:nvSpPr>
        <p:spPr>
          <a:xfrm>
            <a:off x="3622604" y="1479561"/>
            <a:ext cx="74489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(Sample 4)</a:t>
            </a:r>
            <a:endParaRPr lang="en-IN" sz="500" b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C90A388-2ECA-1C9F-00F7-8218B8E0BD27}"/>
              </a:ext>
            </a:extLst>
          </p:cNvPr>
          <p:cNvSpPr txBox="1"/>
          <p:nvPr/>
        </p:nvSpPr>
        <p:spPr>
          <a:xfrm>
            <a:off x="4128472" y="1490043"/>
            <a:ext cx="8047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(Sample 1)</a:t>
            </a:r>
            <a:endParaRPr lang="en-IN" sz="500" b="1" dirty="0"/>
          </a:p>
          <a:p>
            <a:endParaRPr lang="en-IN" sz="500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B7B7C2A-5EDC-3FC5-90E6-70DAC4645DAC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DC5170F-E3C4-65B9-BD84-A4A88D887D80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94FEAC-0EAF-882E-1304-36ADADB6661B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944D094-FF14-FB4C-6897-396DD4EE157C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1A9F4DC-6707-03E3-C641-949F119D870C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1E6306A-1081-5645-65DB-6961F79F2C5F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594494D-B894-C8F2-5AAC-6EE87F86DB41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CA72BF-B20A-AB4E-896E-B4FFD6899632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7919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A3B32-2F85-F3B6-9F4B-D337A92BE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17C97F0-DAD0-BA5E-5F6E-6677FFFFA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03A13C7-ADC0-AFF2-FD11-57421F350351}"/>
                  </a:ext>
                </a:extLst>
              </p14:cNvPr>
              <p14:cNvContentPartPr/>
              <p14:nvPr/>
            </p14:nvContentPartPr>
            <p14:xfrm>
              <a:off x="1985655" y="1793705"/>
              <a:ext cx="402120" cy="5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03A13C7-ADC0-AFF2-FD11-57421F35035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67655" y="1775705"/>
                <a:ext cx="4377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84355E8-30ED-3561-672F-D8CBBAB73AE6}"/>
                  </a:ext>
                </a:extLst>
              </p14:cNvPr>
              <p14:cNvContentPartPr/>
              <p14:nvPr/>
            </p14:nvContentPartPr>
            <p14:xfrm>
              <a:off x="1977735" y="1830065"/>
              <a:ext cx="414720" cy="8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84355E8-30ED-3561-672F-D8CBBAB73AE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59735" y="1812065"/>
                <a:ext cx="4503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CFA7F9C-F035-720F-6FF9-EB385F0F8273}"/>
                  </a:ext>
                </a:extLst>
              </p14:cNvPr>
              <p14:cNvContentPartPr/>
              <p14:nvPr/>
            </p14:nvContentPartPr>
            <p14:xfrm>
              <a:off x="10452619" y="4908657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CFA7F9C-F035-720F-6FF9-EB385F0F827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46499" y="490253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382F1F3-C9ED-2739-CACE-4006248758C4}"/>
                  </a:ext>
                </a:extLst>
              </p14:cNvPr>
              <p14:cNvContentPartPr/>
              <p14:nvPr/>
            </p14:nvContentPartPr>
            <p14:xfrm>
              <a:off x="2520835" y="1793823"/>
              <a:ext cx="401760" cy="3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382F1F3-C9ED-2739-CACE-4006248758C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02835" y="1775823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59C98B2-3076-923D-F63E-32C7271CC326}"/>
                  </a:ext>
                </a:extLst>
              </p14:cNvPr>
              <p14:cNvContentPartPr/>
              <p14:nvPr/>
            </p14:nvContentPartPr>
            <p14:xfrm>
              <a:off x="2519035" y="1834863"/>
              <a:ext cx="413280" cy="6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59C98B2-3076-923D-F63E-32C7271CC32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01395" y="1817223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7507164-C44B-9C47-29D9-03D3D76DBE30}"/>
                  </a:ext>
                </a:extLst>
              </p14:cNvPr>
              <p14:cNvContentPartPr/>
              <p14:nvPr/>
            </p14:nvContentPartPr>
            <p14:xfrm>
              <a:off x="3067175" y="1793823"/>
              <a:ext cx="401760" cy="3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7507164-C44B-9C47-29D9-03D3D76DBE3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49175" y="1775823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AED65C4-BDF9-E4A1-E7CB-9BB60273BBF9}"/>
                  </a:ext>
                </a:extLst>
              </p14:cNvPr>
              <p14:cNvContentPartPr/>
              <p14:nvPr/>
            </p14:nvContentPartPr>
            <p14:xfrm>
              <a:off x="3065375" y="1834863"/>
              <a:ext cx="413280" cy="6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AED65C4-BDF9-E4A1-E7CB-9BB60273BBF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47735" y="1817223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CB007C0-5180-DB29-0B22-4BF3C22BD3ED}"/>
                  </a:ext>
                </a:extLst>
              </p14:cNvPr>
              <p14:cNvContentPartPr/>
              <p14:nvPr/>
            </p14:nvContentPartPr>
            <p14:xfrm>
              <a:off x="3635572" y="1793705"/>
              <a:ext cx="401760" cy="3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CB007C0-5180-DB29-0B22-4BF3C22BD3E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17572" y="1775705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ED6C4B0-FF1A-4246-7CF1-744E7897EE35}"/>
                  </a:ext>
                </a:extLst>
              </p14:cNvPr>
              <p14:cNvContentPartPr/>
              <p14:nvPr/>
            </p14:nvContentPartPr>
            <p14:xfrm>
              <a:off x="3633772" y="1834745"/>
              <a:ext cx="413280" cy="6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ED6C4B0-FF1A-4246-7CF1-744E7897EE3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616132" y="1817105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EB34EDD-35F8-4499-6E84-E32AD6219B69}"/>
                  </a:ext>
                </a:extLst>
              </p14:cNvPr>
              <p14:cNvContentPartPr/>
              <p14:nvPr/>
            </p14:nvContentPartPr>
            <p14:xfrm>
              <a:off x="4191632" y="1790105"/>
              <a:ext cx="401760" cy="3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EB34EDD-35F8-4499-6E84-E32AD6219B6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173632" y="1772105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7645DF9-5FEC-F3CB-F8C3-E9135032912F}"/>
                  </a:ext>
                </a:extLst>
              </p14:cNvPr>
              <p14:cNvContentPartPr/>
              <p14:nvPr/>
            </p14:nvContentPartPr>
            <p14:xfrm>
              <a:off x="4189832" y="1831145"/>
              <a:ext cx="413280" cy="6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7645DF9-5FEC-F3CB-F8C3-E9135032912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172192" y="1813505"/>
                <a:ext cx="448920" cy="4212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9DDD1AE2-198C-DD5E-3F6C-449AA5F072C7}"/>
              </a:ext>
            </a:extLst>
          </p:cNvPr>
          <p:cNvSpPr txBox="1"/>
          <p:nvPr/>
        </p:nvSpPr>
        <p:spPr>
          <a:xfrm>
            <a:off x="4915076" y="5983554"/>
            <a:ext cx="903279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Start</a:t>
            </a:r>
            <a:endParaRPr lang="en-IN" sz="24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8D3E3B-4CCE-34B3-F656-BE1A527459AB}"/>
              </a:ext>
            </a:extLst>
          </p:cNvPr>
          <p:cNvSpPr txBox="1"/>
          <p:nvPr/>
        </p:nvSpPr>
        <p:spPr>
          <a:xfrm>
            <a:off x="2721715" y="5502583"/>
            <a:ext cx="7164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Tap </a:t>
            </a:r>
            <a:r>
              <a:rPr lang="en-US" b="1" dirty="0">
                <a:solidFill>
                  <a:srgbClr val="FF0000"/>
                </a:solidFill>
              </a:rPr>
              <a:t>Start</a:t>
            </a:r>
            <a:r>
              <a:rPr lang="en-US" dirty="0">
                <a:solidFill>
                  <a:srgbClr val="FF0000"/>
                </a:solidFill>
              </a:rPr>
              <a:t> to run the DNA samples through Agarose Gel Electrophoresis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FA8F56-D03F-63FE-967C-0A9904CE50B0}"/>
              </a:ext>
            </a:extLst>
          </p:cNvPr>
          <p:cNvSpPr txBox="1"/>
          <p:nvPr/>
        </p:nvSpPr>
        <p:spPr>
          <a:xfrm>
            <a:off x="6438902" y="5983555"/>
            <a:ext cx="1257298" cy="4616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Reload</a:t>
            </a:r>
            <a:endParaRPr lang="en-IN" sz="24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FED6611-DE64-A6E9-49F1-0A0C8E727AD2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1A04A7-CADE-F0B5-1826-98289EEF1890}"/>
              </a:ext>
            </a:extLst>
          </p:cNvPr>
          <p:cNvSpPr txBox="1"/>
          <p:nvPr/>
        </p:nvSpPr>
        <p:spPr>
          <a:xfrm>
            <a:off x="3982301" y="161023"/>
            <a:ext cx="4802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Find The DNA Lengths </a:t>
            </a:r>
            <a:endParaRPr lang="en-IN" sz="36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FB33B43-C4F6-06AA-78A6-C5618D67CFD7}"/>
              </a:ext>
            </a:extLst>
          </p:cNvPr>
          <p:cNvSpPr txBox="1"/>
          <p:nvPr/>
        </p:nvSpPr>
        <p:spPr>
          <a:xfrm>
            <a:off x="7931687" y="880296"/>
            <a:ext cx="364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DNA samples in loading mixtures</a:t>
            </a:r>
            <a:endParaRPr lang="en-IN" b="1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DC96F982-545F-BD55-4C71-B1D325F72C3F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2647" b="27327"/>
          <a:stretch>
            <a:fillRect/>
          </a:stretch>
        </p:blipFill>
        <p:spPr>
          <a:xfrm>
            <a:off x="8902035" y="1570054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3B1E98B-C6DD-5A11-E002-078C3384340C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2647" b="27327"/>
          <a:stretch>
            <a:fillRect/>
          </a:stretch>
        </p:blipFill>
        <p:spPr>
          <a:xfrm>
            <a:off x="10379275" y="1570054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10D07D9-E056-52D1-48D5-ABE565A935C0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2647" b="27327"/>
          <a:stretch>
            <a:fillRect/>
          </a:stretch>
        </p:blipFill>
        <p:spPr>
          <a:xfrm>
            <a:off x="10391351" y="3608659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055F9485-C470-E7DB-54CD-DB9B53847938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2647" b="27327"/>
          <a:stretch>
            <a:fillRect/>
          </a:stretch>
        </p:blipFill>
        <p:spPr>
          <a:xfrm>
            <a:off x="7454900" y="2758258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F94AA027-E93B-A382-748F-948E499B9AAF}"/>
              </a:ext>
            </a:extLst>
          </p:cNvPr>
          <p:cNvSpPr txBox="1"/>
          <p:nvPr/>
        </p:nvSpPr>
        <p:spPr>
          <a:xfrm>
            <a:off x="7541422" y="394339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DNA ladder</a:t>
            </a:r>
            <a:endParaRPr lang="en-IN" sz="11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30CA8E0-448F-F7D7-23FD-7B178AAD738F}"/>
              </a:ext>
            </a:extLst>
          </p:cNvPr>
          <p:cNvSpPr txBox="1"/>
          <p:nvPr/>
        </p:nvSpPr>
        <p:spPr>
          <a:xfrm>
            <a:off x="10595605" y="278923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2</a:t>
            </a:r>
            <a:endParaRPr lang="en-IN" sz="11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A0EB4F-A0F0-D5F5-7A05-1272878B50E2}"/>
              </a:ext>
            </a:extLst>
          </p:cNvPr>
          <p:cNvSpPr txBox="1"/>
          <p:nvPr/>
        </p:nvSpPr>
        <p:spPr>
          <a:xfrm>
            <a:off x="9118366" y="481854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3</a:t>
            </a:r>
            <a:endParaRPr lang="en-IN" sz="11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E32C7D9-59EF-7532-8FC8-04AF228B2A2B}"/>
              </a:ext>
            </a:extLst>
          </p:cNvPr>
          <p:cNvSpPr txBox="1"/>
          <p:nvPr/>
        </p:nvSpPr>
        <p:spPr>
          <a:xfrm>
            <a:off x="10607681" y="4804347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4</a:t>
            </a:r>
            <a:endParaRPr lang="en-IN" sz="11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FBF6BF6-B3CA-08B5-CE66-D4CB7A72025B}"/>
              </a:ext>
            </a:extLst>
          </p:cNvPr>
          <p:cNvSpPr txBox="1"/>
          <p:nvPr/>
        </p:nvSpPr>
        <p:spPr>
          <a:xfrm>
            <a:off x="8981897" y="278522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1</a:t>
            </a:r>
            <a:endParaRPr lang="en-IN" sz="1100" b="1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1DC23F3C-5169-F2D9-0C61-642A9E0A8350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2647" b="27327"/>
          <a:stretch>
            <a:fillRect/>
          </a:stretch>
        </p:blipFill>
        <p:spPr>
          <a:xfrm>
            <a:off x="9043920" y="3628325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8AF0126E-98C4-8C76-6567-46A43E47318A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FD73C02-8D8D-CD9A-8641-961ED138A24C}"/>
              </a:ext>
            </a:extLst>
          </p:cNvPr>
          <p:cNvSpPr txBox="1"/>
          <p:nvPr/>
        </p:nvSpPr>
        <p:spPr>
          <a:xfrm>
            <a:off x="2485817" y="1484246"/>
            <a:ext cx="74489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(Sample 3)</a:t>
            </a:r>
            <a:endParaRPr lang="en-IN" sz="5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E656229-9A2F-DEC7-C79F-BA54504E651A}"/>
              </a:ext>
            </a:extLst>
          </p:cNvPr>
          <p:cNvSpPr txBox="1"/>
          <p:nvPr/>
        </p:nvSpPr>
        <p:spPr>
          <a:xfrm>
            <a:off x="3047015" y="1479561"/>
            <a:ext cx="74489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(Sample 1)</a:t>
            </a:r>
            <a:endParaRPr lang="en-IN" sz="5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9E4ED69-282E-3AED-E303-D5805B5BFBF7}"/>
              </a:ext>
            </a:extLst>
          </p:cNvPr>
          <p:cNvSpPr txBox="1"/>
          <p:nvPr/>
        </p:nvSpPr>
        <p:spPr>
          <a:xfrm>
            <a:off x="3622604" y="1479561"/>
            <a:ext cx="74489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(Sample 4)</a:t>
            </a:r>
            <a:endParaRPr lang="en-IN" sz="5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9D0C21-CF17-B44C-9DFD-50F2B81BED55}"/>
              </a:ext>
            </a:extLst>
          </p:cNvPr>
          <p:cNvSpPr txBox="1"/>
          <p:nvPr/>
        </p:nvSpPr>
        <p:spPr>
          <a:xfrm>
            <a:off x="4128472" y="1490043"/>
            <a:ext cx="8047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(Sample 1)</a:t>
            </a:r>
            <a:endParaRPr lang="en-IN" sz="500" b="1" dirty="0"/>
          </a:p>
          <a:p>
            <a:endParaRPr lang="en-IN" sz="500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B59D3F9-C690-3651-EE2E-5ECEF5E60837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7E3F6E5-5465-868D-579E-2B5CF49D3E3F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B206CB1-0BE3-848C-7F9F-EADE92B807E7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F962E19-B01D-E069-B91F-048A6B1D7400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B7C1274-C34D-9DE0-3113-1A4DBE2F4AAD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82F60A1-BD36-BCFA-EA1C-D1C12ED38342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7B34A15-DAC7-032D-ACD4-D3517934F427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B763DD-7CEC-0239-7E40-40961761C2E5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91299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928D6-3B4B-D0EC-D9AF-D1673AEB4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19CE2E3-99A7-A192-4C9D-BE633E423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294C2E1-A881-D767-BBDD-560E5B41CC75}"/>
                  </a:ext>
                </a:extLst>
              </p14:cNvPr>
              <p14:cNvContentPartPr/>
              <p14:nvPr/>
            </p14:nvContentPartPr>
            <p14:xfrm>
              <a:off x="1985655" y="1793705"/>
              <a:ext cx="402120" cy="5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294C2E1-A881-D767-BBDD-560E5B41CC7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67655" y="1775705"/>
                <a:ext cx="4377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D4E8709-CE6C-E4A4-E4F5-2F38C0FDA39D}"/>
                  </a:ext>
                </a:extLst>
              </p14:cNvPr>
              <p14:cNvContentPartPr/>
              <p14:nvPr/>
            </p14:nvContentPartPr>
            <p14:xfrm>
              <a:off x="1977735" y="1830065"/>
              <a:ext cx="414720" cy="8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D4E8709-CE6C-E4A4-E4F5-2F38C0FDA39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59735" y="1812065"/>
                <a:ext cx="4503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8884A2E-4F7E-0E82-1222-FB4AD3EF84A1}"/>
                  </a:ext>
                </a:extLst>
              </p14:cNvPr>
              <p14:cNvContentPartPr/>
              <p14:nvPr/>
            </p14:nvContentPartPr>
            <p14:xfrm>
              <a:off x="10452619" y="4908657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8884A2E-4F7E-0E82-1222-FB4AD3EF84A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446499" y="490253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D797A6B-1022-B51C-BF4A-26F611D9F402}"/>
                  </a:ext>
                </a:extLst>
              </p14:cNvPr>
              <p14:cNvContentPartPr/>
              <p14:nvPr/>
            </p14:nvContentPartPr>
            <p14:xfrm>
              <a:off x="2520835" y="1793823"/>
              <a:ext cx="401760" cy="3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D797A6B-1022-B51C-BF4A-26F611D9F40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02835" y="1775823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74C6DDA-F7E9-8355-7A0E-E4C8C3B9E2BD}"/>
                  </a:ext>
                </a:extLst>
              </p14:cNvPr>
              <p14:cNvContentPartPr/>
              <p14:nvPr/>
            </p14:nvContentPartPr>
            <p14:xfrm>
              <a:off x="2519035" y="1834863"/>
              <a:ext cx="413280" cy="6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74C6DDA-F7E9-8355-7A0E-E4C8C3B9E2B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01395" y="1817223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04C6942-145C-5829-0997-B40490A0C207}"/>
                  </a:ext>
                </a:extLst>
              </p14:cNvPr>
              <p14:cNvContentPartPr/>
              <p14:nvPr/>
            </p14:nvContentPartPr>
            <p14:xfrm>
              <a:off x="3067175" y="1793823"/>
              <a:ext cx="401760" cy="3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04C6942-145C-5829-0997-B40490A0C20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049175" y="1775823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AECD1F2-92E6-9B22-F97C-02861E4BB457}"/>
                  </a:ext>
                </a:extLst>
              </p14:cNvPr>
              <p14:cNvContentPartPr/>
              <p14:nvPr/>
            </p14:nvContentPartPr>
            <p14:xfrm>
              <a:off x="3065375" y="1834863"/>
              <a:ext cx="413280" cy="6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AECD1F2-92E6-9B22-F97C-02861E4BB45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47735" y="1817223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52C5CA1-B53C-FC16-8575-B73CBD135D26}"/>
                  </a:ext>
                </a:extLst>
              </p14:cNvPr>
              <p14:cNvContentPartPr/>
              <p14:nvPr/>
            </p14:nvContentPartPr>
            <p14:xfrm>
              <a:off x="3635572" y="1793705"/>
              <a:ext cx="401760" cy="3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52C5CA1-B53C-FC16-8575-B73CBD135D2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17572" y="1775705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9311FFD-6B74-E5B1-6960-32ECF5C0D66F}"/>
                  </a:ext>
                </a:extLst>
              </p14:cNvPr>
              <p14:cNvContentPartPr/>
              <p14:nvPr/>
            </p14:nvContentPartPr>
            <p14:xfrm>
              <a:off x="3633772" y="1834745"/>
              <a:ext cx="413280" cy="6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9311FFD-6B74-E5B1-6960-32ECF5C0D66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616132" y="1817105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33BE4FC-F72C-A15F-B8CB-EC7675A25A1C}"/>
                  </a:ext>
                </a:extLst>
              </p14:cNvPr>
              <p14:cNvContentPartPr/>
              <p14:nvPr/>
            </p14:nvContentPartPr>
            <p14:xfrm>
              <a:off x="4191632" y="1790105"/>
              <a:ext cx="401760" cy="3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33BE4FC-F72C-A15F-B8CB-EC7675A25A1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73632" y="1772105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CED7568-93BF-F27C-54F2-593433C8DC3D}"/>
                  </a:ext>
                </a:extLst>
              </p14:cNvPr>
              <p14:cNvContentPartPr/>
              <p14:nvPr/>
            </p14:nvContentPartPr>
            <p14:xfrm>
              <a:off x="4189832" y="1831145"/>
              <a:ext cx="413280" cy="6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CED7568-93BF-F27C-54F2-593433C8DC3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172192" y="1813505"/>
                <a:ext cx="448920" cy="4212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D44F7AAB-6E90-3CF1-86F4-07619FF65478}"/>
              </a:ext>
            </a:extLst>
          </p:cNvPr>
          <p:cNvSpPr/>
          <p:nvPr/>
        </p:nvSpPr>
        <p:spPr>
          <a:xfrm>
            <a:off x="1949197" y="2000578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991E97-7697-BB2A-829E-B2580547E159}"/>
              </a:ext>
            </a:extLst>
          </p:cNvPr>
          <p:cNvSpPr/>
          <p:nvPr/>
        </p:nvSpPr>
        <p:spPr>
          <a:xfrm>
            <a:off x="1949196" y="2148232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6EFC917-E6DC-70EC-59F8-1F842CAE7E64}"/>
              </a:ext>
            </a:extLst>
          </p:cNvPr>
          <p:cNvSpPr/>
          <p:nvPr/>
        </p:nvSpPr>
        <p:spPr>
          <a:xfrm>
            <a:off x="1949196" y="2304431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C676C51-445A-402A-7263-C779B5E6BCDA}"/>
              </a:ext>
            </a:extLst>
          </p:cNvPr>
          <p:cNvSpPr/>
          <p:nvPr/>
        </p:nvSpPr>
        <p:spPr>
          <a:xfrm>
            <a:off x="1949195" y="2452085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463255F-CC2F-35ED-E68B-882CABA31BF5}"/>
              </a:ext>
            </a:extLst>
          </p:cNvPr>
          <p:cNvSpPr/>
          <p:nvPr/>
        </p:nvSpPr>
        <p:spPr>
          <a:xfrm>
            <a:off x="1949195" y="2599739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C96FC83-E424-73F7-BC74-BE880441A9CF}"/>
              </a:ext>
            </a:extLst>
          </p:cNvPr>
          <p:cNvSpPr/>
          <p:nvPr/>
        </p:nvSpPr>
        <p:spPr>
          <a:xfrm>
            <a:off x="1949194" y="2747393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322CA3E-30C7-4D55-3FB2-E109C2D6101A}"/>
              </a:ext>
            </a:extLst>
          </p:cNvPr>
          <p:cNvSpPr/>
          <p:nvPr/>
        </p:nvSpPr>
        <p:spPr>
          <a:xfrm>
            <a:off x="1949194" y="2903592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481639E-BE59-390C-B270-8B95BC3A9095}"/>
              </a:ext>
            </a:extLst>
          </p:cNvPr>
          <p:cNvSpPr/>
          <p:nvPr/>
        </p:nvSpPr>
        <p:spPr>
          <a:xfrm>
            <a:off x="1949193" y="3051246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8314F2-2EFB-D943-7169-B075DD98D491}"/>
              </a:ext>
            </a:extLst>
          </p:cNvPr>
          <p:cNvSpPr/>
          <p:nvPr/>
        </p:nvSpPr>
        <p:spPr>
          <a:xfrm>
            <a:off x="1945087" y="3217121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F956B27-C05E-844F-0206-8F5A9CC32708}"/>
              </a:ext>
            </a:extLst>
          </p:cNvPr>
          <p:cNvSpPr/>
          <p:nvPr/>
        </p:nvSpPr>
        <p:spPr>
          <a:xfrm>
            <a:off x="1945086" y="3364775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1192DEE-6F10-0036-FF8A-CEC43690AB11}"/>
              </a:ext>
            </a:extLst>
          </p:cNvPr>
          <p:cNvSpPr/>
          <p:nvPr/>
        </p:nvSpPr>
        <p:spPr>
          <a:xfrm>
            <a:off x="1945086" y="3520974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38BFF31-751D-56BA-2E61-AA0CCDFD543D}"/>
              </a:ext>
            </a:extLst>
          </p:cNvPr>
          <p:cNvSpPr/>
          <p:nvPr/>
        </p:nvSpPr>
        <p:spPr>
          <a:xfrm>
            <a:off x="1945085" y="3668628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5ACA0F4-FF80-0B11-F606-DD04683CA877}"/>
              </a:ext>
            </a:extLst>
          </p:cNvPr>
          <p:cNvSpPr/>
          <p:nvPr/>
        </p:nvSpPr>
        <p:spPr>
          <a:xfrm>
            <a:off x="1945085" y="3816282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872AA01-8B6F-3766-0C73-2689777BF97D}"/>
              </a:ext>
            </a:extLst>
          </p:cNvPr>
          <p:cNvSpPr/>
          <p:nvPr/>
        </p:nvSpPr>
        <p:spPr>
          <a:xfrm>
            <a:off x="1945084" y="3963936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59D968A-CE4E-1317-28E2-934C3D17C449}"/>
              </a:ext>
            </a:extLst>
          </p:cNvPr>
          <p:cNvSpPr/>
          <p:nvPr/>
        </p:nvSpPr>
        <p:spPr>
          <a:xfrm>
            <a:off x="1945084" y="4120135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EC4E9FE-3E4F-E09D-333E-F1A89DC725F4}"/>
              </a:ext>
            </a:extLst>
          </p:cNvPr>
          <p:cNvSpPr/>
          <p:nvPr/>
        </p:nvSpPr>
        <p:spPr>
          <a:xfrm>
            <a:off x="1945083" y="4267789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959FC94-19E8-B2E6-C675-BF478A96EC1B}"/>
              </a:ext>
            </a:extLst>
          </p:cNvPr>
          <p:cNvSpPr/>
          <p:nvPr/>
        </p:nvSpPr>
        <p:spPr>
          <a:xfrm>
            <a:off x="1945083" y="4415443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48DF8B1-6C08-109E-38E3-A687FCDB7FFD}"/>
              </a:ext>
            </a:extLst>
          </p:cNvPr>
          <p:cNvSpPr/>
          <p:nvPr/>
        </p:nvSpPr>
        <p:spPr>
          <a:xfrm>
            <a:off x="1945082" y="4563097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882E605-C7EF-D492-5BD3-F251AD4FD00B}"/>
              </a:ext>
            </a:extLst>
          </p:cNvPr>
          <p:cNvSpPr/>
          <p:nvPr/>
        </p:nvSpPr>
        <p:spPr>
          <a:xfrm>
            <a:off x="1945082" y="4719296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0CBED9B-97E6-239C-8ADC-D11DDBB19727}"/>
              </a:ext>
            </a:extLst>
          </p:cNvPr>
          <p:cNvSpPr/>
          <p:nvPr/>
        </p:nvSpPr>
        <p:spPr>
          <a:xfrm>
            <a:off x="1945081" y="4866950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2392961-C445-8617-2D30-D9C5E922638C}"/>
              </a:ext>
            </a:extLst>
          </p:cNvPr>
          <p:cNvSpPr/>
          <p:nvPr/>
        </p:nvSpPr>
        <p:spPr>
          <a:xfrm>
            <a:off x="1945081" y="5018510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D5D3540-4D71-F223-9675-36021B6EA559}"/>
              </a:ext>
            </a:extLst>
          </p:cNvPr>
          <p:cNvSpPr/>
          <p:nvPr/>
        </p:nvSpPr>
        <p:spPr>
          <a:xfrm>
            <a:off x="2485817" y="2609987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B660010-9F57-4BC1-2C56-2A6F06229ED7}"/>
              </a:ext>
            </a:extLst>
          </p:cNvPr>
          <p:cNvSpPr/>
          <p:nvPr/>
        </p:nvSpPr>
        <p:spPr>
          <a:xfrm>
            <a:off x="3083070" y="3714347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805B905-FADF-279A-2C30-C7DE18D7E91C}"/>
              </a:ext>
            </a:extLst>
          </p:cNvPr>
          <p:cNvSpPr/>
          <p:nvPr/>
        </p:nvSpPr>
        <p:spPr>
          <a:xfrm>
            <a:off x="3647975" y="4392583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78DA494-6F84-965E-54ED-3BB8AC2491A2}"/>
              </a:ext>
            </a:extLst>
          </p:cNvPr>
          <p:cNvSpPr/>
          <p:nvPr/>
        </p:nvSpPr>
        <p:spPr>
          <a:xfrm>
            <a:off x="4156614" y="3074105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2FB83F1-B408-136F-722B-D7C366C19582}"/>
              </a:ext>
            </a:extLst>
          </p:cNvPr>
          <p:cNvSpPr txBox="1"/>
          <p:nvPr/>
        </p:nvSpPr>
        <p:spPr>
          <a:xfrm>
            <a:off x="795590" y="1701436"/>
            <a:ext cx="1350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Base pairs (bps)</a:t>
            </a:r>
            <a:endParaRPr lang="en-IN" sz="10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A797E0C-9D51-7C06-29ED-CFA881880144}"/>
              </a:ext>
            </a:extLst>
          </p:cNvPr>
          <p:cNvSpPr txBox="1"/>
          <p:nvPr/>
        </p:nvSpPr>
        <p:spPr>
          <a:xfrm>
            <a:off x="1274712" y="1892856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2100 bps</a:t>
            </a:r>
            <a:endParaRPr lang="en-IN" sz="8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978341C-A4E2-0230-BEEC-792CF1849FF9}"/>
              </a:ext>
            </a:extLst>
          </p:cNvPr>
          <p:cNvSpPr txBox="1"/>
          <p:nvPr/>
        </p:nvSpPr>
        <p:spPr>
          <a:xfrm>
            <a:off x="1274712" y="2045256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2000 bps</a:t>
            </a:r>
            <a:endParaRPr lang="en-IN" sz="8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77CD1C2-F69C-2918-6E8D-5AB3B3C73104}"/>
              </a:ext>
            </a:extLst>
          </p:cNvPr>
          <p:cNvSpPr txBox="1"/>
          <p:nvPr/>
        </p:nvSpPr>
        <p:spPr>
          <a:xfrm>
            <a:off x="1274712" y="2210180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1900 bps</a:t>
            </a:r>
            <a:endParaRPr lang="en-IN" sz="8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FC4C296-B25B-8B78-B2D6-DA702533715C}"/>
              </a:ext>
            </a:extLst>
          </p:cNvPr>
          <p:cNvSpPr txBox="1"/>
          <p:nvPr/>
        </p:nvSpPr>
        <p:spPr>
          <a:xfrm>
            <a:off x="1284293" y="2366945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1800 bps</a:t>
            </a:r>
            <a:endParaRPr lang="en-IN" sz="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CEDD7F3-8866-F744-CED6-F789F90E62B7}"/>
              </a:ext>
            </a:extLst>
          </p:cNvPr>
          <p:cNvSpPr txBox="1"/>
          <p:nvPr/>
        </p:nvSpPr>
        <p:spPr>
          <a:xfrm>
            <a:off x="1284293" y="2519345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1700 bps</a:t>
            </a:r>
            <a:endParaRPr lang="en-IN" sz="8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D51626F-107B-BCA6-8632-E03B6088BE08}"/>
              </a:ext>
            </a:extLst>
          </p:cNvPr>
          <p:cNvSpPr txBox="1"/>
          <p:nvPr/>
        </p:nvSpPr>
        <p:spPr>
          <a:xfrm>
            <a:off x="1284293" y="2667991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1600 bps</a:t>
            </a:r>
            <a:endParaRPr lang="en-IN" sz="8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9E42D34-030E-5527-5364-1519B9CEF9F2}"/>
              </a:ext>
            </a:extLst>
          </p:cNvPr>
          <p:cNvSpPr txBox="1"/>
          <p:nvPr/>
        </p:nvSpPr>
        <p:spPr>
          <a:xfrm>
            <a:off x="1284293" y="2834486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1500 bps</a:t>
            </a:r>
            <a:endParaRPr lang="en-IN" sz="8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6D17453-C4FC-6949-01CA-7C22454F20D2}"/>
              </a:ext>
            </a:extLst>
          </p:cNvPr>
          <p:cNvSpPr txBox="1"/>
          <p:nvPr/>
        </p:nvSpPr>
        <p:spPr>
          <a:xfrm>
            <a:off x="1284293" y="2969037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1400 bps</a:t>
            </a:r>
            <a:endParaRPr lang="en-IN" sz="800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58EA923-3CB4-8396-E809-6731BBC3D713}"/>
              </a:ext>
            </a:extLst>
          </p:cNvPr>
          <p:cNvSpPr txBox="1"/>
          <p:nvPr/>
        </p:nvSpPr>
        <p:spPr>
          <a:xfrm>
            <a:off x="1284293" y="3119824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1300 bps</a:t>
            </a:r>
            <a:endParaRPr lang="en-IN" sz="800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526497A-0CF2-348D-02E4-F2575266AD24}"/>
              </a:ext>
            </a:extLst>
          </p:cNvPr>
          <p:cNvSpPr txBox="1"/>
          <p:nvPr/>
        </p:nvSpPr>
        <p:spPr>
          <a:xfrm>
            <a:off x="1284293" y="3265706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1200 bps</a:t>
            </a:r>
            <a:endParaRPr lang="en-IN" sz="8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4F9B1F1-DF7F-129A-0209-E1026DC569C8}"/>
              </a:ext>
            </a:extLst>
          </p:cNvPr>
          <p:cNvSpPr txBox="1"/>
          <p:nvPr/>
        </p:nvSpPr>
        <p:spPr>
          <a:xfrm>
            <a:off x="1284293" y="3429000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1100 bps</a:t>
            </a:r>
            <a:endParaRPr lang="en-IN" sz="800" b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E54A893-2EA7-8CB2-216A-0085AF2013D0}"/>
              </a:ext>
            </a:extLst>
          </p:cNvPr>
          <p:cNvSpPr txBox="1"/>
          <p:nvPr/>
        </p:nvSpPr>
        <p:spPr>
          <a:xfrm>
            <a:off x="1284293" y="3597147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1000 bps</a:t>
            </a:r>
            <a:endParaRPr lang="en-IN" sz="8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53FE777-14CA-9562-A7D0-CFF9592BEA13}"/>
              </a:ext>
            </a:extLst>
          </p:cNvPr>
          <p:cNvSpPr txBox="1"/>
          <p:nvPr/>
        </p:nvSpPr>
        <p:spPr>
          <a:xfrm>
            <a:off x="1284293" y="3746037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900 bps</a:t>
            </a:r>
            <a:endParaRPr lang="en-IN" sz="8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A920282-018C-7E84-A6DF-22A879599285}"/>
              </a:ext>
            </a:extLst>
          </p:cNvPr>
          <p:cNvSpPr txBox="1"/>
          <p:nvPr/>
        </p:nvSpPr>
        <p:spPr>
          <a:xfrm>
            <a:off x="1284293" y="3887036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800 bps</a:t>
            </a:r>
            <a:endParaRPr lang="en-IN" sz="8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D4551C4-4A1E-F8B5-46FF-36637AB577C4}"/>
              </a:ext>
            </a:extLst>
          </p:cNvPr>
          <p:cNvSpPr txBox="1"/>
          <p:nvPr/>
        </p:nvSpPr>
        <p:spPr>
          <a:xfrm>
            <a:off x="1284293" y="4035926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700 bps</a:t>
            </a:r>
            <a:endParaRPr lang="en-IN" sz="800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124650-C7BF-B1A1-5617-F5F6B99F2E43}"/>
              </a:ext>
            </a:extLst>
          </p:cNvPr>
          <p:cNvSpPr txBox="1"/>
          <p:nvPr/>
        </p:nvSpPr>
        <p:spPr>
          <a:xfrm>
            <a:off x="1284293" y="4182926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600 bps</a:t>
            </a:r>
            <a:endParaRPr lang="en-IN" sz="8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B630030-02CB-C2CD-1ACD-1D2612A88570}"/>
              </a:ext>
            </a:extLst>
          </p:cNvPr>
          <p:cNvSpPr txBox="1"/>
          <p:nvPr/>
        </p:nvSpPr>
        <p:spPr>
          <a:xfrm>
            <a:off x="1289005" y="4328082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500 bps</a:t>
            </a:r>
            <a:endParaRPr lang="en-IN" sz="8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BE6E59A-004C-A734-8128-584C71D820AD}"/>
              </a:ext>
            </a:extLst>
          </p:cNvPr>
          <p:cNvSpPr txBox="1"/>
          <p:nvPr/>
        </p:nvSpPr>
        <p:spPr>
          <a:xfrm>
            <a:off x="1284292" y="4476728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400 bps</a:t>
            </a:r>
            <a:endParaRPr lang="en-IN" sz="8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CB5A8C4-B1D3-62D1-7B9B-76713724E644}"/>
              </a:ext>
            </a:extLst>
          </p:cNvPr>
          <p:cNvSpPr txBox="1"/>
          <p:nvPr/>
        </p:nvSpPr>
        <p:spPr>
          <a:xfrm>
            <a:off x="1284292" y="4632283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300 bps</a:t>
            </a:r>
            <a:endParaRPr lang="en-IN" sz="8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EE2AD72-61F3-2AD6-53D0-1B5522428C15}"/>
              </a:ext>
            </a:extLst>
          </p:cNvPr>
          <p:cNvSpPr txBox="1"/>
          <p:nvPr/>
        </p:nvSpPr>
        <p:spPr>
          <a:xfrm>
            <a:off x="1284292" y="4792881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200 bps</a:t>
            </a:r>
            <a:endParaRPr lang="en-IN" sz="8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864C434-FF6F-51DA-7D15-02989C549436}"/>
              </a:ext>
            </a:extLst>
          </p:cNvPr>
          <p:cNvSpPr txBox="1"/>
          <p:nvPr/>
        </p:nvSpPr>
        <p:spPr>
          <a:xfrm>
            <a:off x="1284292" y="4928949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100 bps</a:t>
            </a:r>
            <a:endParaRPr lang="en-IN" sz="800" b="1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F44F580-ED7E-C180-79FC-B83664597228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B17ECB5-DAB5-0E46-1CBC-3935B378ABE4}"/>
              </a:ext>
            </a:extLst>
          </p:cNvPr>
          <p:cNvSpPr txBox="1"/>
          <p:nvPr/>
        </p:nvSpPr>
        <p:spPr>
          <a:xfrm>
            <a:off x="3982301" y="161023"/>
            <a:ext cx="4802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Find The DNA Lengths </a:t>
            </a:r>
            <a:endParaRPr lang="en-IN" sz="36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638C2B1-09FF-F1AB-F94D-4A6D716A6849}"/>
              </a:ext>
            </a:extLst>
          </p:cNvPr>
          <p:cNvSpPr txBox="1"/>
          <p:nvPr/>
        </p:nvSpPr>
        <p:spPr>
          <a:xfrm>
            <a:off x="7931687" y="880296"/>
            <a:ext cx="364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DNA samples in loading mixtures</a:t>
            </a:r>
            <a:endParaRPr lang="en-IN" b="1" dirty="0"/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3CD5A0C1-566D-976C-B948-0EFC01DD5AAF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t="2647" b="27327"/>
          <a:stretch>
            <a:fillRect/>
          </a:stretch>
        </p:blipFill>
        <p:spPr>
          <a:xfrm>
            <a:off x="8902035" y="1570054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D88EB73E-7E17-71EA-E133-4192AF0C569B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t="2647" b="27327"/>
          <a:stretch>
            <a:fillRect/>
          </a:stretch>
        </p:blipFill>
        <p:spPr>
          <a:xfrm>
            <a:off x="10379275" y="1570054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17FDB21E-B452-66DB-A241-36F383DB18D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t="2647" b="27327"/>
          <a:stretch>
            <a:fillRect/>
          </a:stretch>
        </p:blipFill>
        <p:spPr>
          <a:xfrm>
            <a:off x="10391351" y="3608659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15BDEF11-E99B-CB3C-1287-1A7F5862EE88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t="2647" b="27327"/>
          <a:stretch>
            <a:fillRect/>
          </a:stretch>
        </p:blipFill>
        <p:spPr>
          <a:xfrm>
            <a:off x="7454900" y="2758258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27A0FC9E-6C04-71C5-4705-97056E98DF64}"/>
              </a:ext>
            </a:extLst>
          </p:cNvPr>
          <p:cNvSpPr txBox="1"/>
          <p:nvPr/>
        </p:nvSpPr>
        <p:spPr>
          <a:xfrm>
            <a:off x="7541422" y="394339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DNA ladder</a:t>
            </a:r>
            <a:endParaRPr lang="en-IN" sz="1100" b="1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E03B884-653C-16A0-97F3-45D1C953187F}"/>
              </a:ext>
            </a:extLst>
          </p:cNvPr>
          <p:cNvSpPr txBox="1"/>
          <p:nvPr/>
        </p:nvSpPr>
        <p:spPr>
          <a:xfrm>
            <a:off x="10595605" y="278923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2</a:t>
            </a:r>
            <a:endParaRPr lang="en-IN" sz="1100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E18D284-13BB-9F4D-2FA5-CB73B05D400E}"/>
              </a:ext>
            </a:extLst>
          </p:cNvPr>
          <p:cNvSpPr txBox="1"/>
          <p:nvPr/>
        </p:nvSpPr>
        <p:spPr>
          <a:xfrm>
            <a:off x="9118366" y="481854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3</a:t>
            </a:r>
            <a:endParaRPr lang="en-IN" sz="1100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4FDDBA5-F626-C02F-D012-6A163DDADD86}"/>
              </a:ext>
            </a:extLst>
          </p:cNvPr>
          <p:cNvSpPr txBox="1"/>
          <p:nvPr/>
        </p:nvSpPr>
        <p:spPr>
          <a:xfrm>
            <a:off x="10607681" y="4804347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4</a:t>
            </a:r>
            <a:endParaRPr lang="en-IN" sz="1100" b="1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523CA5D-C174-7F66-A57C-6B81ECA11F11}"/>
              </a:ext>
            </a:extLst>
          </p:cNvPr>
          <p:cNvSpPr txBox="1"/>
          <p:nvPr/>
        </p:nvSpPr>
        <p:spPr>
          <a:xfrm>
            <a:off x="8981897" y="278522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1</a:t>
            </a:r>
            <a:endParaRPr lang="en-IN" sz="1100" b="1" dirty="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8DFF9383-8CCB-0FB3-62BB-F9245CBE12EB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t="2647" b="27327"/>
          <a:stretch>
            <a:fillRect/>
          </a:stretch>
        </p:blipFill>
        <p:spPr>
          <a:xfrm>
            <a:off x="9043920" y="3628325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67F75E68-8DA2-A1EF-186D-864C76BA511A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62E73A1-E487-4DC7-DC38-466FF2C310DD}"/>
              </a:ext>
            </a:extLst>
          </p:cNvPr>
          <p:cNvSpPr txBox="1"/>
          <p:nvPr/>
        </p:nvSpPr>
        <p:spPr>
          <a:xfrm>
            <a:off x="2485817" y="1484246"/>
            <a:ext cx="74489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(Sample 3)</a:t>
            </a:r>
            <a:endParaRPr lang="en-IN" sz="500" b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4BBAB89-7A28-4C3C-9F5E-8D270947ED1B}"/>
              </a:ext>
            </a:extLst>
          </p:cNvPr>
          <p:cNvSpPr txBox="1"/>
          <p:nvPr/>
        </p:nvSpPr>
        <p:spPr>
          <a:xfrm>
            <a:off x="3047015" y="1479561"/>
            <a:ext cx="74489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(Sample 1)</a:t>
            </a:r>
            <a:endParaRPr lang="en-IN" sz="500" b="1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6BF9906-A995-C1EB-A9A1-58795F002EA4}"/>
              </a:ext>
            </a:extLst>
          </p:cNvPr>
          <p:cNvSpPr txBox="1"/>
          <p:nvPr/>
        </p:nvSpPr>
        <p:spPr>
          <a:xfrm>
            <a:off x="3622604" y="1479561"/>
            <a:ext cx="74489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(Sample 4)</a:t>
            </a:r>
            <a:endParaRPr lang="en-IN" sz="500" b="1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3D7F468-6E73-9195-EDCB-3C6CEB4A5D22}"/>
              </a:ext>
            </a:extLst>
          </p:cNvPr>
          <p:cNvSpPr txBox="1"/>
          <p:nvPr/>
        </p:nvSpPr>
        <p:spPr>
          <a:xfrm>
            <a:off x="4128472" y="1490043"/>
            <a:ext cx="8047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(Sample 1)</a:t>
            </a:r>
            <a:endParaRPr lang="en-IN" sz="500" b="1" dirty="0"/>
          </a:p>
          <a:p>
            <a:endParaRPr lang="en-IN" sz="500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9C1E13A-A18F-98F3-72E9-15731463E5F7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017800-1C72-9C5E-D9A9-7BFFA9DB1631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396827E-2144-E2DA-D436-E6C00C029241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112B664-46AA-5E65-8C7F-B8DEC50B9549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E6389D-02C4-B3D7-95EA-6F5DF9A8A106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BC28906-3EDF-9959-3C98-D20FC9491D3A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D4ABF6B-95A6-9C0C-2BBB-B8DD2E49B049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A9286F-B14A-5949-2093-597F4D71CDC1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90639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85264-A17F-B1F6-7616-FF55A0F52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88">
            <a:extLst>
              <a:ext uri="{FF2B5EF4-FFF2-40B4-BE49-F238E27FC236}">
                <a16:creationId xmlns:a16="http://schemas.microsoft.com/office/drawing/2014/main" id="{2DA97AE5-D1CD-C3E4-3518-D30CE69D42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47" b="27327"/>
          <a:stretch>
            <a:fillRect/>
          </a:stretch>
        </p:blipFill>
        <p:spPr>
          <a:xfrm>
            <a:off x="8902035" y="1570054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64BB64D3-AC8E-1F57-F648-0EC050D94A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47" b="27327"/>
          <a:stretch>
            <a:fillRect/>
          </a:stretch>
        </p:blipFill>
        <p:spPr>
          <a:xfrm>
            <a:off x="10379275" y="1570054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80C9D64-F6CA-F2EF-B5D4-0FC273C1E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BE6DD96-E1EE-7CC5-5AA2-FC54B73B237E}"/>
                  </a:ext>
                </a:extLst>
              </p14:cNvPr>
              <p14:cNvContentPartPr/>
              <p14:nvPr/>
            </p14:nvContentPartPr>
            <p14:xfrm>
              <a:off x="1985655" y="1793705"/>
              <a:ext cx="402120" cy="5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BE6DD96-E1EE-7CC5-5AA2-FC54B73B237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67655" y="1775705"/>
                <a:ext cx="4377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91D2D0D-658C-2954-E816-DCC75DC1B059}"/>
                  </a:ext>
                </a:extLst>
              </p14:cNvPr>
              <p14:cNvContentPartPr/>
              <p14:nvPr/>
            </p14:nvContentPartPr>
            <p14:xfrm>
              <a:off x="1977735" y="1830065"/>
              <a:ext cx="414720" cy="8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91D2D0D-658C-2954-E816-DCC75DC1B05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59735" y="1812065"/>
                <a:ext cx="4503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7C16667-E3C1-65D7-0DC2-81EA2400E6A0}"/>
                  </a:ext>
                </a:extLst>
              </p14:cNvPr>
              <p14:cNvContentPartPr/>
              <p14:nvPr/>
            </p14:nvContentPartPr>
            <p14:xfrm>
              <a:off x="10452619" y="4908657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7C16667-E3C1-65D7-0DC2-81EA2400E6A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446499" y="490253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AF730F2-7EA7-3D10-30BE-18DEE489E77B}"/>
                  </a:ext>
                </a:extLst>
              </p14:cNvPr>
              <p14:cNvContentPartPr/>
              <p14:nvPr/>
            </p14:nvContentPartPr>
            <p14:xfrm>
              <a:off x="2520835" y="1793823"/>
              <a:ext cx="401760" cy="3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AF730F2-7EA7-3D10-30BE-18DEE489E77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02835" y="1775823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6B824A8-A5E3-6512-8FA6-9600BC91671C}"/>
                  </a:ext>
                </a:extLst>
              </p14:cNvPr>
              <p14:cNvContentPartPr/>
              <p14:nvPr/>
            </p14:nvContentPartPr>
            <p14:xfrm>
              <a:off x="2519035" y="1834863"/>
              <a:ext cx="413280" cy="6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6B824A8-A5E3-6512-8FA6-9600BC91671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01395" y="1817223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A150FF0-3CFF-3441-4081-E3E5E1E3EFC0}"/>
                  </a:ext>
                </a:extLst>
              </p14:cNvPr>
              <p14:cNvContentPartPr/>
              <p14:nvPr/>
            </p14:nvContentPartPr>
            <p14:xfrm>
              <a:off x="3067175" y="1793823"/>
              <a:ext cx="401760" cy="3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A150FF0-3CFF-3441-4081-E3E5E1E3EFC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049175" y="1775823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E4944BF-184D-45C5-562B-813BB10A82F1}"/>
                  </a:ext>
                </a:extLst>
              </p14:cNvPr>
              <p14:cNvContentPartPr/>
              <p14:nvPr/>
            </p14:nvContentPartPr>
            <p14:xfrm>
              <a:off x="3065375" y="1834863"/>
              <a:ext cx="413280" cy="6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E4944BF-184D-45C5-562B-813BB10A82F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47735" y="1817223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4A53FFD-E544-4A18-0DC9-42BD6B8F7A74}"/>
                  </a:ext>
                </a:extLst>
              </p14:cNvPr>
              <p14:cNvContentPartPr/>
              <p14:nvPr/>
            </p14:nvContentPartPr>
            <p14:xfrm>
              <a:off x="3635572" y="1793705"/>
              <a:ext cx="401760" cy="3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4A53FFD-E544-4A18-0DC9-42BD6B8F7A7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17572" y="1775705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456D787-1718-92D8-E700-B90B27863E19}"/>
                  </a:ext>
                </a:extLst>
              </p14:cNvPr>
              <p14:cNvContentPartPr/>
              <p14:nvPr/>
            </p14:nvContentPartPr>
            <p14:xfrm>
              <a:off x="3633772" y="1834745"/>
              <a:ext cx="413280" cy="6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456D787-1718-92D8-E700-B90B27863E1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616132" y="1817105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A62FCC3-FDFF-6ECE-1618-37760941B85D}"/>
                  </a:ext>
                </a:extLst>
              </p14:cNvPr>
              <p14:cNvContentPartPr/>
              <p14:nvPr/>
            </p14:nvContentPartPr>
            <p14:xfrm>
              <a:off x="4191632" y="1790105"/>
              <a:ext cx="401760" cy="3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A62FCC3-FDFF-6ECE-1618-37760941B85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73632" y="1772105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9D31561-3128-5F0B-8633-D6DBE329B2E3}"/>
                  </a:ext>
                </a:extLst>
              </p14:cNvPr>
              <p14:cNvContentPartPr/>
              <p14:nvPr/>
            </p14:nvContentPartPr>
            <p14:xfrm>
              <a:off x="4189832" y="1831145"/>
              <a:ext cx="413280" cy="6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9D31561-3128-5F0B-8633-D6DBE329B2E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172192" y="1813505"/>
                <a:ext cx="448920" cy="4212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31E03F03-E49E-5628-880E-849A4B9CC93F}"/>
              </a:ext>
            </a:extLst>
          </p:cNvPr>
          <p:cNvSpPr txBox="1"/>
          <p:nvPr/>
        </p:nvSpPr>
        <p:spPr>
          <a:xfrm>
            <a:off x="8379808" y="5692680"/>
            <a:ext cx="35497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Enter the DNA sample length (bps) for each loading mixture in the boxes below the samples.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60BCED4-B537-7275-1616-54AB7BFFB19C}"/>
              </a:ext>
            </a:extLst>
          </p:cNvPr>
          <p:cNvSpPr/>
          <p:nvPr/>
        </p:nvSpPr>
        <p:spPr>
          <a:xfrm>
            <a:off x="1949197" y="2000578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C667D8E-1CAD-C63B-E15F-FA70A5BA25CD}"/>
              </a:ext>
            </a:extLst>
          </p:cNvPr>
          <p:cNvSpPr/>
          <p:nvPr/>
        </p:nvSpPr>
        <p:spPr>
          <a:xfrm>
            <a:off x="1949196" y="2148232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CC9A784-7892-119E-9254-10928E8865C7}"/>
              </a:ext>
            </a:extLst>
          </p:cNvPr>
          <p:cNvSpPr/>
          <p:nvPr/>
        </p:nvSpPr>
        <p:spPr>
          <a:xfrm>
            <a:off x="1949196" y="2304431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6A4B44-14C9-C231-E8B6-91AE82C35784}"/>
              </a:ext>
            </a:extLst>
          </p:cNvPr>
          <p:cNvSpPr/>
          <p:nvPr/>
        </p:nvSpPr>
        <p:spPr>
          <a:xfrm>
            <a:off x="1949195" y="2452085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2A40D05-5A75-6B2E-78C6-B6BFC7E18B60}"/>
              </a:ext>
            </a:extLst>
          </p:cNvPr>
          <p:cNvSpPr/>
          <p:nvPr/>
        </p:nvSpPr>
        <p:spPr>
          <a:xfrm>
            <a:off x="1949195" y="2599739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32DC077-088D-7B4A-70A5-E6801BADA3D2}"/>
              </a:ext>
            </a:extLst>
          </p:cNvPr>
          <p:cNvSpPr/>
          <p:nvPr/>
        </p:nvSpPr>
        <p:spPr>
          <a:xfrm>
            <a:off x="1949194" y="2747393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7F10E13-5AC7-5300-0DBE-A5CFC4BDDBAE}"/>
              </a:ext>
            </a:extLst>
          </p:cNvPr>
          <p:cNvSpPr/>
          <p:nvPr/>
        </p:nvSpPr>
        <p:spPr>
          <a:xfrm>
            <a:off x="1949194" y="2903592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F4C104B-A55A-E591-6AE4-D07C7685FE2F}"/>
              </a:ext>
            </a:extLst>
          </p:cNvPr>
          <p:cNvSpPr/>
          <p:nvPr/>
        </p:nvSpPr>
        <p:spPr>
          <a:xfrm>
            <a:off x="1949193" y="3051246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4342D0A-5523-E17F-CEAB-F1326BCB8A71}"/>
              </a:ext>
            </a:extLst>
          </p:cNvPr>
          <p:cNvSpPr/>
          <p:nvPr/>
        </p:nvSpPr>
        <p:spPr>
          <a:xfrm>
            <a:off x="1945087" y="3217121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E3EE7AE-6B86-5101-5A2D-E274DFD99D16}"/>
              </a:ext>
            </a:extLst>
          </p:cNvPr>
          <p:cNvSpPr/>
          <p:nvPr/>
        </p:nvSpPr>
        <p:spPr>
          <a:xfrm>
            <a:off x="1945086" y="3364775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6FE0B2B-B8E0-BD7C-78BB-12BCE65F513B}"/>
              </a:ext>
            </a:extLst>
          </p:cNvPr>
          <p:cNvSpPr/>
          <p:nvPr/>
        </p:nvSpPr>
        <p:spPr>
          <a:xfrm>
            <a:off x="1945086" y="3520974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1818BB6-72D8-1FC6-6272-DA73C1FC1E90}"/>
              </a:ext>
            </a:extLst>
          </p:cNvPr>
          <p:cNvSpPr/>
          <p:nvPr/>
        </p:nvSpPr>
        <p:spPr>
          <a:xfrm>
            <a:off x="1945085" y="3668628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12AD79D-3CF9-B323-C22A-651DF4F793DC}"/>
              </a:ext>
            </a:extLst>
          </p:cNvPr>
          <p:cNvSpPr/>
          <p:nvPr/>
        </p:nvSpPr>
        <p:spPr>
          <a:xfrm>
            <a:off x="1945085" y="3816282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617BECA-5338-D38F-F7E2-4975A8871D70}"/>
              </a:ext>
            </a:extLst>
          </p:cNvPr>
          <p:cNvSpPr/>
          <p:nvPr/>
        </p:nvSpPr>
        <p:spPr>
          <a:xfrm>
            <a:off x="1945084" y="3963936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8BF708A-133E-4F0A-B259-9D7ECA8A1D73}"/>
              </a:ext>
            </a:extLst>
          </p:cNvPr>
          <p:cNvSpPr/>
          <p:nvPr/>
        </p:nvSpPr>
        <p:spPr>
          <a:xfrm>
            <a:off x="1945084" y="4120135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FE5EC00-C697-F523-6C3B-636A01E4B282}"/>
              </a:ext>
            </a:extLst>
          </p:cNvPr>
          <p:cNvSpPr/>
          <p:nvPr/>
        </p:nvSpPr>
        <p:spPr>
          <a:xfrm>
            <a:off x="1945083" y="4267789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93DD504-D555-F675-11D7-90AACFFA0DDA}"/>
              </a:ext>
            </a:extLst>
          </p:cNvPr>
          <p:cNvSpPr/>
          <p:nvPr/>
        </p:nvSpPr>
        <p:spPr>
          <a:xfrm>
            <a:off x="1945083" y="4415443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C5A8D8B-12F5-E976-2EBF-4E5E8254032A}"/>
              </a:ext>
            </a:extLst>
          </p:cNvPr>
          <p:cNvSpPr/>
          <p:nvPr/>
        </p:nvSpPr>
        <p:spPr>
          <a:xfrm>
            <a:off x="1945082" y="4563097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1A653E7-DF5C-D396-DFEB-153F3D65D5C8}"/>
              </a:ext>
            </a:extLst>
          </p:cNvPr>
          <p:cNvSpPr/>
          <p:nvPr/>
        </p:nvSpPr>
        <p:spPr>
          <a:xfrm>
            <a:off x="1945082" y="4719296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043A0DD-4234-A82C-08E2-1D92A1A98C60}"/>
              </a:ext>
            </a:extLst>
          </p:cNvPr>
          <p:cNvSpPr/>
          <p:nvPr/>
        </p:nvSpPr>
        <p:spPr>
          <a:xfrm>
            <a:off x="1945081" y="4866950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C6CB757-6ED2-D79F-5C65-F8553B567476}"/>
              </a:ext>
            </a:extLst>
          </p:cNvPr>
          <p:cNvSpPr/>
          <p:nvPr/>
        </p:nvSpPr>
        <p:spPr>
          <a:xfrm>
            <a:off x="1945081" y="5018510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0050BF9-CC35-6CA1-6F67-BA06EF8AA345}"/>
              </a:ext>
            </a:extLst>
          </p:cNvPr>
          <p:cNvSpPr/>
          <p:nvPr/>
        </p:nvSpPr>
        <p:spPr>
          <a:xfrm>
            <a:off x="2485817" y="2609987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96F0516-359A-0B55-72C9-B72DA036D44A}"/>
              </a:ext>
            </a:extLst>
          </p:cNvPr>
          <p:cNvSpPr/>
          <p:nvPr/>
        </p:nvSpPr>
        <p:spPr>
          <a:xfrm>
            <a:off x="3083070" y="3714347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F25BFC7-6326-B72E-717E-186546B4FD43}"/>
              </a:ext>
            </a:extLst>
          </p:cNvPr>
          <p:cNvSpPr/>
          <p:nvPr/>
        </p:nvSpPr>
        <p:spPr>
          <a:xfrm>
            <a:off x="3647975" y="4392583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2ADB6C5-BCA1-8D56-41B6-2C932C417C5E}"/>
              </a:ext>
            </a:extLst>
          </p:cNvPr>
          <p:cNvSpPr/>
          <p:nvPr/>
        </p:nvSpPr>
        <p:spPr>
          <a:xfrm>
            <a:off x="4156614" y="3074105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2B2C7A0-3905-7E55-547C-125F1B9E1E04}"/>
              </a:ext>
            </a:extLst>
          </p:cNvPr>
          <p:cNvSpPr txBox="1"/>
          <p:nvPr/>
        </p:nvSpPr>
        <p:spPr>
          <a:xfrm>
            <a:off x="795590" y="1701436"/>
            <a:ext cx="1350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Base pairs (bps)</a:t>
            </a:r>
            <a:endParaRPr lang="en-IN" sz="10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49F8A50-5B84-1A79-A652-AA59F9CDBB83}"/>
              </a:ext>
            </a:extLst>
          </p:cNvPr>
          <p:cNvSpPr txBox="1"/>
          <p:nvPr/>
        </p:nvSpPr>
        <p:spPr>
          <a:xfrm>
            <a:off x="1274712" y="1892856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2100 bps</a:t>
            </a:r>
            <a:endParaRPr lang="en-IN" sz="8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A3307CB-38C6-03B5-A14A-10C519449207}"/>
              </a:ext>
            </a:extLst>
          </p:cNvPr>
          <p:cNvSpPr txBox="1"/>
          <p:nvPr/>
        </p:nvSpPr>
        <p:spPr>
          <a:xfrm>
            <a:off x="1274712" y="2045256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2000 bps</a:t>
            </a:r>
            <a:endParaRPr lang="en-IN" sz="8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EB21AEB-1B1D-B481-B73F-6B05DED62C42}"/>
              </a:ext>
            </a:extLst>
          </p:cNvPr>
          <p:cNvSpPr txBox="1"/>
          <p:nvPr/>
        </p:nvSpPr>
        <p:spPr>
          <a:xfrm>
            <a:off x="1274712" y="2210180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1900 bps</a:t>
            </a:r>
            <a:endParaRPr lang="en-IN" sz="8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07324E6-8795-864F-1235-A202D5B35B4E}"/>
              </a:ext>
            </a:extLst>
          </p:cNvPr>
          <p:cNvSpPr txBox="1"/>
          <p:nvPr/>
        </p:nvSpPr>
        <p:spPr>
          <a:xfrm>
            <a:off x="1284293" y="2366945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1800 bps</a:t>
            </a:r>
            <a:endParaRPr lang="en-IN" sz="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6C07499-EA4D-64AD-0320-A7FB6CE826CD}"/>
              </a:ext>
            </a:extLst>
          </p:cNvPr>
          <p:cNvSpPr txBox="1"/>
          <p:nvPr/>
        </p:nvSpPr>
        <p:spPr>
          <a:xfrm>
            <a:off x="1284293" y="2519345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1700 bps</a:t>
            </a:r>
            <a:endParaRPr lang="en-IN" sz="8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C8002B1-D398-7DEF-7C07-502244D53496}"/>
              </a:ext>
            </a:extLst>
          </p:cNvPr>
          <p:cNvSpPr txBox="1"/>
          <p:nvPr/>
        </p:nvSpPr>
        <p:spPr>
          <a:xfrm>
            <a:off x="1284293" y="2667991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1600 bps</a:t>
            </a:r>
            <a:endParaRPr lang="en-IN" sz="8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33DB000-2D65-85DA-61C6-F20128960DF6}"/>
              </a:ext>
            </a:extLst>
          </p:cNvPr>
          <p:cNvSpPr txBox="1"/>
          <p:nvPr/>
        </p:nvSpPr>
        <p:spPr>
          <a:xfrm>
            <a:off x="1284293" y="2834486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1500 bps</a:t>
            </a:r>
            <a:endParaRPr lang="en-IN" sz="8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055DD04-89C0-76E0-3DBD-679A35D55D65}"/>
              </a:ext>
            </a:extLst>
          </p:cNvPr>
          <p:cNvSpPr txBox="1"/>
          <p:nvPr/>
        </p:nvSpPr>
        <p:spPr>
          <a:xfrm>
            <a:off x="1284293" y="2969037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1400 bps</a:t>
            </a:r>
            <a:endParaRPr lang="en-IN" sz="800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0D42FA-E33F-B1A4-5717-BAA6FE04E6A5}"/>
              </a:ext>
            </a:extLst>
          </p:cNvPr>
          <p:cNvSpPr txBox="1"/>
          <p:nvPr/>
        </p:nvSpPr>
        <p:spPr>
          <a:xfrm>
            <a:off x="1284293" y="3119824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1300 bps</a:t>
            </a:r>
            <a:endParaRPr lang="en-IN" sz="800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AB52F06-EF2D-97A8-24FA-2724907B3BB9}"/>
              </a:ext>
            </a:extLst>
          </p:cNvPr>
          <p:cNvSpPr txBox="1"/>
          <p:nvPr/>
        </p:nvSpPr>
        <p:spPr>
          <a:xfrm>
            <a:off x="1284293" y="3265706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1200 bps</a:t>
            </a:r>
            <a:endParaRPr lang="en-IN" sz="8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508987A-DE82-8C12-A05C-D737D5D5D5CD}"/>
              </a:ext>
            </a:extLst>
          </p:cNvPr>
          <p:cNvSpPr txBox="1"/>
          <p:nvPr/>
        </p:nvSpPr>
        <p:spPr>
          <a:xfrm>
            <a:off x="1284293" y="3429000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1100 bps</a:t>
            </a:r>
            <a:endParaRPr lang="en-IN" sz="800" b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190554D-33D7-D1F2-8CDA-4DCCBB72E71F}"/>
              </a:ext>
            </a:extLst>
          </p:cNvPr>
          <p:cNvSpPr txBox="1"/>
          <p:nvPr/>
        </p:nvSpPr>
        <p:spPr>
          <a:xfrm>
            <a:off x="1284293" y="3597147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1000 bps</a:t>
            </a:r>
            <a:endParaRPr lang="en-IN" sz="8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B6FC8A6-F42D-B168-8D3E-F3369E891D33}"/>
              </a:ext>
            </a:extLst>
          </p:cNvPr>
          <p:cNvSpPr txBox="1"/>
          <p:nvPr/>
        </p:nvSpPr>
        <p:spPr>
          <a:xfrm>
            <a:off x="1284293" y="3746037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900 bps</a:t>
            </a:r>
            <a:endParaRPr lang="en-IN" sz="8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48686ED-1375-D090-AF20-6D106BBBAF0A}"/>
              </a:ext>
            </a:extLst>
          </p:cNvPr>
          <p:cNvSpPr txBox="1"/>
          <p:nvPr/>
        </p:nvSpPr>
        <p:spPr>
          <a:xfrm>
            <a:off x="1284293" y="3887036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800 bps</a:t>
            </a:r>
            <a:endParaRPr lang="en-IN" sz="8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E1161ED-4E9B-4E46-2717-F2D5848CB8D2}"/>
              </a:ext>
            </a:extLst>
          </p:cNvPr>
          <p:cNvSpPr txBox="1"/>
          <p:nvPr/>
        </p:nvSpPr>
        <p:spPr>
          <a:xfrm>
            <a:off x="1284293" y="4035926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700 bps</a:t>
            </a:r>
            <a:endParaRPr lang="en-IN" sz="800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7B41FFA-9948-D798-652F-96931C2FD9DF}"/>
              </a:ext>
            </a:extLst>
          </p:cNvPr>
          <p:cNvSpPr txBox="1"/>
          <p:nvPr/>
        </p:nvSpPr>
        <p:spPr>
          <a:xfrm>
            <a:off x="1284293" y="4182926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600 bps</a:t>
            </a:r>
            <a:endParaRPr lang="en-IN" sz="8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A177710-1E9F-3010-5EE9-B15DDA453AB3}"/>
              </a:ext>
            </a:extLst>
          </p:cNvPr>
          <p:cNvSpPr txBox="1"/>
          <p:nvPr/>
        </p:nvSpPr>
        <p:spPr>
          <a:xfrm>
            <a:off x="1289005" y="4328082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500 bps</a:t>
            </a:r>
            <a:endParaRPr lang="en-IN" sz="8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E4F87F8-CBE9-D8B6-DE32-A1AB8A6BEE28}"/>
              </a:ext>
            </a:extLst>
          </p:cNvPr>
          <p:cNvSpPr txBox="1"/>
          <p:nvPr/>
        </p:nvSpPr>
        <p:spPr>
          <a:xfrm>
            <a:off x="1284292" y="4476728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400 bps</a:t>
            </a:r>
            <a:endParaRPr lang="en-IN" sz="8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059D980-3165-8795-4A8B-BD822B25EDAF}"/>
              </a:ext>
            </a:extLst>
          </p:cNvPr>
          <p:cNvSpPr txBox="1"/>
          <p:nvPr/>
        </p:nvSpPr>
        <p:spPr>
          <a:xfrm>
            <a:off x="1284292" y="4632283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300 bps</a:t>
            </a:r>
            <a:endParaRPr lang="en-IN" sz="8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01C8EF6-6315-3BE9-D803-7B28293217CB}"/>
              </a:ext>
            </a:extLst>
          </p:cNvPr>
          <p:cNvSpPr txBox="1"/>
          <p:nvPr/>
        </p:nvSpPr>
        <p:spPr>
          <a:xfrm>
            <a:off x="1284292" y="4792881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200 bps</a:t>
            </a:r>
            <a:endParaRPr lang="en-IN" sz="8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DDEC73E-A3B0-23A7-C026-45B0DC433EA2}"/>
              </a:ext>
            </a:extLst>
          </p:cNvPr>
          <p:cNvSpPr txBox="1"/>
          <p:nvPr/>
        </p:nvSpPr>
        <p:spPr>
          <a:xfrm>
            <a:off x="1284292" y="4928949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100 bps</a:t>
            </a:r>
            <a:endParaRPr lang="en-IN" sz="800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481A160-8DEE-9A67-CFAF-D21C89CA626E}"/>
              </a:ext>
            </a:extLst>
          </p:cNvPr>
          <p:cNvSpPr txBox="1"/>
          <p:nvPr/>
        </p:nvSpPr>
        <p:spPr>
          <a:xfrm>
            <a:off x="8957172" y="3139729"/>
            <a:ext cx="903279" cy="246221"/>
          </a:xfrm>
          <a:prstGeom prst="rect">
            <a:avLst/>
          </a:prstGeom>
          <a:solidFill>
            <a:schemeClr val="bg2">
              <a:lumMod val="90000"/>
            </a:schemeClr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/>
              <a:t>bps</a:t>
            </a:r>
            <a:endParaRPr lang="en-IN" sz="1000" b="1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990E2EE-9BD5-6C92-F85F-6FA83A3EF253}"/>
              </a:ext>
            </a:extLst>
          </p:cNvPr>
          <p:cNvSpPr txBox="1"/>
          <p:nvPr/>
        </p:nvSpPr>
        <p:spPr>
          <a:xfrm>
            <a:off x="10459444" y="3096866"/>
            <a:ext cx="903279" cy="246221"/>
          </a:xfrm>
          <a:prstGeom prst="rect">
            <a:avLst/>
          </a:prstGeom>
          <a:solidFill>
            <a:schemeClr val="bg2">
              <a:lumMod val="90000"/>
            </a:schemeClr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/>
              <a:t>bps</a:t>
            </a:r>
            <a:endParaRPr lang="en-IN" sz="1000" b="1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0C0CC2A-3089-0F4A-2DD4-4BA610040F7E}"/>
              </a:ext>
            </a:extLst>
          </p:cNvPr>
          <p:cNvSpPr txBox="1"/>
          <p:nvPr/>
        </p:nvSpPr>
        <p:spPr>
          <a:xfrm>
            <a:off x="9103255" y="5137637"/>
            <a:ext cx="903279" cy="246221"/>
          </a:xfrm>
          <a:prstGeom prst="rect">
            <a:avLst/>
          </a:prstGeom>
          <a:solidFill>
            <a:schemeClr val="bg2">
              <a:lumMod val="90000"/>
            </a:schemeClr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/>
              <a:t>bps</a:t>
            </a:r>
            <a:endParaRPr lang="en-IN" sz="1000" b="1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783372A-7650-6821-792C-CCAB67682A58}"/>
              </a:ext>
            </a:extLst>
          </p:cNvPr>
          <p:cNvSpPr txBox="1"/>
          <p:nvPr/>
        </p:nvSpPr>
        <p:spPr>
          <a:xfrm>
            <a:off x="10511002" y="5144301"/>
            <a:ext cx="903279" cy="246221"/>
          </a:xfrm>
          <a:prstGeom prst="rect">
            <a:avLst/>
          </a:prstGeom>
          <a:solidFill>
            <a:schemeClr val="bg2">
              <a:lumMod val="90000"/>
            </a:schemeClr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/>
              <a:t>bps</a:t>
            </a:r>
            <a:endParaRPr lang="en-IN" sz="1000" b="1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C07E613-4341-671A-BD1D-9537D61C1260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FE0F7F8-BAFC-7429-1C2E-C72C11583DEC}"/>
              </a:ext>
            </a:extLst>
          </p:cNvPr>
          <p:cNvSpPr txBox="1"/>
          <p:nvPr/>
        </p:nvSpPr>
        <p:spPr>
          <a:xfrm>
            <a:off x="3982301" y="161023"/>
            <a:ext cx="4802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Find The DNA Lengths </a:t>
            </a:r>
            <a:endParaRPr lang="en-IN" sz="3600" b="1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9E7ABBF-C682-9EEC-45B1-563429D2CED1}"/>
              </a:ext>
            </a:extLst>
          </p:cNvPr>
          <p:cNvSpPr txBox="1"/>
          <p:nvPr/>
        </p:nvSpPr>
        <p:spPr>
          <a:xfrm>
            <a:off x="7931687" y="880296"/>
            <a:ext cx="364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DNA samples in loading mixtures</a:t>
            </a:r>
            <a:endParaRPr lang="en-IN" b="1" dirty="0"/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E5A302FB-56B2-0834-599C-02E6871382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47" b="27327"/>
          <a:stretch>
            <a:fillRect/>
          </a:stretch>
        </p:blipFill>
        <p:spPr>
          <a:xfrm>
            <a:off x="10391351" y="3608659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A79989B6-A699-583A-296D-E607043F92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47" b="27327"/>
          <a:stretch>
            <a:fillRect/>
          </a:stretch>
        </p:blipFill>
        <p:spPr>
          <a:xfrm>
            <a:off x="7454900" y="2758258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E0487644-0056-98D0-DE71-B310A48743DE}"/>
              </a:ext>
            </a:extLst>
          </p:cNvPr>
          <p:cNvSpPr txBox="1"/>
          <p:nvPr/>
        </p:nvSpPr>
        <p:spPr>
          <a:xfrm>
            <a:off x="7541422" y="394339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DNA ladder</a:t>
            </a:r>
            <a:endParaRPr lang="en-IN" sz="1100" b="1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5FEFE6F-4C16-16DD-67D0-87CB11526795}"/>
              </a:ext>
            </a:extLst>
          </p:cNvPr>
          <p:cNvSpPr txBox="1"/>
          <p:nvPr/>
        </p:nvSpPr>
        <p:spPr>
          <a:xfrm>
            <a:off x="10595605" y="278923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2</a:t>
            </a:r>
            <a:endParaRPr lang="en-IN" sz="1100" b="1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4FEE3B9-99E3-E9C8-E160-0E99A6986D63}"/>
              </a:ext>
            </a:extLst>
          </p:cNvPr>
          <p:cNvSpPr txBox="1"/>
          <p:nvPr/>
        </p:nvSpPr>
        <p:spPr>
          <a:xfrm>
            <a:off x="9118366" y="481854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3</a:t>
            </a:r>
            <a:endParaRPr lang="en-IN" sz="1100" b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247AF8D-B096-780B-7293-4E86A2E0C696}"/>
              </a:ext>
            </a:extLst>
          </p:cNvPr>
          <p:cNvSpPr txBox="1"/>
          <p:nvPr/>
        </p:nvSpPr>
        <p:spPr>
          <a:xfrm>
            <a:off x="10607681" y="4804347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4</a:t>
            </a:r>
            <a:endParaRPr lang="en-IN" sz="1100" b="1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9497C38-CFA3-EA41-088C-2477F29AA7E8}"/>
              </a:ext>
            </a:extLst>
          </p:cNvPr>
          <p:cNvSpPr txBox="1"/>
          <p:nvPr/>
        </p:nvSpPr>
        <p:spPr>
          <a:xfrm>
            <a:off x="8981897" y="278522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1</a:t>
            </a:r>
            <a:endParaRPr lang="en-IN" sz="1100" b="1" dirty="0"/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B9872C46-AB19-91B3-6C3F-EBD80D99FA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47" b="27327"/>
          <a:stretch>
            <a:fillRect/>
          </a:stretch>
        </p:blipFill>
        <p:spPr>
          <a:xfrm>
            <a:off x="9043920" y="3628325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E6E004FF-56B4-C3BD-8239-EF508C9BA999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056E23E-9E77-2B80-331D-FEBEB5FC2CF3}"/>
              </a:ext>
            </a:extLst>
          </p:cNvPr>
          <p:cNvSpPr txBox="1"/>
          <p:nvPr/>
        </p:nvSpPr>
        <p:spPr>
          <a:xfrm>
            <a:off x="2485817" y="1484246"/>
            <a:ext cx="74489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(Sample 3)</a:t>
            </a:r>
            <a:endParaRPr lang="en-IN" sz="500" b="1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3B59071-8740-71EA-523B-733AF5CBC662}"/>
              </a:ext>
            </a:extLst>
          </p:cNvPr>
          <p:cNvSpPr txBox="1"/>
          <p:nvPr/>
        </p:nvSpPr>
        <p:spPr>
          <a:xfrm>
            <a:off x="3047015" y="1479561"/>
            <a:ext cx="74489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(Sample 1)</a:t>
            </a:r>
            <a:endParaRPr lang="en-IN" sz="500" b="1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202DDA6-318B-776D-1C74-4455B1E55DB9}"/>
              </a:ext>
            </a:extLst>
          </p:cNvPr>
          <p:cNvSpPr txBox="1"/>
          <p:nvPr/>
        </p:nvSpPr>
        <p:spPr>
          <a:xfrm>
            <a:off x="3622604" y="1479561"/>
            <a:ext cx="74489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(Sample 4)</a:t>
            </a:r>
            <a:endParaRPr lang="en-IN" sz="500" b="1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F961714-3881-808C-4AB8-8E835F3830E4}"/>
              </a:ext>
            </a:extLst>
          </p:cNvPr>
          <p:cNvSpPr txBox="1"/>
          <p:nvPr/>
        </p:nvSpPr>
        <p:spPr>
          <a:xfrm>
            <a:off x="4128472" y="1490043"/>
            <a:ext cx="8047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(Sample 1)</a:t>
            </a:r>
            <a:endParaRPr lang="en-IN" sz="500" b="1" dirty="0"/>
          </a:p>
          <a:p>
            <a:endParaRPr lang="en-IN" sz="500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2B9166F-A309-680D-64C8-55BD23026887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C2B69FA-ADAE-7CE8-4314-76EC1BF57EEB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0E5B4E-8A7B-B703-6FFB-FAE6FECE526A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7EE6F61-952E-170C-4DC2-C5065ACFF069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E186E0-F2D5-F98F-7F5B-9CFED4389082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BB5129-8D79-44E1-5C3D-184B84520D23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55811FF-AFDC-211A-81E9-724220459742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C45B3C-D47D-4BBB-B905-55ED51C6DD77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39447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28FEC-4C77-81CA-A247-A8C162B67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56E85524-BA81-D185-BE61-AFB9EA638F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47" b="27327"/>
          <a:stretch>
            <a:fillRect/>
          </a:stretch>
        </p:blipFill>
        <p:spPr>
          <a:xfrm>
            <a:off x="10379275" y="1570054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239478C-A05A-E7C0-4FFC-6A1BCCE388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47" b="27327"/>
          <a:stretch>
            <a:fillRect/>
          </a:stretch>
        </p:blipFill>
        <p:spPr>
          <a:xfrm>
            <a:off x="8902035" y="1570054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5EF2EC5B-EEFA-4810-F611-50023A121DE9}"/>
              </a:ext>
            </a:extLst>
          </p:cNvPr>
          <p:cNvSpPr txBox="1"/>
          <p:nvPr/>
        </p:nvSpPr>
        <p:spPr>
          <a:xfrm>
            <a:off x="10607681" y="4804347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4</a:t>
            </a:r>
            <a:endParaRPr lang="en-IN" sz="11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460B0D-0596-A7BE-4C39-1057FF507A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D8D2629-5646-26A7-333E-692F9050E926}"/>
                  </a:ext>
                </a:extLst>
              </p14:cNvPr>
              <p14:cNvContentPartPr/>
              <p14:nvPr/>
            </p14:nvContentPartPr>
            <p14:xfrm>
              <a:off x="1985655" y="1793705"/>
              <a:ext cx="402120" cy="5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D8D2629-5646-26A7-333E-692F9050E92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67655" y="1775705"/>
                <a:ext cx="4377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7EBAB19-C90A-0154-0BB8-520E6F9D9315}"/>
                  </a:ext>
                </a:extLst>
              </p14:cNvPr>
              <p14:cNvContentPartPr/>
              <p14:nvPr/>
            </p14:nvContentPartPr>
            <p14:xfrm>
              <a:off x="1977735" y="1830065"/>
              <a:ext cx="414720" cy="8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7EBAB19-C90A-0154-0BB8-520E6F9D931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59735" y="1812065"/>
                <a:ext cx="4503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FF58C5F-1D50-8105-A1A9-F21F484337A0}"/>
                  </a:ext>
                </a:extLst>
              </p14:cNvPr>
              <p14:cNvContentPartPr/>
              <p14:nvPr/>
            </p14:nvContentPartPr>
            <p14:xfrm>
              <a:off x="10452619" y="4908657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FF58C5F-1D50-8105-A1A9-F21F484337A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446499" y="490253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3D6F5C0-0FA3-9F86-D5E7-939E24D84B45}"/>
                  </a:ext>
                </a:extLst>
              </p14:cNvPr>
              <p14:cNvContentPartPr/>
              <p14:nvPr/>
            </p14:nvContentPartPr>
            <p14:xfrm>
              <a:off x="2520835" y="1793823"/>
              <a:ext cx="401760" cy="3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3D6F5C0-0FA3-9F86-D5E7-939E24D84B4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02835" y="1775823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3F169DF-2CBB-529C-DD6C-F182AD18535B}"/>
                  </a:ext>
                </a:extLst>
              </p14:cNvPr>
              <p14:cNvContentPartPr/>
              <p14:nvPr/>
            </p14:nvContentPartPr>
            <p14:xfrm>
              <a:off x="2519035" y="1834863"/>
              <a:ext cx="413280" cy="6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3F169DF-2CBB-529C-DD6C-F182AD18535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01395" y="1817223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9879F4C-7D60-610B-D9D7-4D185D646457}"/>
                  </a:ext>
                </a:extLst>
              </p14:cNvPr>
              <p14:cNvContentPartPr/>
              <p14:nvPr/>
            </p14:nvContentPartPr>
            <p14:xfrm>
              <a:off x="3067175" y="1793823"/>
              <a:ext cx="401760" cy="3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9879F4C-7D60-610B-D9D7-4D185D64645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049175" y="1775823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1A8D5A7-534A-6F06-73C9-2D6E1FB957F0}"/>
                  </a:ext>
                </a:extLst>
              </p14:cNvPr>
              <p14:cNvContentPartPr/>
              <p14:nvPr/>
            </p14:nvContentPartPr>
            <p14:xfrm>
              <a:off x="3065375" y="1834863"/>
              <a:ext cx="413280" cy="6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1A8D5A7-534A-6F06-73C9-2D6E1FB957F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47735" y="1817223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5059A15-91D6-7973-D161-A8B0A59DBE93}"/>
                  </a:ext>
                </a:extLst>
              </p14:cNvPr>
              <p14:cNvContentPartPr/>
              <p14:nvPr/>
            </p14:nvContentPartPr>
            <p14:xfrm>
              <a:off x="3635572" y="1793705"/>
              <a:ext cx="401760" cy="3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5059A15-91D6-7973-D161-A8B0A59DBE9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17572" y="1775705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3316914-D2B6-D50D-46D5-747424F2C413}"/>
                  </a:ext>
                </a:extLst>
              </p14:cNvPr>
              <p14:cNvContentPartPr/>
              <p14:nvPr/>
            </p14:nvContentPartPr>
            <p14:xfrm>
              <a:off x="3633772" y="1834745"/>
              <a:ext cx="413280" cy="6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3316914-D2B6-D50D-46D5-747424F2C41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616132" y="1817105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36039B8-695D-DFE2-9BA2-95403CCDE185}"/>
                  </a:ext>
                </a:extLst>
              </p14:cNvPr>
              <p14:cNvContentPartPr/>
              <p14:nvPr/>
            </p14:nvContentPartPr>
            <p14:xfrm>
              <a:off x="4191632" y="1790105"/>
              <a:ext cx="401760" cy="3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36039B8-695D-DFE2-9BA2-95403CCDE18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73632" y="1772105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7EBB60F-BD16-B257-1FE2-F504D2CCADDF}"/>
                  </a:ext>
                </a:extLst>
              </p14:cNvPr>
              <p14:cNvContentPartPr/>
              <p14:nvPr/>
            </p14:nvContentPartPr>
            <p14:xfrm>
              <a:off x="4189832" y="1831145"/>
              <a:ext cx="413280" cy="6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7EBB60F-BD16-B257-1FE2-F504D2CCADD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172192" y="1813505"/>
                <a:ext cx="448920" cy="4212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AFFAA909-A0A7-C216-BB77-C025B74E09F5}"/>
              </a:ext>
            </a:extLst>
          </p:cNvPr>
          <p:cNvSpPr/>
          <p:nvPr/>
        </p:nvSpPr>
        <p:spPr>
          <a:xfrm>
            <a:off x="1949197" y="2000578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D6113F-0EF7-EE23-F1C5-7C1555DE6446}"/>
              </a:ext>
            </a:extLst>
          </p:cNvPr>
          <p:cNvSpPr/>
          <p:nvPr/>
        </p:nvSpPr>
        <p:spPr>
          <a:xfrm>
            <a:off x="1949196" y="2148232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168226C-5D2E-9C12-0637-B95E30759B5E}"/>
              </a:ext>
            </a:extLst>
          </p:cNvPr>
          <p:cNvSpPr/>
          <p:nvPr/>
        </p:nvSpPr>
        <p:spPr>
          <a:xfrm>
            <a:off x="1949196" y="2304431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97B1C44-755E-128D-BB85-8F0D0FB094B6}"/>
              </a:ext>
            </a:extLst>
          </p:cNvPr>
          <p:cNvSpPr/>
          <p:nvPr/>
        </p:nvSpPr>
        <p:spPr>
          <a:xfrm>
            <a:off x="1949195" y="2452085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B8C5FCD-720F-CDEE-B30D-3D3BCE54DB5A}"/>
              </a:ext>
            </a:extLst>
          </p:cNvPr>
          <p:cNvSpPr/>
          <p:nvPr/>
        </p:nvSpPr>
        <p:spPr>
          <a:xfrm>
            <a:off x="1949195" y="2599739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313F3E-44BC-818E-98F8-3DF185FBB2C5}"/>
              </a:ext>
            </a:extLst>
          </p:cNvPr>
          <p:cNvSpPr/>
          <p:nvPr/>
        </p:nvSpPr>
        <p:spPr>
          <a:xfrm>
            <a:off x="1949194" y="2747393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2ACBFCD-A8E2-B975-FAEA-5A4E32301331}"/>
              </a:ext>
            </a:extLst>
          </p:cNvPr>
          <p:cNvSpPr/>
          <p:nvPr/>
        </p:nvSpPr>
        <p:spPr>
          <a:xfrm>
            <a:off x="1949194" y="2903592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3958421-9F63-22E4-C878-2FA17234169D}"/>
              </a:ext>
            </a:extLst>
          </p:cNvPr>
          <p:cNvSpPr/>
          <p:nvPr/>
        </p:nvSpPr>
        <p:spPr>
          <a:xfrm>
            <a:off x="1949193" y="3051246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330D1DE-7670-8DC9-35B7-D054ECB2A06B}"/>
              </a:ext>
            </a:extLst>
          </p:cNvPr>
          <p:cNvSpPr/>
          <p:nvPr/>
        </p:nvSpPr>
        <p:spPr>
          <a:xfrm>
            <a:off x="1945087" y="3217121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717B275-67F4-10C6-A2A1-08360974C9BA}"/>
              </a:ext>
            </a:extLst>
          </p:cNvPr>
          <p:cNvSpPr/>
          <p:nvPr/>
        </p:nvSpPr>
        <p:spPr>
          <a:xfrm>
            <a:off x="1945086" y="3364775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51F758D-C791-AA36-8B22-0C6F91A8AF69}"/>
              </a:ext>
            </a:extLst>
          </p:cNvPr>
          <p:cNvSpPr/>
          <p:nvPr/>
        </p:nvSpPr>
        <p:spPr>
          <a:xfrm>
            <a:off x="1945086" y="3520974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7008AD8-34D4-518C-AE63-D856593BBAA2}"/>
              </a:ext>
            </a:extLst>
          </p:cNvPr>
          <p:cNvSpPr/>
          <p:nvPr/>
        </p:nvSpPr>
        <p:spPr>
          <a:xfrm>
            <a:off x="1945085" y="3668628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3325CFC-7E7C-9F0A-86F9-A8A821A4A7C2}"/>
              </a:ext>
            </a:extLst>
          </p:cNvPr>
          <p:cNvSpPr/>
          <p:nvPr/>
        </p:nvSpPr>
        <p:spPr>
          <a:xfrm>
            <a:off x="1945085" y="3816282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00CEC22-9C10-F163-A50D-5ADCAFDBD959}"/>
              </a:ext>
            </a:extLst>
          </p:cNvPr>
          <p:cNvSpPr/>
          <p:nvPr/>
        </p:nvSpPr>
        <p:spPr>
          <a:xfrm>
            <a:off x="1945084" y="3963936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BF8B644-716B-3FE8-9EA1-7D3AF085336B}"/>
              </a:ext>
            </a:extLst>
          </p:cNvPr>
          <p:cNvSpPr/>
          <p:nvPr/>
        </p:nvSpPr>
        <p:spPr>
          <a:xfrm>
            <a:off x="1945084" y="4120135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C3F86C3-C8CA-AB8F-4BD5-D7ACC290794D}"/>
              </a:ext>
            </a:extLst>
          </p:cNvPr>
          <p:cNvSpPr/>
          <p:nvPr/>
        </p:nvSpPr>
        <p:spPr>
          <a:xfrm>
            <a:off x="1945083" y="4267789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7343184-7DB5-91E8-544A-1C108FB36F5E}"/>
              </a:ext>
            </a:extLst>
          </p:cNvPr>
          <p:cNvSpPr/>
          <p:nvPr/>
        </p:nvSpPr>
        <p:spPr>
          <a:xfrm>
            <a:off x="1945083" y="4415443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68B388B-AD90-190D-93FE-3146FE156A4D}"/>
              </a:ext>
            </a:extLst>
          </p:cNvPr>
          <p:cNvSpPr/>
          <p:nvPr/>
        </p:nvSpPr>
        <p:spPr>
          <a:xfrm>
            <a:off x="1945082" y="4563097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FBD53B7-93A6-BD71-03C7-B8093DC03048}"/>
              </a:ext>
            </a:extLst>
          </p:cNvPr>
          <p:cNvSpPr/>
          <p:nvPr/>
        </p:nvSpPr>
        <p:spPr>
          <a:xfrm>
            <a:off x="1945082" y="4719296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7EB572A-15BE-AAE2-8649-19E79E0A04FA}"/>
              </a:ext>
            </a:extLst>
          </p:cNvPr>
          <p:cNvSpPr/>
          <p:nvPr/>
        </p:nvSpPr>
        <p:spPr>
          <a:xfrm>
            <a:off x="1945081" y="4866950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F2FAAFC-9F7D-F790-C948-A8520ECAB6F4}"/>
              </a:ext>
            </a:extLst>
          </p:cNvPr>
          <p:cNvSpPr/>
          <p:nvPr/>
        </p:nvSpPr>
        <p:spPr>
          <a:xfrm>
            <a:off x="1945081" y="5018510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3371AA-BDCD-05ED-0BFB-FF7A144A04E2}"/>
              </a:ext>
            </a:extLst>
          </p:cNvPr>
          <p:cNvSpPr/>
          <p:nvPr/>
        </p:nvSpPr>
        <p:spPr>
          <a:xfrm>
            <a:off x="2485817" y="2609987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3B40BFA-27A8-ECAE-D28E-1C0A33F15623}"/>
              </a:ext>
            </a:extLst>
          </p:cNvPr>
          <p:cNvSpPr/>
          <p:nvPr/>
        </p:nvSpPr>
        <p:spPr>
          <a:xfrm>
            <a:off x="3083070" y="3714347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04CEA6A-8011-070E-5D3D-171012E18BBB}"/>
              </a:ext>
            </a:extLst>
          </p:cNvPr>
          <p:cNvSpPr/>
          <p:nvPr/>
        </p:nvSpPr>
        <p:spPr>
          <a:xfrm>
            <a:off x="3647975" y="4392583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A985B36-7DB7-2677-2496-A37A0B282FEF}"/>
              </a:ext>
            </a:extLst>
          </p:cNvPr>
          <p:cNvSpPr/>
          <p:nvPr/>
        </p:nvSpPr>
        <p:spPr>
          <a:xfrm>
            <a:off x="4156614" y="3074105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8699C3D-769E-712D-D329-4C3779D7550C}"/>
              </a:ext>
            </a:extLst>
          </p:cNvPr>
          <p:cNvSpPr txBox="1"/>
          <p:nvPr/>
        </p:nvSpPr>
        <p:spPr>
          <a:xfrm>
            <a:off x="795590" y="1701436"/>
            <a:ext cx="1350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Base pairs (bps)</a:t>
            </a:r>
            <a:endParaRPr lang="en-IN" sz="10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8D06FE-39FE-98D0-D077-F580B6A24E70}"/>
              </a:ext>
            </a:extLst>
          </p:cNvPr>
          <p:cNvSpPr txBox="1"/>
          <p:nvPr/>
        </p:nvSpPr>
        <p:spPr>
          <a:xfrm>
            <a:off x="1274712" y="1892856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2100 bps</a:t>
            </a:r>
            <a:endParaRPr lang="en-IN" sz="8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A80330D-C20B-BA7D-1B38-F0EAD481218E}"/>
              </a:ext>
            </a:extLst>
          </p:cNvPr>
          <p:cNvSpPr txBox="1"/>
          <p:nvPr/>
        </p:nvSpPr>
        <p:spPr>
          <a:xfrm>
            <a:off x="1274712" y="2045256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2000 bps</a:t>
            </a:r>
            <a:endParaRPr lang="en-IN" sz="8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7ACD256-D9CF-50B5-1FA2-C10BA087C7DC}"/>
              </a:ext>
            </a:extLst>
          </p:cNvPr>
          <p:cNvSpPr txBox="1"/>
          <p:nvPr/>
        </p:nvSpPr>
        <p:spPr>
          <a:xfrm>
            <a:off x="1274712" y="2210180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1900 bps</a:t>
            </a:r>
            <a:endParaRPr lang="en-IN" sz="8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934650B-07E7-F686-5B6F-E7BF36A28D1A}"/>
              </a:ext>
            </a:extLst>
          </p:cNvPr>
          <p:cNvSpPr txBox="1"/>
          <p:nvPr/>
        </p:nvSpPr>
        <p:spPr>
          <a:xfrm>
            <a:off x="1284293" y="2366945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1800 bps</a:t>
            </a:r>
            <a:endParaRPr lang="en-IN" sz="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3C1BABE-C46F-BB8F-A6A4-B400A038C173}"/>
              </a:ext>
            </a:extLst>
          </p:cNvPr>
          <p:cNvSpPr txBox="1"/>
          <p:nvPr/>
        </p:nvSpPr>
        <p:spPr>
          <a:xfrm>
            <a:off x="1284293" y="2519345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1700 bps</a:t>
            </a:r>
            <a:endParaRPr lang="en-IN" sz="8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378A79C-83BF-8241-73AB-8D454532F056}"/>
              </a:ext>
            </a:extLst>
          </p:cNvPr>
          <p:cNvSpPr txBox="1"/>
          <p:nvPr/>
        </p:nvSpPr>
        <p:spPr>
          <a:xfrm>
            <a:off x="1284293" y="2667991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1600 bps</a:t>
            </a:r>
            <a:endParaRPr lang="en-IN" sz="8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1F7FBAD-0338-ECCC-182E-2129131E1980}"/>
              </a:ext>
            </a:extLst>
          </p:cNvPr>
          <p:cNvSpPr txBox="1"/>
          <p:nvPr/>
        </p:nvSpPr>
        <p:spPr>
          <a:xfrm>
            <a:off x="1284293" y="2834486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1500 bps</a:t>
            </a:r>
            <a:endParaRPr lang="en-IN" sz="8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913D521-1476-B311-85B8-1F8B19750983}"/>
              </a:ext>
            </a:extLst>
          </p:cNvPr>
          <p:cNvSpPr txBox="1"/>
          <p:nvPr/>
        </p:nvSpPr>
        <p:spPr>
          <a:xfrm>
            <a:off x="1284293" y="2969037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1400 bps</a:t>
            </a:r>
            <a:endParaRPr lang="en-IN" sz="800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27437CA-D1A2-58ED-88F5-7A3529F0D4D9}"/>
              </a:ext>
            </a:extLst>
          </p:cNvPr>
          <p:cNvSpPr txBox="1"/>
          <p:nvPr/>
        </p:nvSpPr>
        <p:spPr>
          <a:xfrm>
            <a:off x="1284293" y="3119824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1300 bps</a:t>
            </a:r>
            <a:endParaRPr lang="en-IN" sz="800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5F599FF-315A-EA3D-3112-3FB693FC9E01}"/>
              </a:ext>
            </a:extLst>
          </p:cNvPr>
          <p:cNvSpPr txBox="1"/>
          <p:nvPr/>
        </p:nvSpPr>
        <p:spPr>
          <a:xfrm>
            <a:off x="1284293" y="3265706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1200 bps</a:t>
            </a:r>
            <a:endParaRPr lang="en-IN" sz="8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DE72D11-6208-8476-5E9C-D4B374B674F5}"/>
              </a:ext>
            </a:extLst>
          </p:cNvPr>
          <p:cNvSpPr txBox="1"/>
          <p:nvPr/>
        </p:nvSpPr>
        <p:spPr>
          <a:xfrm>
            <a:off x="1284293" y="3429000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1100 bps</a:t>
            </a:r>
            <a:endParaRPr lang="en-IN" sz="800" b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703C3A1-1C6E-9F8A-17F7-7EF5960C2AFE}"/>
              </a:ext>
            </a:extLst>
          </p:cNvPr>
          <p:cNvSpPr txBox="1"/>
          <p:nvPr/>
        </p:nvSpPr>
        <p:spPr>
          <a:xfrm>
            <a:off x="1284293" y="3597147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1000 bps</a:t>
            </a:r>
            <a:endParaRPr lang="en-IN" sz="8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2097A1C-A20C-4AFB-A188-0271A127200F}"/>
              </a:ext>
            </a:extLst>
          </p:cNvPr>
          <p:cNvSpPr txBox="1"/>
          <p:nvPr/>
        </p:nvSpPr>
        <p:spPr>
          <a:xfrm>
            <a:off x="1284293" y="3746037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900 bps</a:t>
            </a:r>
            <a:endParaRPr lang="en-IN" sz="8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EBFB811-B9EB-2360-70A3-7445176CBF46}"/>
              </a:ext>
            </a:extLst>
          </p:cNvPr>
          <p:cNvSpPr txBox="1"/>
          <p:nvPr/>
        </p:nvSpPr>
        <p:spPr>
          <a:xfrm>
            <a:off x="1284293" y="3887036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800 bps</a:t>
            </a:r>
            <a:endParaRPr lang="en-IN" sz="8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A0115B1-DBC0-7423-6BEF-BECB0798451E}"/>
              </a:ext>
            </a:extLst>
          </p:cNvPr>
          <p:cNvSpPr txBox="1"/>
          <p:nvPr/>
        </p:nvSpPr>
        <p:spPr>
          <a:xfrm>
            <a:off x="1284293" y="4035926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700 bps</a:t>
            </a:r>
            <a:endParaRPr lang="en-IN" sz="800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79039A0-D488-D244-E9E0-1F21383A7BE9}"/>
              </a:ext>
            </a:extLst>
          </p:cNvPr>
          <p:cNvSpPr txBox="1"/>
          <p:nvPr/>
        </p:nvSpPr>
        <p:spPr>
          <a:xfrm>
            <a:off x="1284293" y="4182926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600 bps</a:t>
            </a:r>
            <a:endParaRPr lang="en-IN" sz="8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4DB6648-2981-1B1B-A348-8C987734494F}"/>
              </a:ext>
            </a:extLst>
          </p:cNvPr>
          <p:cNvSpPr txBox="1"/>
          <p:nvPr/>
        </p:nvSpPr>
        <p:spPr>
          <a:xfrm>
            <a:off x="1289005" y="4328082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500 bps</a:t>
            </a:r>
            <a:endParaRPr lang="en-IN" sz="8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83098DB-F36F-0023-B3C9-51D4690A6F9A}"/>
              </a:ext>
            </a:extLst>
          </p:cNvPr>
          <p:cNvSpPr txBox="1"/>
          <p:nvPr/>
        </p:nvSpPr>
        <p:spPr>
          <a:xfrm>
            <a:off x="1284292" y="4476728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400 bps</a:t>
            </a:r>
            <a:endParaRPr lang="en-IN" sz="8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51DEE25-2C2C-BAAA-4A91-1A047B55F2BA}"/>
              </a:ext>
            </a:extLst>
          </p:cNvPr>
          <p:cNvSpPr txBox="1"/>
          <p:nvPr/>
        </p:nvSpPr>
        <p:spPr>
          <a:xfrm>
            <a:off x="1284292" y="4632283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300 bps</a:t>
            </a:r>
            <a:endParaRPr lang="en-IN" sz="8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10CC212-607E-44AD-CDC6-1DEE7F112B08}"/>
              </a:ext>
            </a:extLst>
          </p:cNvPr>
          <p:cNvSpPr txBox="1"/>
          <p:nvPr/>
        </p:nvSpPr>
        <p:spPr>
          <a:xfrm>
            <a:off x="1284292" y="4792881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200 bps</a:t>
            </a:r>
            <a:endParaRPr lang="en-IN" sz="8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2DA7F40-1844-6BF2-BE8D-DCCD87A4BC3E}"/>
              </a:ext>
            </a:extLst>
          </p:cNvPr>
          <p:cNvSpPr txBox="1"/>
          <p:nvPr/>
        </p:nvSpPr>
        <p:spPr>
          <a:xfrm>
            <a:off x="1284292" y="4928949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100 bps</a:t>
            </a:r>
            <a:endParaRPr lang="en-IN" sz="800" b="1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A812520-6EAC-0CBE-33E5-D409EEF17870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C743414-2B2C-7FF0-443F-9672E400F5E5}"/>
              </a:ext>
            </a:extLst>
          </p:cNvPr>
          <p:cNvSpPr txBox="1"/>
          <p:nvPr/>
        </p:nvSpPr>
        <p:spPr>
          <a:xfrm>
            <a:off x="8931747" y="5396742"/>
            <a:ext cx="1246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Not really! Enter the correct length.</a:t>
            </a:r>
            <a:endParaRPr lang="en-IN" sz="800" b="1" dirty="0">
              <a:solidFill>
                <a:srgbClr val="FF0000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46C8514-488A-52F4-2BC0-D53C0F01B0F9}"/>
              </a:ext>
            </a:extLst>
          </p:cNvPr>
          <p:cNvSpPr txBox="1"/>
          <p:nvPr/>
        </p:nvSpPr>
        <p:spPr>
          <a:xfrm>
            <a:off x="10281111" y="4850172"/>
            <a:ext cx="12462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accent6"/>
                </a:solidFill>
              </a:rPr>
              <a:t>V</a:t>
            </a:r>
            <a:endParaRPr lang="en-IN" sz="800" b="1" dirty="0">
              <a:solidFill>
                <a:schemeClr val="accent6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93942E4-8923-2B58-2120-571AA6357EB0}"/>
              </a:ext>
            </a:extLst>
          </p:cNvPr>
          <p:cNvSpPr txBox="1"/>
          <p:nvPr/>
        </p:nvSpPr>
        <p:spPr>
          <a:xfrm>
            <a:off x="3982301" y="161023"/>
            <a:ext cx="4802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Find The DNA Lengths </a:t>
            </a:r>
            <a:endParaRPr lang="en-IN" sz="3600" b="1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18B247B-6F9F-224F-4324-CE4FD0BC4EBC}"/>
              </a:ext>
            </a:extLst>
          </p:cNvPr>
          <p:cNvSpPr txBox="1"/>
          <p:nvPr/>
        </p:nvSpPr>
        <p:spPr>
          <a:xfrm>
            <a:off x="8957172" y="3139729"/>
            <a:ext cx="903279" cy="246221"/>
          </a:xfrm>
          <a:prstGeom prst="rect">
            <a:avLst/>
          </a:prstGeom>
          <a:solidFill>
            <a:srgbClr val="92D05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/>
              <a:t>1000 bps</a:t>
            </a:r>
            <a:endParaRPr lang="en-IN" sz="1000" b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80CA487-5F64-38C4-B1DE-8AF70BAEBB9D}"/>
              </a:ext>
            </a:extLst>
          </p:cNvPr>
          <p:cNvSpPr txBox="1"/>
          <p:nvPr/>
        </p:nvSpPr>
        <p:spPr>
          <a:xfrm>
            <a:off x="10459444" y="3096866"/>
            <a:ext cx="903279" cy="246221"/>
          </a:xfrm>
          <a:prstGeom prst="rect">
            <a:avLst/>
          </a:prstGeom>
          <a:solidFill>
            <a:srgbClr val="92D05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/>
              <a:t>1400 bps</a:t>
            </a:r>
            <a:endParaRPr lang="en-IN" sz="1000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1CA2F21-BF47-265C-C369-3DDA59EA0F98}"/>
              </a:ext>
            </a:extLst>
          </p:cNvPr>
          <p:cNvSpPr txBox="1"/>
          <p:nvPr/>
        </p:nvSpPr>
        <p:spPr>
          <a:xfrm>
            <a:off x="9103255" y="5137637"/>
            <a:ext cx="903279" cy="246221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/>
              <a:t>1900 bps</a:t>
            </a:r>
            <a:endParaRPr lang="en-IN" sz="1000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9C45109-A1B9-4C16-13ED-8EB21AA30139}"/>
              </a:ext>
            </a:extLst>
          </p:cNvPr>
          <p:cNvSpPr txBox="1"/>
          <p:nvPr/>
        </p:nvSpPr>
        <p:spPr>
          <a:xfrm>
            <a:off x="10511002" y="5144301"/>
            <a:ext cx="903279" cy="246221"/>
          </a:xfrm>
          <a:prstGeom prst="rect">
            <a:avLst/>
          </a:prstGeom>
          <a:solidFill>
            <a:srgbClr val="92D05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/>
              <a:t>500 bps</a:t>
            </a:r>
            <a:endParaRPr lang="en-IN" sz="1000" b="1" dirty="0"/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7458D74C-3011-C3DB-40D9-F4E21F8AFA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47" b="27327"/>
          <a:stretch>
            <a:fillRect/>
          </a:stretch>
        </p:blipFill>
        <p:spPr>
          <a:xfrm>
            <a:off x="10391351" y="3608659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632EF772-472F-CC35-7C9A-499FB56556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47" b="27327"/>
          <a:stretch>
            <a:fillRect/>
          </a:stretch>
        </p:blipFill>
        <p:spPr>
          <a:xfrm>
            <a:off x="7454900" y="2758258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289EA000-0AFA-8943-EA3C-845333C6C24E}"/>
              </a:ext>
            </a:extLst>
          </p:cNvPr>
          <p:cNvSpPr txBox="1"/>
          <p:nvPr/>
        </p:nvSpPr>
        <p:spPr>
          <a:xfrm>
            <a:off x="7541422" y="394339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DNA ladder</a:t>
            </a:r>
            <a:endParaRPr lang="en-IN" sz="1100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08BC52B-959C-D266-B331-5CB5FDB92759}"/>
              </a:ext>
            </a:extLst>
          </p:cNvPr>
          <p:cNvSpPr txBox="1"/>
          <p:nvPr/>
        </p:nvSpPr>
        <p:spPr>
          <a:xfrm>
            <a:off x="10595605" y="278923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2</a:t>
            </a:r>
            <a:endParaRPr lang="en-IN" sz="1100" b="1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8064516-B9FB-E17D-A792-2208C808D45D}"/>
              </a:ext>
            </a:extLst>
          </p:cNvPr>
          <p:cNvSpPr txBox="1"/>
          <p:nvPr/>
        </p:nvSpPr>
        <p:spPr>
          <a:xfrm>
            <a:off x="9118366" y="481854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3</a:t>
            </a:r>
            <a:endParaRPr lang="en-IN" sz="1100" b="1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466819B-663F-D7EB-B361-6C9EB5C4A72F}"/>
              </a:ext>
            </a:extLst>
          </p:cNvPr>
          <p:cNvSpPr txBox="1"/>
          <p:nvPr/>
        </p:nvSpPr>
        <p:spPr>
          <a:xfrm>
            <a:off x="8981897" y="278522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1</a:t>
            </a:r>
            <a:endParaRPr lang="en-IN" sz="1100" b="1" dirty="0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005B6B4C-DEC8-F5D6-1B07-97058C9EA2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47" b="27327"/>
          <a:stretch>
            <a:fillRect/>
          </a:stretch>
        </p:blipFill>
        <p:spPr>
          <a:xfrm>
            <a:off x="9043920" y="3628325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F57EC5D4-2675-3650-9335-BC807B583C66}"/>
              </a:ext>
            </a:extLst>
          </p:cNvPr>
          <p:cNvSpPr txBox="1"/>
          <p:nvPr/>
        </p:nvSpPr>
        <p:spPr>
          <a:xfrm>
            <a:off x="8379808" y="5692680"/>
            <a:ext cx="35497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Enter the DNA sample length (bps) for each loading mixture in the boxes below the samples.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46C8514-488A-52F4-2BC0-D53C0F01B0F9}"/>
              </a:ext>
            </a:extLst>
          </p:cNvPr>
          <p:cNvSpPr txBox="1"/>
          <p:nvPr/>
        </p:nvSpPr>
        <p:spPr>
          <a:xfrm>
            <a:off x="10379275" y="5454878"/>
            <a:ext cx="12462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accent6"/>
                </a:solidFill>
              </a:rPr>
              <a:t>Very good!  </a:t>
            </a:r>
            <a:endParaRPr lang="en-IN" sz="800" b="1" dirty="0">
              <a:solidFill>
                <a:schemeClr val="accent6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BCA0C17-918A-84B6-F01C-6F52A9BE9E32}"/>
              </a:ext>
            </a:extLst>
          </p:cNvPr>
          <p:cNvSpPr txBox="1"/>
          <p:nvPr/>
        </p:nvSpPr>
        <p:spPr>
          <a:xfrm>
            <a:off x="8902035" y="3386809"/>
            <a:ext cx="12462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accent6"/>
                </a:solidFill>
              </a:rPr>
              <a:t>Very good!  </a:t>
            </a:r>
            <a:endParaRPr lang="en-IN" sz="800" b="1" dirty="0">
              <a:solidFill>
                <a:schemeClr val="accent6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3F6CBE2-EF6A-E46F-4F61-0C9F5181C8C5}"/>
              </a:ext>
            </a:extLst>
          </p:cNvPr>
          <p:cNvSpPr txBox="1"/>
          <p:nvPr/>
        </p:nvSpPr>
        <p:spPr>
          <a:xfrm>
            <a:off x="10339494" y="3335268"/>
            <a:ext cx="12462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accent6"/>
                </a:solidFill>
              </a:rPr>
              <a:t>Very good!  </a:t>
            </a:r>
            <a:endParaRPr lang="en-IN" sz="800" b="1" dirty="0">
              <a:solidFill>
                <a:schemeClr val="accent6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6EE4F3F-EA7D-9AF6-19F0-97E1E0AEB79F}"/>
              </a:ext>
            </a:extLst>
          </p:cNvPr>
          <p:cNvSpPr txBox="1"/>
          <p:nvPr/>
        </p:nvSpPr>
        <p:spPr>
          <a:xfrm>
            <a:off x="7931687" y="880296"/>
            <a:ext cx="364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DNA samples in loading mixtures</a:t>
            </a:r>
            <a:endParaRPr lang="en-IN" b="1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2B0664C-9B50-595B-43C5-3947C23E405C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5F687B7-5846-EC93-B3CA-91E6F22BEB3E}"/>
              </a:ext>
            </a:extLst>
          </p:cNvPr>
          <p:cNvSpPr txBox="1"/>
          <p:nvPr/>
        </p:nvSpPr>
        <p:spPr>
          <a:xfrm>
            <a:off x="2485817" y="1484246"/>
            <a:ext cx="74489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(Sample 3)</a:t>
            </a:r>
            <a:endParaRPr lang="en-IN" sz="500" b="1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2C4FEDE-9F1B-700E-40EB-48D18C8396A8}"/>
              </a:ext>
            </a:extLst>
          </p:cNvPr>
          <p:cNvSpPr txBox="1"/>
          <p:nvPr/>
        </p:nvSpPr>
        <p:spPr>
          <a:xfrm>
            <a:off x="3047015" y="1479561"/>
            <a:ext cx="74489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(Sample 1)</a:t>
            </a:r>
            <a:endParaRPr lang="en-IN" sz="500" b="1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52FFB75-A1F7-9A4E-742F-C0354B97215A}"/>
              </a:ext>
            </a:extLst>
          </p:cNvPr>
          <p:cNvSpPr txBox="1"/>
          <p:nvPr/>
        </p:nvSpPr>
        <p:spPr>
          <a:xfrm>
            <a:off x="3622604" y="1479561"/>
            <a:ext cx="74489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(Sample 4)</a:t>
            </a:r>
            <a:endParaRPr lang="en-IN" sz="500" b="1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0AC583C-8E3F-D941-902C-D4469E22EE85}"/>
              </a:ext>
            </a:extLst>
          </p:cNvPr>
          <p:cNvSpPr txBox="1"/>
          <p:nvPr/>
        </p:nvSpPr>
        <p:spPr>
          <a:xfrm>
            <a:off x="4128472" y="1490043"/>
            <a:ext cx="8047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(Sample 1)</a:t>
            </a:r>
            <a:endParaRPr lang="en-IN" sz="500" b="1" dirty="0"/>
          </a:p>
          <a:p>
            <a:endParaRPr lang="en-IN" sz="500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9EDA729-8FFB-61AC-8A77-AC80E2ADC66F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DFB892A-B82E-A772-2A16-5BEBED3D3354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B8B895-5166-B482-0947-E5BC61190D0A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54CC12B-7BB9-CBE0-5D96-5AE2A4E48456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D356670-7AD2-5C12-0E13-49B4857C873A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1FC47F5-0148-07B8-B07C-839C7EE90A90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CE18DD6-BA6C-27F4-B373-57AFA6B82B35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6C93A8-6932-8865-D26E-476126BFEA65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4144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08439-2998-2309-CA3D-74053118D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EAA4DB-83EA-A835-F863-C8B65E280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C84FEC6-D2C4-E414-B260-E2901665DBF5}"/>
                  </a:ext>
                </a:extLst>
              </p14:cNvPr>
              <p14:cNvContentPartPr/>
              <p14:nvPr/>
            </p14:nvContentPartPr>
            <p14:xfrm>
              <a:off x="1985655" y="1793705"/>
              <a:ext cx="402120" cy="5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C84FEC6-D2C4-E414-B260-E2901665DBF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67655" y="1775705"/>
                <a:ext cx="4377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0105D7A-6209-816F-68B6-339B1F6DEEC8}"/>
                  </a:ext>
                </a:extLst>
              </p14:cNvPr>
              <p14:cNvContentPartPr/>
              <p14:nvPr/>
            </p14:nvContentPartPr>
            <p14:xfrm>
              <a:off x="1977735" y="1830065"/>
              <a:ext cx="414720" cy="8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0105D7A-6209-816F-68B6-339B1F6DEEC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59735" y="1812065"/>
                <a:ext cx="4503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DDBE909-B917-D94E-01B5-D195D1D71E48}"/>
                  </a:ext>
                </a:extLst>
              </p14:cNvPr>
              <p14:cNvContentPartPr/>
              <p14:nvPr/>
            </p14:nvContentPartPr>
            <p14:xfrm>
              <a:off x="10452619" y="4908657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DDBE909-B917-D94E-01B5-D195D1D71E4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446499" y="490253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6AA8C50-DE5B-2807-ADDA-F11869004591}"/>
                  </a:ext>
                </a:extLst>
              </p14:cNvPr>
              <p14:cNvContentPartPr/>
              <p14:nvPr/>
            </p14:nvContentPartPr>
            <p14:xfrm>
              <a:off x="2520835" y="1793823"/>
              <a:ext cx="401760" cy="3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6AA8C50-DE5B-2807-ADDA-F1186900459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02835" y="1775823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C1D73B2-17EB-5CD1-06E7-DD5663E84104}"/>
                  </a:ext>
                </a:extLst>
              </p14:cNvPr>
              <p14:cNvContentPartPr/>
              <p14:nvPr/>
            </p14:nvContentPartPr>
            <p14:xfrm>
              <a:off x="2519035" y="1834863"/>
              <a:ext cx="413280" cy="6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C1D73B2-17EB-5CD1-06E7-DD5663E8410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01395" y="1817223"/>
                <a:ext cx="448920" cy="4212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8AD5B30-4809-321B-5BEC-551E1041548A}"/>
              </a:ext>
            </a:extLst>
          </p:cNvPr>
          <p:cNvSpPr txBox="1"/>
          <p:nvPr/>
        </p:nvSpPr>
        <p:spPr>
          <a:xfrm>
            <a:off x="2485817" y="1484246"/>
            <a:ext cx="74489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(Sample 3)</a:t>
            </a:r>
            <a:endParaRPr lang="en-IN" sz="5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38789B3-05D9-2DA2-0EEE-69C4F170B9DE}"/>
                  </a:ext>
                </a:extLst>
              </p14:cNvPr>
              <p14:cNvContentPartPr/>
              <p14:nvPr/>
            </p14:nvContentPartPr>
            <p14:xfrm>
              <a:off x="3067175" y="1793823"/>
              <a:ext cx="401760" cy="3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38789B3-05D9-2DA2-0EEE-69C4F170B9D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049175" y="1775823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0D37C77-1A4B-43DB-436E-AAAA7EB05CE4}"/>
                  </a:ext>
                </a:extLst>
              </p14:cNvPr>
              <p14:cNvContentPartPr/>
              <p14:nvPr/>
            </p14:nvContentPartPr>
            <p14:xfrm>
              <a:off x="3065375" y="1834863"/>
              <a:ext cx="413280" cy="6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0D37C77-1A4B-43DB-436E-AAAA7EB05CE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47735" y="1817223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18BD0D4-9D0B-6DA7-D23D-BB2E3153F59D}"/>
                  </a:ext>
                </a:extLst>
              </p14:cNvPr>
              <p14:cNvContentPartPr/>
              <p14:nvPr/>
            </p14:nvContentPartPr>
            <p14:xfrm>
              <a:off x="3635572" y="1793705"/>
              <a:ext cx="401760" cy="3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18BD0D4-9D0B-6DA7-D23D-BB2E3153F59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17572" y="1775705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4C30DD7-8ACE-07E3-F6DB-073EBA8964AF}"/>
                  </a:ext>
                </a:extLst>
              </p14:cNvPr>
              <p14:cNvContentPartPr/>
              <p14:nvPr/>
            </p14:nvContentPartPr>
            <p14:xfrm>
              <a:off x="3633772" y="1834745"/>
              <a:ext cx="413280" cy="6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4C30DD7-8ACE-07E3-F6DB-073EBA8964A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616132" y="1817105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85179CC-9E18-87D7-EAA2-710C5A90C477}"/>
                  </a:ext>
                </a:extLst>
              </p14:cNvPr>
              <p14:cNvContentPartPr/>
              <p14:nvPr/>
            </p14:nvContentPartPr>
            <p14:xfrm>
              <a:off x="4191632" y="1790105"/>
              <a:ext cx="401760" cy="3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85179CC-9E18-87D7-EAA2-710C5A90C47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73632" y="1772105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6292306-C246-E780-4AAA-C5DD3C8EC994}"/>
                  </a:ext>
                </a:extLst>
              </p14:cNvPr>
              <p14:cNvContentPartPr/>
              <p14:nvPr/>
            </p14:nvContentPartPr>
            <p14:xfrm>
              <a:off x="4189832" y="1831145"/>
              <a:ext cx="413280" cy="6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6292306-C246-E780-4AAA-C5DD3C8EC99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172192" y="1813505"/>
                <a:ext cx="448920" cy="4212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7643327C-4B43-83AD-1EFF-282D621F1E82}"/>
              </a:ext>
            </a:extLst>
          </p:cNvPr>
          <p:cNvSpPr txBox="1"/>
          <p:nvPr/>
        </p:nvSpPr>
        <p:spPr>
          <a:xfrm>
            <a:off x="3047015" y="1479561"/>
            <a:ext cx="74489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(Sample 1)</a:t>
            </a:r>
            <a:endParaRPr lang="en-IN" sz="5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61CB91-31CA-79BB-3B6A-8D9F1DA452D9}"/>
              </a:ext>
            </a:extLst>
          </p:cNvPr>
          <p:cNvSpPr txBox="1"/>
          <p:nvPr/>
        </p:nvSpPr>
        <p:spPr>
          <a:xfrm>
            <a:off x="3622604" y="1479561"/>
            <a:ext cx="74489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(Sample 4)</a:t>
            </a:r>
            <a:endParaRPr lang="en-IN" sz="5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7B9AF6-8EFC-8574-DFA0-EEDD6A6C74E4}"/>
              </a:ext>
            </a:extLst>
          </p:cNvPr>
          <p:cNvSpPr txBox="1"/>
          <p:nvPr/>
        </p:nvSpPr>
        <p:spPr>
          <a:xfrm>
            <a:off x="4128472" y="1490043"/>
            <a:ext cx="8047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(Sample 1)</a:t>
            </a:r>
            <a:endParaRPr lang="en-IN" sz="500" b="1" dirty="0"/>
          </a:p>
          <a:p>
            <a:endParaRPr lang="en-IN" sz="5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275BD5-0209-82C8-E938-5FAD8501F926}"/>
              </a:ext>
            </a:extLst>
          </p:cNvPr>
          <p:cNvSpPr txBox="1"/>
          <p:nvPr/>
        </p:nvSpPr>
        <p:spPr>
          <a:xfrm>
            <a:off x="8306789" y="5824006"/>
            <a:ext cx="35497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Excellent! You have successfully found the length of all the DNA samples.</a:t>
            </a:r>
            <a:endParaRPr lang="en-IN" b="1" dirty="0">
              <a:solidFill>
                <a:srgbClr val="00B0F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320DD4A-669B-EFFA-4130-F447A16182A5}"/>
              </a:ext>
            </a:extLst>
          </p:cNvPr>
          <p:cNvSpPr/>
          <p:nvPr/>
        </p:nvSpPr>
        <p:spPr>
          <a:xfrm>
            <a:off x="1949197" y="2000578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559CCCC-6E21-1CDE-2F95-E87E23EF1C46}"/>
              </a:ext>
            </a:extLst>
          </p:cNvPr>
          <p:cNvSpPr/>
          <p:nvPr/>
        </p:nvSpPr>
        <p:spPr>
          <a:xfrm>
            <a:off x="1949196" y="2148232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EFF5FDA-CB02-BC3B-7577-B5C17635661E}"/>
              </a:ext>
            </a:extLst>
          </p:cNvPr>
          <p:cNvSpPr/>
          <p:nvPr/>
        </p:nvSpPr>
        <p:spPr>
          <a:xfrm>
            <a:off x="1949196" y="2304431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7B98CBE-2C96-F53D-8469-0F4690B88E6B}"/>
              </a:ext>
            </a:extLst>
          </p:cNvPr>
          <p:cNvSpPr/>
          <p:nvPr/>
        </p:nvSpPr>
        <p:spPr>
          <a:xfrm>
            <a:off x="1949195" y="2452085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E67135-B4C5-694E-8CEE-AFCFC503916E}"/>
              </a:ext>
            </a:extLst>
          </p:cNvPr>
          <p:cNvSpPr/>
          <p:nvPr/>
        </p:nvSpPr>
        <p:spPr>
          <a:xfrm>
            <a:off x="1949195" y="2599739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2EE359A-584E-B9B2-6CB8-FEEC7308F9C0}"/>
              </a:ext>
            </a:extLst>
          </p:cNvPr>
          <p:cNvSpPr/>
          <p:nvPr/>
        </p:nvSpPr>
        <p:spPr>
          <a:xfrm>
            <a:off x="1949194" y="2747393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01B9ADD-207C-8C6C-0280-52CF26A15C33}"/>
              </a:ext>
            </a:extLst>
          </p:cNvPr>
          <p:cNvSpPr/>
          <p:nvPr/>
        </p:nvSpPr>
        <p:spPr>
          <a:xfrm>
            <a:off x="1949194" y="2903592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59E06F8-1A50-C474-6D42-F21EFDE33A25}"/>
              </a:ext>
            </a:extLst>
          </p:cNvPr>
          <p:cNvSpPr/>
          <p:nvPr/>
        </p:nvSpPr>
        <p:spPr>
          <a:xfrm>
            <a:off x="1949193" y="3051246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398951B-AE4C-A2DF-C62D-E90AA2078C7E}"/>
              </a:ext>
            </a:extLst>
          </p:cNvPr>
          <p:cNvSpPr/>
          <p:nvPr/>
        </p:nvSpPr>
        <p:spPr>
          <a:xfrm>
            <a:off x="1945087" y="3217121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F1D5621-B817-7048-89E8-40F5A6AE5A01}"/>
              </a:ext>
            </a:extLst>
          </p:cNvPr>
          <p:cNvSpPr/>
          <p:nvPr/>
        </p:nvSpPr>
        <p:spPr>
          <a:xfrm>
            <a:off x="1945086" y="3364775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773C3CD-2729-F478-D8E1-8A6832550D16}"/>
              </a:ext>
            </a:extLst>
          </p:cNvPr>
          <p:cNvSpPr/>
          <p:nvPr/>
        </p:nvSpPr>
        <p:spPr>
          <a:xfrm>
            <a:off x="1945086" y="3520974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7FA315B-3D7B-DA95-6135-532ED7E0632F}"/>
              </a:ext>
            </a:extLst>
          </p:cNvPr>
          <p:cNvSpPr/>
          <p:nvPr/>
        </p:nvSpPr>
        <p:spPr>
          <a:xfrm>
            <a:off x="1945085" y="3668628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7A2F287-54E6-7659-E751-90842D2826CC}"/>
              </a:ext>
            </a:extLst>
          </p:cNvPr>
          <p:cNvSpPr/>
          <p:nvPr/>
        </p:nvSpPr>
        <p:spPr>
          <a:xfrm>
            <a:off x="1945085" y="3816282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048AD20-A917-BCAD-6F67-A31A80FB53ED}"/>
              </a:ext>
            </a:extLst>
          </p:cNvPr>
          <p:cNvSpPr/>
          <p:nvPr/>
        </p:nvSpPr>
        <p:spPr>
          <a:xfrm>
            <a:off x="1945084" y="3963936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253B276-5EAB-075B-EC89-9994F6FC7897}"/>
              </a:ext>
            </a:extLst>
          </p:cNvPr>
          <p:cNvSpPr/>
          <p:nvPr/>
        </p:nvSpPr>
        <p:spPr>
          <a:xfrm>
            <a:off x="1945084" y="4120135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BADEFFF-35B0-5741-2444-30A09328FA52}"/>
              </a:ext>
            </a:extLst>
          </p:cNvPr>
          <p:cNvSpPr/>
          <p:nvPr/>
        </p:nvSpPr>
        <p:spPr>
          <a:xfrm>
            <a:off x="1945083" y="4267789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89E6A21-F650-DCB1-E28E-E3FF0705AA23}"/>
              </a:ext>
            </a:extLst>
          </p:cNvPr>
          <p:cNvSpPr/>
          <p:nvPr/>
        </p:nvSpPr>
        <p:spPr>
          <a:xfrm>
            <a:off x="1945083" y="4415443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B9578CD-948A-BA14-DBA2-85D4D862AA04}"/>
              </a:ext>
            </a:extLst>
          </p:cNvPr>
          <p:cNvSpPr/>
          <p:nvPr/>
        </p:nvSpPr>
        <p:spPr>
          <a:xfrm>
            <a:off x="1945082" y="4563097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D194900-9F7B-9B39-2307-15CAAE98F318}"/>
              </a:ext>
            </a:extLst>
          </p:cNvPr>
          <p:cNvSpPr/>
          <p:nvPr/>
        </p:nvSpPr>
        <p:spPr>
          <a:xfrm>
            <a:off x="1945082" y="4719296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455C010-D9B8-8447-077E-8653C3EB1E52}"/>
              </a:ext>
            </a:extLst>
          </p:cNvPr>
          <p:cNvSpPr/>
          <p:nvPr/>
        </p:nvSpPr>
        <p:spPr>
          <a:xfrm>
            <a:off x="1945081" y="4866950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804F54E-A2DE-1520-92D4-AE4A6DB77140}"/>
              </a:ext>
            </a:extLst>
          </p:cNvPr>
          <p:cNvSpPr/>
          <p:nvPr/>
        </p:nvSpPr>
        <p:spPr>
          <a:xfrm>
            <a:off x="1945081" y="5018510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6060DE8-70E6-CDAE-D042-08AD5AB7E786}"/>
              </a:ext>
            </a:extLst>
          </p:cNvPr>
          <p:cNvSpPr/>
          <p:nvPr/>
        </p:nvSpPr>
        <p:spPr>
          <a:xfrm>
            <a:off x="2485817" y="2609987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5E4B087-DFC9-3CB8-84F0-0377C82A446F}"/>
              </a:ext>
            </a:extLst>
          </p:cNvPr>
          <p:cNvSpPr/>
          <p:nvPr/>
        </p:nvSpPr>
        <p:spPr>
          <a:xfrm>
            <a:off x="3083070" y="3714347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8304CA0-BA1F-B080-416F-BCE904B4C736}"/>
              </a:ext>
            </a:extLst>
          </p:cNvPr>
          <p:cNvSpPr/>
          <p:nvPr/>
        </p:nvSpPr>
        <p:spPr>
          <a:xfrm>
            <a:off x="3647975" y="4392583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2C0BBD7-EDFA-0FF2-1546-0162B93262AE}"/>
              </a:ext>
            </a:extLst>
          </p:cNvPr>
          <p:cNvSpPr/>
          <p:nvPr/>
        </p:nvSpPr>
        <p:spPr>
          <a:xfrm>
            <a:off x="4156614" y="3074105"/>
            <a:ext cx="47179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8FA249B-7570-9137-0D8E-F9A0E14C731B}"/>
              </a:ext>
            </a:extLst>
          </p:cNvPr>
          <p:cNvSpPr txBox="1"/>
          <p:nvPr/>
        </p:nvSpPr>
        <p:spPr>
          <a:xfrm>
            <a:off x="795590" y="1701436"/>
            <a:ext cx="1350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Base pairs (bps)</a:t>
            </a:r>
            <a:endParaRPr lang="en-IN" sz="10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44469A1-46D6-72D1-552D-4665C87A9E7F}"/>
              </a:ext>
            </a:extLst>
          </p:cNvPr>
          <p:cNvSpPr txBox="1"/>
          <p:nvPr/>
        </p:nvSpPr>
        <p:spPr>
          <a:xfrm>
            <a:off x="1274712" y="1892856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2100 bps</a:t>
            </a:r>
            <a:endParaRPr lang="en-IN" sz="8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3117DBF-82F6-9532-340A-CEAF247CAE63}"/>
              </a:ext>
            </a:extLst>
          </p:cNvPr>
          <p:cNvSpPr txBox="1"/>
          <p:nvPr/>
        </p:nvSpPr>
        <p:spPr>
          <a:xfrm>
            <a:off x="1274712" y="2045256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2000 bps</a:t>
            </a:r>
            <a:endParaRPr lang="en-IN" sz="8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35F13C8-A1F7-AAEC-02D5-6A898A6796DB}"/>
              </a:ext>
            </a:extLst>
          </p:cNvPr>
          <p:cNvSpPr txBox="1"/>
          <p:nvPr/>
        </p:nvSpPr>
        <p:spPr>
          <a:xfrm>
            <a:off x="1274712" y="2210180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1900 bps</a:t>
            </a:r>
            <a:endParaRPr lang="en-IN" sz="8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5C06341-DDDF-1446-0F4D-0BCB140422CB}"/>
              </a:ext>
            </a:extLst>
          </p:cNvPr>
          <p:cNvSpPr txBox="1"/>
          <p:nvPr/>
        </p:nvSpPr>
        <p:spPr>
          <a:xfrm>
            <a:off x="1284293" y="2366945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1800 bps</a:t>
            </a:r>
            <a:endParaRPr lang="en-IN" sz="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7A70DF6-A745-8CF7-DD53-8BC0E02635EF}"/>
              </a:ext>
            </a:extLst>
          </p:cNvPr>
          <p:cNvSpPr txBox="1"/>
          <p:nvPr/>
        </p:nvSpPr>
        <p:spPr>
          <a:xfrm>
            <a:off x="1284293" y="2519345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1700 bps</a:t>
            </a:r>
            <a:endParaRPr lang="en-IN" sz="8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CA12FAC-C92E-797A-2F48-E5B96483556A}"/>
              </a:ext>
            </a:extLst>
          </p:cNvPr>
          <p:cNvSpPr txBox="1"/>
          <p:nvPr/>
        </p:nvSpPr>
        <p:spPr>
          <a:xfrm>
            <a:off x="1284293" y="2667991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1600 bps</a:t>
            </a:r>
            <a:endParaRPr lang="en-IN" sz="8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4B6525C-8598-BCD4-90B9-C40D22CE04F2}"/>
              </a:ext>
            </a:extLst>
          </p:cNvPr>
          <p:cNvSpPr txBox="1"/>
          <p:nvPr/>
        </p:nvSpPr>
        <p:spPr>
          <a:xfrm>
            <a:off x="1284293" y="2834486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1500 bps</a:t>
            </a:r>
            <a:endParaRPr lang="en-IN" sz="8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961AAFB-9073-2269-4F6A-3BE0F110D836}"/>
              </a:ext>
            </a:extLst>
          </p:cNvPr>
          <p:cNvSpPr txBox="1"/>
          <p:nvPr/>
        </p:nvSpPr>
        <p:spPr>
          <a:xfrm>
            <a:off x="1284293" y="2969037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1400 bps</a:t>
            </a:r>
            <a:endParaRPr lang="en-IN" sz="800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4309527-A58E-1A29-363D-6F7E4266A6FF}"/>
              </a:ext>
            </a:extLst>
          </p:cNvPr>
          <p:cNvSpPr txBox="1"/>
          <p:nvPr/>
        </p:nvSpPr>
        <p:spPr>
          <a:xfrm>
            <a:off x="1284293" y="3119824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1300 bps</a:t>
            </a:r>
            <a:endParaRPr lang="en-IN" sz="800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6A25519-C3A9-6C58-D6E0-10A7B2FD34AA}"/>
              </a:ext>
            </a:extLst>
          </p:cNvPr>
          <p:cNvSpPr txBox="1"/>
          <p:nvPr/>
        </p:nvSpPr>
        <p:spPr>
          <a:xfrm>
            <a:off x="1284293" y="3265706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1200 bps</a:t>
            </a:r>
            <a:endParaRPr lang="en-IN" sz="8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F565651-37C7-FFF7-856C-8DC0EB5548EF}"/>
              </a:ext>
            </a:extLst>
          </p:cNvPr>
          <p:cNvSpPr txBox="1"/>
          <p:nvPr/>
        </p:nvSpPr>
        <p:spPr>
          <a:xfrm>
            <a:off x="1284293" y="3429000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1100 bps</a:t>
            </a:r>
            <a:endParaRPr lang="en-IN" sz="800" b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8218BCD-4AED-C47D-4DEA-2ABA1467A672}"/>
              </a:ext>
            </a:extLst>
          </p:cNvPr>
          <p:cNvSpPr txBox="1"/>
          <p:nvPr/>
        </p:nvSpPr>
        <p:spPr>
          <a:xfrm>
            <a:off x="1284293" y="3597147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1000 bps</a:t>
            </a:r>
            <a:endParaRPr lang="en-IN" sz="8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9019E3B-E857-C19D-04F4-513AC2B678DA}"/>
              </a:ext>
            </a:extLst>
          </p:cNvPr>
          <p:cNvSpPr txBox="1"/>
          <p:nvPr/>
        </p:nvSpPr>
        <p:spPr>
          <a:xfrm>
            <a:off x="1284293" y="3746037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900 bps</a:t>
            </a:r>
            <a:endParaRPr lang="en-IN" sz="8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454A550-1E33-8183-3E22-4EF7E5D8E6BA}"/>
              </a:ext>
            </a:extLst>
          </p:cNvPr>
          <p:cNvSpPr txBox="1"/>
          <p:nvPr/>
        </p:nvSpPr>
        <p:spPr>
          <a:xfrm>
            <a:off x="1284293" y="3887036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800 bps</a:t>
            </a:r>
            <a:endParaRPr lang="en-IN" sz="8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5A68BFB-4F48-DBF2-95E3-35ED4651D1B9}"/>
              </a:ext>
            </a:extLst>
          </p:cNvPr>
          <p:cNvSpPr txBox="1"/>
          <p:nvPr/>
        </p:nvSpPr>
        <p:spPr>
          <a:xfrm>
            <a:off x="1284293" y="4035926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700 bps</a:t>
            </a:r>
            <a:endParaRPr lang="en-IN" sz="800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3DCC4F6-476D-2C63-C543-E537688D15D6}"/>
              </a:ext>
            </a:extLst>
          </p:cNvPr>
          <p:cNvSpPr txBox="1"/>
          <p:nvPr/>
        </p:nvSpPr>
        <p:spPr>
          <a:xfrm>
            <a:off x="1284293" y="4182926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600 bps</a:t>
            </a:r>
            <a:endParaRPr lang="en-IN" sz="8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12C0EE7-5041-6BEA-B781-64F0C69DEFB3}"/>
              </a:ext>
            </a:extLst>
          </p:cNvPr>
          <p:cNvSpPr txBox="1"/>
          <p:nvPr/>
        </p:nvSpPr>
        <p:spPr>
          <a:xfrm>
            <a:off x="1289005" y="4328082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500 bps</a:t>
            </a:r>
            <a:endParaRPr lang="en-IN" sz="8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C390B82-193A-83E1-D1D5-F6244DF6BB30}"/>
              </a:ext>
            </a:extLst>
          </p:cNvPr>
          <p:cNvSpPr txBox="1"/>
          <p:nvPr/>
        </p:nvSpPr>
        <p:spPr>
          <a:xfrm>
            <a:off x="1284292" y="4476728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400 bps</a:t>
            </a:r>
            <a:endParaRPr lang="en-IN" sz="8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A3F72F6-4D79-6B18-E371-F66813A20776}"/>
              </a:ext>
            </a:extLst>
          </p:cNvPr>
          <p:cNvSpPr txBox="1"/>
          <p:nvPr/>
        </p:nvSpPr>
        <p:spPr>
          <a:xfrm>
            <a:off x="1284292" y="4632283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300 bps</a:t>
            </a:r>
            <a:endParaRPr lang="en-IN" sz="8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84326B6-86C0-0ACD-02CB-4B006ACA8CEB}"/>
              </a:ext>
            </a:extLst>
          </p:cNvPr>
          <p:cNvSpPr txBox="1"/>
          <p:nvPr/>
        </p:nvSpPr>
        <p:spPr>
          <a:xfrm>
            <a:off x="1284292" y="4792881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200 bps</a:t>
            </a:r>
            <a:endParaRPr lang="en-IN" sz="8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4B90E72-3909-262F-9208-E084EB7C3FB4}"/>
              </a:ext>
            </a:extLst>
          </p:cNvPr>
          <p:cNvSpPr txBox="1"/>
          <p:nvPr/>
        </p:nvSpPr>
        <p:spPr>
          <a:xfrm>
            <a:off x="1284292" y="4928949"/>
            <a:ext cx="600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  100 bps</a:t>
            </a:r>
            <a:endParaRPr lang="en-IN" sz="800" b="1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084C300-F873-8226-676C-C25367E22EC1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B538ADF-A7BC-C9B9-C163-F6AB182BEEDB}"/>
              </a:ext>
            </a:extLst>
          </p:cNvPr>
          <p:cNvSpPr txBox="1"/>
          <p:nvPr/>
        </p:nvSpPr>
        <p:spPr>
          <a:xfrm>
            <a:off x="3982301" y="161023"/>
            <a:ext cx="4802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Find The DNA Lengths </a:t>
            </a:r>
            <a:endParaRPr lang="en-IN" sz="36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73D6D25-CA09-9DC6-1115-7CCFCFBF1756}"/>
              </a:ext>
            </a:extLst>
          </p:cNvPr>
          <p:cNvSpPr txBox="1"/>
          <p:nvPr/>
        </p:nvSpPr>
        <p:spPr>
          <a:xfrm>
            <a:off x="6438902" y="5983554"/>
            <a:ext cx="1015998" cy="461665"/>
          </a:xfrm>
          <a:prstGeom prst="rec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Reset</a:t>
            </a:r>
            <a:endParaRPr lang="en-IN" sz="2400" b="1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AA55392-E7A6-E405-4434-BB78D8A8BBD5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t="2647" b="27327"/>
          <a:stretch>
            <a:fillRect/>
          </a:stretch>
        </p:blipFill>
        <p:spPr>
          <a:xfrm>
            <a:off x="10379275" y="1570054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A811E5A-A259-CC3A-7A28-38A32E106071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t="2647" b="27327"/>
          <a:stretch>
            <a:fillRect/>
          </a:stretch>
        </p:blipFill>
        <p:spPr>
          <a:xfrm>
            <a:off x="8902035" y="1570054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1DC8DA3F-58F6-F8A4-2FD6-82BA816B90E3}"/>
              </a:ext>
            </a:extLst>
          </p:cNvPr>
          <p:cNvSpPr txBox="1"/>
          <p:nvPr/>
        </p:nvSpPr>
        <p:spPr>
          <a:xfrm>
            <a:off x="10281111" y="4850172"/>
            <a:ext cx="12462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accent6"/>
                </a:solidFill>
              </a:rPr>
              <a:t>V</a:t>
            </a:r>
            <a:endParaRPr lang="en-IN" sz="800" b="1" dirty="0">
              <a:solidFill>
                <a:schemeClr val="accent6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983B59A-F71D-C6D3-7E36-E94B336AD97C}"/>
              </a:ext>
            </a:extLst>
          </p:cNvPr>
          <p:cNvSpPr txBox="1"/>
          <p:nvPr/>
        </p:nvSpPr>
        <p:spPr>
          <a:xfrm>
            <a:off x="8957172" y="3139729"/>
            <a:ext cx="903279" cy="246221"/>
          </a:xfrm>
          <a:prstGeom prst="rect">
            <a:avLst/>
          </a:prstGeom>
          <a:solidFill>
            <a:srgbClr val="92D05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/>
              <a:t>1000 bps</a:t>
            </a:r>
            <a:endParaRPr lang="en-IN" sz="1000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94C3396-80FF-0D01-0199-AD3B81D1423E}"/>
              </a:ext>
            </a:extLst>
          </p:cNvPr>
          <p:cNvSpPr txBox="1"/>
          <p:nvPr/>
        </p:nvSpPr>
        <p:spPr>
          <a:xfrm>
            <a:off x="10459444" y="3096866"/>
            <a:ext cx="903279" cy="246221"/>
          </a:xfrm>
          <a:prstGeom prst="rect">
            <a:avLst/>
          </a:prstGeom>
          <a:solidFill>
            <a:srgbClr val="92D05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/>
              <a:t>1400 bps</a:t>
            </a:r>
            <a:endParaRPr lang="en-IN" sz="1000" b="1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AD35603-9ACC-D2D6-A52E-22519695101D}"/>
              </a:ext>
            </a:extLst>
          </p:cNvPr>
          <p:cNvSpPr txBox="1"/>
          <p:nvPr/>
        </p:nvSpPr>
        <p:spPr>
          <a:xfrm>
            <a:off x="9103255" y="5137637"/>
            <a:ext cx="903279" cy="246221"/>
          </a:xfrm>
          <a:prstGeom prst="rect">
            <a:avLst/>
          </a:prstGeom>
          <a:solidFill>
            <a:srgbClr val="92D05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/>
              <a:t>1700 bps</a:t>
            </a:r>
            <a:endParaRPr lang="en-IN" sz="1000" b="1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85C479B-DAD1-E6E5-9253-B35968FE1B1C}"/>
              </a:ext>
            </a:extLst>
          </p:cNvPr>
          <p:cNvSpPr txBox="1"/>
          <p:nvPr/>
        </p:nvSpPr>
        <p:spPr>
          <a:xfrm>
            <a:off x="10511002" y="5144301"/>
            <a:ext cx="903279" cy="246221"/>
          </a:xfrm>
          <a:prstGeom prst="rect">
            <a:avLst/>
          </a:prstGeom>
          <a:solidFill>
            <a:srgbClr val="92D05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/>
              <a:t>500 bps</a:t>
            </a:r>
            <a:endParaRPr lang="en-IN" sz="1000" b="1" dirty="0"/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CF0D1376-98DC-7C63-ECBB-88632C83FFAD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t="2647" b="27327"/>
          <a:stretch>
            <a:fillRect/>
          </a:stretch>
        </p:blipFill>
        <p:spPr>
          <a:xfrm>
            <a:off x="10391351" y="3608659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33007A6F-63CE-E23B-44C5-68E3ACD8FC21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t="2647" b="27327"/>
          <a:stretch>
            <a:fillRect/>
          </a:stretch>
        </p:blipFill>
        <p:spPr>
          <a:xfrm>
            <a:off x="7454900" y="2758258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EC867255-6CF7-F558-211C-E57DE8879748}"/>
              </a:ext>
            </a:extLst>
          </p:cNvPr>
          <p:cNvSpPr txBox="1"/>
          <p:nvPr/>
        </p:nvSpPr>
        <p:spPr>
          <a:xfrm>
            <a:off x="10595605" y="278923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2</a:t>
            </a:r>
            <a:endParaRPr lang="en-IN" sz="1100" b="1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054A72B-C6E0-429B-7A6D-D15033A7E637}"/>
              </a:ext>
            </a:extLst>
          </p:cNvPr>
          <p:cNvSpPr txBox="1"/>
          <p:nvPr/>
        </p:nvSpPr>
        <p:spPr>
          <a:xfrm>
            <a:off x="9118366" y="481854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3</a:t>
            </a:r>
            <a:endParaRPr lang="en-IN" sz="1100" b="1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58F2B58-B43E-1DE7-4E90-A80397D079F0}"/>
              </a:ext>
            </a:extLst>
          </p:cNvPr>
          <p:cNvSpPr txBox="1"/>
          <p:nvPr/>
        </p:nvSpPr>
        <p:spPr>
          <a:xfrm>
            <a:off x="8981897" y="278522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1</a:t>
            </a:r>
            <a:endParaRPr lang="en-IN" sz="1100" b="1" dirty="0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0EB8E8BC-AB1D-0B13-534A-1876272020D4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t="2647" b="27327"/>
          <a:stretch>
            <a:fillRect/>
          </a:stretch>
        </p:blipFill>
        <p:spPr>
          <a:xfrm>
            <a:off x="9043920" y="3628325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B1119C01-D866-17A7-9C8C-49E1D1DE5E49}"/>
              </a:ext>
            </a:extLst>
          </p:cNvPr>
          <p:cNvSpPr txBox="1"/>
          <p:nvPr/>
        </p:nvSpPr>
        <p:spPr>
          <a:xfrm>
            <a:off x="10379275" y="5454878"/>
            <a:ext cx="12462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accent6"/>
                </a:solidFill>
              </a:rPr>
              <a:t>Very good!  </a:t>
            </a:r>
            <a:endParaRPr lang="en-IN" sz="800" b="1" dirty="0">
              <a:solidFill>
                <a:schemeClr val="accent6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28B9291-D100-12F3-1374-92D7A036ACE8}"/>
              </a:ext>
            </a:extLst>
          </p:cNvPr>
          <p:cNvSpPr txBox="1"/>
          <p:nvPr/>
        </p:nvSpPr>
        <p:spPr>
          <a:xfrm>
            <a:off x="8902035" y="3386809"/>
            <a:ext cx="12462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accent6"/>
                </a:solidFill>
              </a:rPr>
              <a:t>Very good!  </a:t>
            </a:r>
            <a:endParaRPr lang="en-IN" sz="800" b="1" dirty="0">
              <a:solidFill>
                <a:schemeClr val="accent6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D748A2F-D2F3-0272-F86D-1E6A1140264C}"/>
              </a:ext>
            </a:extLst>
          </p:cNvPr>
          <p:cNvSpPr txBox="1"/>
          <p:nvPr/>
        </p:nvSpPr>
        <p:spPr>
          <a:xfrm>
            <a:off x="10339494" y="3335268"/>
            <a:ext cx="12462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accent6"/>
                </a:solidFill>
              </a:rPr>
              <a:t>Very good!  </a:t>
            </a:r>
            <a:endParaRPr lang="en-IN" sz="800" b="1" dirty="0">
              <a:solidFill>
                <a:schemeClr val="accent6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DE3E620-18CE-0B1B-0956-892E21EA695C}"/>
              </a:ext>
            </a:extLst>
          </p:cNvPr>
          <p:cNvSpPr txBox="1"/>
          <p:nvPr/>
        </p:nvSpPr>
        <p:spPr>
          <a:xfrm>
            <a:off x="7931687" y="880296"/>
            <a:ext cx="364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DNA samples in loading mixtures</a:t>
            </a:r>
            <a:endParaRPr lang="en-IN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479DE91-B932-C787-6D12-B96F38C274FB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4157E8-EC0D-5DC3-2AC5-3E50BB6C8216}"/>
              </a:ext>
            </a:extLst>
          </p:cNvPr>
          <p:cNvSpPr txBox="1"/>
          <p:nvPr/>
        </p:nvSpPr>
        <p:spPr>
          <a:xfrm>
            <a:off x="8957172" y="5454878"/>
            <a:ext cx="12462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accent6"/>
                </a:solidFill>
              </a:rPr>
              <a:t>Very good!  </a:t>
            </a:r>
            <a:endParaRPr lang="en-IN" sz="800" b="1" dirty="0">
              <a:solidFill>
                <a:schemeClr val="accent6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23FAD10-FD5D-6093-F833-057E2D9ED3DE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C6F8D2D-567A-81EC-6DF6-F8C5AB6E6167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4BC851B-449F-B432-DCDB-1E52E0581D3D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DA543B8-2221-EDB4-24E2-A5D61BA1AF80}"/>
              </a:ext>
            </a:extLst>
          </p:cNvPr>
          <p:cNvCxnSpPr>
            <a:endCxn id="23" idx="3"/>
          </p:cNvCxnSpPr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33D7AE3-ACD9-A39E-EE7F-2B4B382BBC7E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F826F55E-E5F7-A823-9452-70A8AEC9AACC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AB447126-CAC2-54C6-4078-E1D45369F5C7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8A51ED5-254D-DA28-C7FD-63504DBE08B7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00349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536919-7B74-B4C8-D18B-CD41CC6FC263}"/>
              </a:ext>
            </a:extLst>
          </p:cNvPr>
          <p:cNvSpPr txBox="1"/>
          <p:nvPr/>
        </p:nvSpPr>
        <p:spPr>
          <a:xfrm>
            <a:off x="2444750" y="609600"/>
            <a:ext cx="7302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Instruction for creation of sample Sets</a:t>
            </a:r>
            <a:endParaRPr lang="en-IN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08C936-C390-40D7-930C-96F09A752360}"/>
              </a:ext>
            </a:extLst>
          </p:cNvPr>
          <p:cNvSpPr txBox="1"/>
          <p:nvPr/>
        </p:nvSpPr>
        <p:spPr>
          <a:xfrm>
            <a:off x="610001" y="1384875"/>
            <a:ext cx="104521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Set 1:</a:t>
            </a:r>
            <a:endParaRPr lang="en-US" dirty="0"/>
          </a:p>
          <a:p>
            <a:r>
              <a:rPr lang="en-US" b="1" dirty="0"/>
              <a:t>Sample lengths</a:t>
            </a:r>
            <a:r>
              <a:rPr lang="en-US" dirty="0"/>
              <a:t>: 500, 1000, 1400, 1700</a:t>
            </a:r>
          </a:p>
          <a:p>
            <a:endParaRPr lang="en-US" dirty="0"/>
          </a:p>
          <a:p>
            <a:r>
              <a:rPr lang="en-US" b="1" dirty="0"/>
              <a:t>Set 2:</a:t>
            </a:r>
            <a:endParaRPr lang="en-US" dirty="0"/>
          </a:p>
          <a:p>
            <a:r>
              <a:rPr lang="en-US" b="1" dirty="0"/>
              <a:t>Sample lengths: </a:t>
            </a:r>
            <a:r>
              <a:rPr lang="en-US" dirty="0"/>
              <a:t>300, 700, 1200, 2000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Set 3:</a:t>
            </a:r>
            <a:endParaRPr lang="en-US" dirty="0"/>
          </a:p>
          <a:p>
            <a:r>
              <a:rPr lang="en-US" b="1" dirty="0"/>
              <a:t>Sample lengths: </a:t>
            </a:r>
            <a:r>
              <a:rPr lang="en-US" dirty="0"/>
              <a:t>600, 800, 1900, 2100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Set 4:</a:t>
            </a:r>
            <a:endParaRPr lang="en-US" dirty="0"/>
          </a:p>
          <a:p>
            <a:r>
              <a:rPr lang="en-US" b="1" dirty="0"/>
              <a:t>Sample lengths:</a:t>
            </a:r>
            <a:r>
              <a:rPr lang="en-US" dirty="0"/>
              <a:t> 100, 900, 1300, 1800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Set 5:</a:t>
            </a:r>
            <a:endParaRPr lang="en-US" dirty="0"/>
          </a:p>
          <a:p>
            <a:r>
              <a:rPr lang="en-US" b="1" dirty="0"/>
              <a:t>Sample lengths: </a:t>
            </a:r>
            <a:r>
              <a:rPr lang="en-US" dirty="0"/>
              <a:t>200, 600, 1100, 1500</a:t>
            </a:r>
          </a:p>
          <a:p>
            <a:endParaRPr lang="en-US" dirty="0"/>
          </a:p>
          <a:p>
            <a:r>
              <a:rPr lang="en-US" dirty="0"/>
              <a:t>The sets should appear </a:t>
            </a:r>
            <a:r>
              <a:rPr lang="en-US" b="1" dirty="0"/>
              <a:t>randomly </a:t>
            </a:r>
            <a:r>
              <a:rPr lang="en-US" dirty="0"/>
              <a:t>in the widget.  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13036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22B88-12F6-2AE3-E21B-871D03AED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E0952A-953B-3B99-C0F1-7122299E3A97}"/>
              </a:ext>
            </a:extLst>
          </p:cNvPr>
          <p:cNvSpPr txBox="1"/>
          <p:nvPr/>
        </p:nvSpPr>
        <p:spPr>
          <a:xfrm>
            <a:off x="3952875" y="609600"/>
            <a:ext cx="4286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Reference for Slide 18</a:t>
            </a:r>
            <a:endParaRPr lang="en-IN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3D4D43-56DB-A4A6-990C-EE9DC0616493}"/>
              </a:ext>
            </a:extLst>
          </p:cNvPr>
          <p:cNvSpPr txBox="1"/>
          <p:nvPr/>
        </p:nvSpPr>
        <p:spPr>
          <a:xfrm>
            <a:off x="610000" y="1384875"/>
            <a:ext cx="113152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/>
              <a:t>Please refer to the following video for the animation of the DNA bands running and appearing in Agarose Gel Electrophoresis</a:t>
            </a:r>
          </a:p>
          <a:p>
            <a:endParaRPr lang="en-US" sz="3200" dirty="0"/>
          </a:p>
          <a:p>
            <a:r>
              <a:rPr lang="en-IN" sz="3200" b="1" dirty="0"/>
              <a:t>TP ID: </a:t>
            </a:r>
            <a:r>
              <a:rPr lang="en-IN" sz="3200" dirty="0"/>
              <a:t>tp-04e8e005-cac7-41d2-9717-d9220252351f</a:t>
            </a:r>
          </a:p>
          <a:p>
            <a:r>
              <a:rPr lang="en-IN" sz="3200" b="1" dirty="0"/>
              <a:t>Level:</a:t>
            </a:r>
            <a:r>
              <a:rPr lang="en-IN" sz="3200" dirty="0"/>
              <a:t> 6</a:t>
            </a:r>
          </a:p>
          <a:p>
            <a:r>
              <a:rPr lang="en-IN" sz="3200" b="1" dirty="0"/>
              <a:t>Subject: </a:t>
            </a:r>
            <a:r>
              <a:rPr lang="en-IN" sz="3200" dirty="0"/>
              <a:t>Biology </a:t>
            </a:r>
          </a:p>
          <a:p>
            <a:r>
              <a:rPr lang="en-IN" sz="3200" b="1" dirty="0"/>
              <a:t>MM ID: </a:t>
            </a:r>
            <a:r>
              <a:rPr lang="en-IN" sz="3200" dirty="0"/>
              <a:t>d5cbf169-1238-4b6d-9e82-6ed40f0d46bd</a:t>
            </a:r>
          </a:p>
          <a:p>
            <a:r>
              <a:rPr lang="en-IN" sz="3200" b="1" dirty="0"/>
              <a:t>MM Name:  </a:t>
            </a:r>
            <a:r>
              <a:rPr lang="en-IN" sz="3200" dirty="0"/>
              <a:t>How do restriction enzymes help cut the DNA? </a:t>
            </a:r>
          </a:p>
          <a:p>
            <a:r>
              <a:rPr lang="en-IN" sz="3200" b="1" dirty="0"/>
              <a:t>MM duration: </a:t>
            </a:r>
            <a:r>
              <a:rPr lang="en-IN" sz="3200" dirty="0"/>
              <a:t>03:18-03:47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54B3701-7851-6B9C-18A4-20F36B10C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2550" y="35385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131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53891E2FD5764EB975B6A6029DFCD2" ma:contentTypeVersion="11" ma:contentTypeDescription="Create a new document." ma:contentTypeScope="" ma:versionID="9d54884602efb6b161d1b87ebe9cdde1">
  <xsd:schema xmlns:xsd="http://www.w3.org/2001/XMLSchema" xmlns:xs="http://www.w3.org/2001/XMLSchema" xmlns:p="http://schemas.microsoft.com/office/2006/metadata/properties" xmlns:ns2="b0ca993b-b6bc-4113-99de-a211870a4452" xmlns:ns3="9eca5fc9-8bfb-495c-bbec-76d384a6d7de" targetNamespace="http://schemas.microsoft.com/office/2006/metadata/properties" ma:root="true" ma:fieldsID="f86acc7623f13b770a42fbb9b8836cbf" ns2:_="" ns3:_="">
    <xsd:import namespace="b0ca993b-b6bc-4113-99de-a211870a4452"/>
    <xsd:import namespace="9eca5fc9-8bfb-495c-bbec-76d384a6d7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ca993b-b6bc-4113-99de-a211870a44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8303834e-7c61-44a6-8d91-b93222de6d6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ca5fc9-8bfb-495c-bbec-76d384a6d7de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50edc9b6-d766-432f-9f5f-32df6f466364}" ma:internalName="TaxCatchAll" ma:showField="CatchAllData" ma:web="9eca5fc9-8bfb-495c-bbec-76d384a6d7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ca993b-b6bc-4113-99de-a211870a4452">
      <Terms xmlns="http://schemas.microsoft.com/office/infopath/2007/PartnerControls"/>
    </lcf76f155ced4ddcb4097134ff3c332f>
    <TaxCatchAll xmlns="9eca5fc9-8bfb-495c-bbec-76d384a6d7de" xsi:nil="true"/>
  </documentManagement>
</p:properties>
</file>

<file path=customXml/itemProps1.xml><?xml version="1.0" encoding="utf-8"?>
<ds:datastoreItem xmlns:ds="http://schemas.openxmlformats.org/officeDocument/2006/customXml" ds:itemID="{AA20C986-4397-4863-A3D9-3A6E0A9FC9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0ca993b-b6bc-4113-99de-a211870a4452"/>
    <ds:schemaRef ds:uri="9eca5fc9-8bfb-495c-bbec-76d384a6d7d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08EF536-8477-42A7-B43D-635F1935927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80DB94-A6A3-498E-A357-E7849118AF2A}">
  <ds:schemaRefs>
    <ds:schemaRef ds:uri="http://schemas.microsoft.com/office/2006/metadata/properties"/>
    <ds:schemaRef ds:uri="http://schemas.microsoft.com/office/infopath/2007/PartnerControls"/>
    <ds:schemaRef ds:uri="b0ca993b-b6bc-4113-99de-a211870a4452"/>
    <ds:schemaRef ds:uri="9eca5fc9-8bfb-495c-bbec-76d384a6d7d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752</TotalTime>
  <Words>1946</Words>
  <Application>Microsoft Office PowerPoint</Application>
  <PresentationFormat>Widescreen</PresentationFormat>
  <Paragraphs>456</Paragraphs>
  <Slides>23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Barenya Das</dc:creator>
  <cp:lastModifiedBy>Barenya Das</cp:lastModifiedBy>
  <cp:revision>5</cp:revision>
  <dcterms:created xsi:type="dcterms:W3CDTF">2026-01-20T05:42:09Z</dcterms:created>
  <dcterms:modified xsi:type="dcterms:W3CDTF">2026-02-02T05:55:39Z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5461b64-6fff-4241-89b6-0f9995fb2371_Enabled">
    <vt:lpwstr>true</vt:lpwstr>
  </property>
  <property fmtid="{D5CDD505-2E9C-101B-9397-08002B2CF9AE}" pid="3" name="MSIP_Label_b5461b64-6fff-4241-89b6-0f9995fb2371_SetDate">
    <vt:lpwstr>2026-01-20T06:48:54Z</vt:lpwstr>
  </property>
  <property fmtid="{D5CDD505-2E9C-101B-9397-08002B2CF9AE}" pid="4" name="MSIP_Label_b5461b64-6fff-4241-89b6-0f9995fb2371_Method">
    <vt:lpwstr>Privileged</vt:lpwstr>
  </property>
  <property fmtid="{D5CDD505-2E9C-101B-9397-08002B2CF9AE}" pid="5" name="MSIP_Label_b5461b64-6fff-4241-89b6-0f9995fb2371_Name">
    <vt:lpwstr>Unrestricted</vt:lpwstr>
  </property>
  <property fmtid="{D5CDD505-2E9C-101B-9397-08002B2CF9AE}" pid="6" name="MSIP_Label_b5461b64-6fff-4241-89b6-0f9995fb2371_SiteId">
    <vt:lpwstr>75c3e1d9-ede6-4170-a7eb-fb975ba962e6</vt:lpwstr>
  </property>
  <property fmtid="{D5CDD505-2E9C-101B-9397-08002B2CF9AE}" pid="7" name="MSIP_Label_b5461b64-6fff-4241-89b6-0f9995fb2371_ActionId">
    <vt:lpwstr>01ebe455-79bf-426e-979b-9ff82d74c4cb</vt:lpwstr>
  </property>
  <property fmtid="{D5CDD505-2E9C-101B-9397-08002B2CF9AE}" pid="8" name="MSIP_Label_b5461b64-6fff-4241-89b6-0f9995fb2371_ContentBits">
    <vt:lpwstr>2</vt:lpwstr>
  </property>
  <property fmtid="{D5CDD505-2E9C-101B-9397-08002B2CF9AE}" pid="9" name="MSIP_Label_b5461b64-6fff-4241-89b6-0f9995fb2371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Unrestricted</vt:lpwstr>
  </property>
  <property fmtid="{D5CDD505-2E9C-101B-9397-08002B2CF9AE}" pid="12" name="ContentTypeId">
    <vt:lpwstr>0x0101005353891E2FD5764EB975B6A6029DFCD2</vt:lpwstr>
  </property>
  <property fmtid="{D5CDD505-2E9C-101B-9397-08002B2CF9AE}" pid="13" name="MediaServiceImageTags">
    <vt:lpwstr/>
  </property>
</Properties>
</file>