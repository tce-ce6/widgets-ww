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4.xml" ContentType="application/vnd.openxmlformats-officedocument.presentationml.notesSlide+xml"/>
  <Override PartName="/ppt/ink/ink5.xml" ContentType="application/inkml+xml"/>
  <Override PartName="/ppt/notesSlides/notesSlide5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notesSlides/notesSlide6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7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8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9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notesSlides/notesSlide10.xml" ContentType="application/vnd.openxmlformats-officedocument.presentationml.notesSlide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notesSlides/notesSlide11.xml" ContentType="application/vnd.openxmlformats-officedocument.presentationml.notesSlide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notesSlides/notesSlide12.xml" ContentType="application/vnd.openxmlformats-officedocument.presentationml.notesSlide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notesSlides/notesSlide13.xml" ContentType="application/vnd.openxmlformats-officedocument.presentationml.notesSlide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notesSlides/notesSlide14.xml" ContentType="application/vnd.openxmlformats-officedocument.presentationml.notesSlide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notesSlides/notesSlide15.xml" ContentType="application/vnd.openxmlformats-officedocument.presentationml.notesSlide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notesSlides/notesSlide16.xml" ContentType="application/vnd.openxmlformats-officedocument.presentationml.notesSlide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notesSlides/notesSlide17.xml" ContentType="application/vnd.openxmlformats-officedocument.presentationml.notesSlide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notesSlides/notesSlide18.xml" ContentType="application/vnd.openxmlformats-officedocument.presentationml.notesSlide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notesSlides/notesSlide19.xml" ContentType="application/vnd.openxmlformats-officedocument.presentationml.notesSlide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notesSlides/notesSlide20.xml" ContentType="application/vnd.openxmlformats-officedocument.presentationml.notesSlide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notesSlides/notesSlide21.xml" ContentType="application/vnd.openxmlformats-officedocument.presentationml.notesSlide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notesSlides/notesSlide22.xml" ContentType="application/vnd.openxmlformats-officedocument.presentationml.notesSlide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sldIdLst>
    <p:sldId id="264" r:id="rId5"/>
    <p:sldId id="273" r:id="rId6"/>
    <p:sldId id="290" r:id="rId7"/>
    <p:sldId id="324" r:id="rId8"/>
    <p:sldId id="307" r:id="rId9"/>
    <p:sldId id="308" r:id="rId10"/>
    <p:sldId id="311" r:id="rId11"/>
    <p:sldId id="309" r:id="rId12"/>
    <p:sldId id="310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7" r:id="rId23"/>
    <p:sldId id="328" r:id="rId24"/>
    <p:sldId id="329" r:id="rId25"/>
    <p:sldId id="330" r:id="rId26"/>
    <p:sldId id="331" r:id="rId27"/>
    <p:sldId id="33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79487" autoAdjust="0"/>
  </p:normalViewPr>
  <p:slideViewPr>
    <p:cSldViewPr snapToGrid="0" showGuides="1">
      <p:cViewPr>
        <p:scale>
          <a:sx n="80" d="100"/>
          <a:sy n="80" d="100"/>
        </p:scale>
        <p:origin x="252" y="-608"/>
      </p:cViewPr>
      <p:guideLst>
        <p:guide orient="horz" pos="211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das Wadaye" userId="ed749ba9-ce5f-4727-9bdb-a0c336236159" providerId="ADAL" clId="{6FF16D4D-BCE5-4811-ACE1-BA8BA38F1094}"/>
    <pc:docChg chg="modSld">
      <pc:chgData name="Ramdas Wadaye" userId="ed749ba9-ce5f-4727-9bdb-a0c336236159" providerId="ADAL" clId="{6FF16D4D-BCE5-4811-ACE1-BA8BA38F1094}" dt="2026-02-05T08:03:45.507" v="0" actId="1076"/>
      <pc:docMkLst>
        <pc:docMk/>
      </pc:docMkLst>
      <pc:sldChg chg="modSp mod">
        <pc:chgData name="Ramdas Wadaye" userId="ed749ba9-ce5f-4727-9bdb-a0c336236159" providerId="ADAL" clId="{6FF16D4D-BCE5-4811-ACE1-BA8BA38F1094}" dt="2026-02-05T08:03:45.507" v="0" actId="1076"/>
        <pc:sldMkLst>
          <pc:docMk/>
          <pc:sldMk cId="1579063933" sldId="320"/>
        </pc:sldMkLst>
        <pc:spChg chg="mod">
          <ac:chgData name="Ramdas Wadaye" userId="ed749ba9-ce5f-4727-9bdb-a0c336236159" providerId="ADAL" clId="{6FF16D4D-BCE5-4811-ACE1-BA8BA38F1094}" dt="2026-02-05T08:03:45.507" v="0" actId="1076"/>
          <ac:spMkLst>
            <pc:docMk/>
            <pc:sldMk cId="1579063933" sldId="320"/>
            <ac:spMk id="1029" creationId="{8142CC7D-7B76-F078-07FA-41C400162FA7}"/>
          </ac:spMkLst>
        </pc:spChg>
      </pc:sldChg>
    </pc:docChg>
  </pc:docChgLst>
  <pc:docChgLst>
    <pc:chgData name="Barenya Das" userId="e35ebc08-92ca-4f5c-ac07-71b9cfc27341" providerId="ADAL" clId="{957D9172-4998-40FF-97CD-C7C1153A75B6}"/>
    <pc:docChg chg="undo redo custSel addSld delSld modSld">
      <pc:chgData name="Barenya Das" userId="e35ebc08-92ca-4f5c-ac07-71b9cfc27341" providerId="ADAL" clId="{957D9172-4998-40FF-97CD-C7C1153A75B6}" dt="2026-02-02T11:03:01.068" v="17081" actId="113"/>
      <pc:docMkLst>
        <pc:docMk/>
      </pc:docMkLst>
      <pc:sldChg chg="modSp mod">
        <pc:chgData name="Barenya Das" userId="e35ebc08-92ca-4f5c-ac07-71b9cfc27341" providerId="ADAL" clId="{957D9172-4998-40FF-97CD-C7C1153A75B6}" dt="2026-01-29T12:28:26.295" v="15238" actId="20577"/>
        <pc:sldMkLst>
          <pc:docMk/>
          <pc:sldMk cId="2669013681" sldId="264"/>
        </pc:sldMkLst>
        <pc:spChg chg="mod">
          <ac:chgData name="Barenya Das" userId="e35ebc08-92ca-4f5c-ac07-71b9cfc27341" providerId="ADAL" clId="{957D9172-4998-40FF-97CD-C7C1153A75B6}" dt="2026-01-29T12:25:52.507" v="15186" actId="14100"/>
          <ac:spMkLst>
            <pc:docMk/>
            <pc:sldMk cId="2669013681" sldId="264"/>
            <ac:spMk id="4" creationId="{F4107777-AFBE-24FE-28A9-4F5E91958503}"/>
          </ac:spMkLst>
        </pc:spChg>
        <pc:spChg chg="mod">
          <ac:chgData name="Barenya Das" userId="e35ebc08-92ca-4f5c-ac07-71b9cfc27341" providerId="ADAL" clId="{957D9172-4998-40FF-97CD-C7C1153A75B6}" dt="2026-01-29T12:28:26.295" v="15238" actId="20577"/>
          <ac:spMkLst>
            <pc:docMk/>
            <pc:sldMk cId="2669013681" sldId="264"/>
            <ac:spMk id="5" creationId="{E8B9A284-2D9A-8310-2D4E-8BB185E937CB}"/>
          </ac:spMkLst>
        </pc:spChg>
      </pc:sldChg>
      <pc:sldChg chg="addSp delSp modSp new mod">
        <pc:chgData name="Barenya Das" userId="e35ebc08-92ca-4f5c-ac07-71b9cfc27341" providerId="ADAL" clId="{957D9172-4998-40FF-97CD-C7C1153A75B6}" dt="2026-02-02T10:40:05.781" v="16351" actId="20577"/>
        <pc:sldMkLst>
          <pc:docMk/>
          <pc:sldMk cId="3612199605" sldId="273"/>
        </pc:sldMkLst>
        <pc:spChg chg="mod">
          <ac:chgData name="Barenya Das" userId="e35ebc08-92ca-4f5c-ac07-71b9cfc27341" providerId="ADAL" clId="{957D9172-4998-40FF-97CD-C7C1153A75B6}" dt="2026-02-02T10:40:05.781" v="16351" actId="20577"/>
          <ac:spMkLst>
            <pc:docMk/>
            <pc:sldMk cId="3612199605" sldId="273"/>
            <ac:spMk id="3" creationId="{F2798C08-D4F8-E020-BD76-98DB05F03B47}"/>
          </ac:spMkLst>
        </pc:spChg>
      </pc:sldChg>
      <pc:sldChg chg="addSp delSp modSp new mod modNotesTx">
        <pc:chgData name="Barenya Das" userId="e35ebc08-92ca-4f5c-ac07-71b9cfc27341" providerId="ADAL" clId="{957D9172-4998-40FF-97CD-C7C1153A75B6}" dt="2026-01-29T12:38:21.465" v="15484" actId="1038"/>
        <pc:sldMkLst>
          <pc:docMk/>
          <pc:sldMk cId="298785706" sldId="290"/>
        </pc:sldMkLst>
        <pc:spChg chg="add mod">
          <ac:chgData name="Barenya Das" userId="e35ebc08-92ca-4f5c-ac07-71b9cfc27341" providerId="ADAL" clId="{957D9172-4998-40FF-97CD-C7C1153A75B6}" dt="2026-01-29T12:38:21.465" v="15484" actId="1038"/>
          <ac:spMkLst>
            <pc:docMk/>
            <pc:sldMk cId="298785706" sldId="290"/>
            <ac:spMk id="5" creationId="{DF4B190A-AB02-0D88-AE42-15CC393AAB24}"/>
          </ac:spMkLst>
        </pc:spChg>
        <pc:spChg chg="add mod">
          <ac:chgData name="Barenya Das" userId="e35ebc08-92ca-4f5c-ac07-71b9cfc27341" providerId="ADAL" clId="{957D9172-4998-40FF-97CD-C7C1153A75B6}" dt="2026-01-29T11:10:56.188" v="13676"/>
          <ac:spMkLst>
            <pc:docMk/>
            <pc:sldMk cId="298785706" sldId="290"/>
            <ac:spMk id="6" creationId="{2FEB1867-B46D-554B-D3EC-1AB3CF67C6B2}"/>
          </ac:spMkLst>
        </pc:spChg>
        <pc:spChg chg="add mod">
          <ac:chgData name="Barenya Das" userId="e35ebc08-92ca-4f5c-ac07-71b9cfc27341" providerId="ADAL" clId="{957D9172-4998-40FF-97CD-C7C1153A75B6}" dt="2026-01-29T11:10:56.188" v="13676"/>
          <ac:spMkLst>
            <pc:docMk/>
            <pc:sldMk cId="298785706" sldId="290"/>
            <ac:spMk id="7" creationId="{78BC2A6C-0249-1B4F-9411-8156C4817C49}"/>
          </ac:spMkLst>
        </pc:spChg>
        <pc:spChg chg="add mod">
          <ac:chgData name="Barenya Das" userId="e35ebc08-92ca-4f5c-ac07-71b9cfc27341" providerId="ADAL" clId="{957D9172-4998-40FF-97CD-C7C1153A75B6}" dt="2026-01-29T11:10:56.188" v="13676"/>
          <ac:spMkLst>
            <pc:docMk/>
            <pc:sldMk cId="298785706" sldId="290"/>
            <ac:spMk id="10" creationId="{2148A867-99CA-DA8A-91AA-44AEB30F6FD9}"/>
          </ac:spMkLst>
        </pc:spChg>
        <pc:spChg chg="add mod">
          <ac:chgData name="Barenya Das" userId="e35ebc08-92ca-4f5c-ac07-71b9cfc27341" providerId="ADAL" clId="{957D9172-4998-40FF-97CD-C7C1153A75B6}" dt="2026-01-29T11:14:01.366" v="13706"/>
          <ac:spMkLst>
            <pc:docMk/>
            <pc:sldMk cId="298785706" sldId="290"/>
            <ac:spMk id="13" creationId="{BFC9C03A-4847-B0C0-4575-3E2536FE3636}"/>
          </ac:spMkLst>
        </pc:spChg>
        <pc:spChg chg="add mod">
          <ac:chgData name="Barenya Das" userId="e35ebc08-92ca-4f5c-ac07-71b9cfc27341" providerId="ADAL" clId="{957D9172-4998-40FF-97CD-C7C1153A75B6}" dt="2026-01-29T12:30:36.306" v="15294" actId="6549"/>
          <ac:spMkLst>
            <pc:docMk/>
            <pc:sldMk cId="298785706" sldId="290"/>
            <ac:spMk id="18" creationId="{FE902EDA-411B-C2CC-B333-EA575839AC0C}"/>
          </ac:spMkLst>
        </pc:spChg>
        <pc:spChg chg="add mod">
          <ac:chgData name="Barenya Das" userId="e35ebc08-92ca-4f5c-ac07-71b9cfc27341" providerId="ADAL" clId="{957D9172-4998-40FF-97CD-C7C1153A75B6}" dt="2026-01-29T12:29:42.318" v="15261" actId="1076"/>
          <ac:spMkLst>
            <pc:docMk/>
            <pc:sldMk cId="298785706" sldId="290"/>
            <ac:spMk id="19" creationId="{10E95AC7-8E44-FD2E-E2A1-11C1F9178A1C}"/>
          </ac:spMkLst>
        </pc:spChg>
        <pc:spChg chg="add mod">
          <ac:chgData name="Barenya Das" userId="e35ebc08-92ca-4f5c-ac07-71b9cfc27341" providerId="ADAL" clId="{957D9172-4998-40FF-97CD-C7C1153A75B6}" dt="2026-01-29T12:29:18.007" v="15254" actId="1076"/>
          <ac:spMkLst>
            <pc:docMk/>
            <pc:sldMk cId="298785706" sldId="290"/>
            <ac:spMk id="20" creationId="{2F83066A-ECD9-48D3-AA7B-9309D916B196}"/>
          </ac:spMkLst>
        </pc:spChg>
        <pc:spChg chg="add mod">
          <ac:chgData name="Barenya Das" userId="e35ebc08-92ca-4f5c-ac07-71b9cfc27341" providerId="ADAL" clId="{957D9172-4998-40FF-97CD-C7C1153A75B6}" dt="2026-01-29T12:37:33.638" v="15429"/>
          <ac:spMkLst>
            <pc:docMk/>
            <pc:sldMk cId="298785706" sldId="290"/>
            <ac:spMk id="24" creationId="{F4BC2A68-B9E5-4AC8-E4CE-809509C5427D}"/>
          </ac:spMkLst>
        </pc:spChg>
        <pc:spChg chg="add mod">
          <ac:chgData name="Barenya Das" userId="e35ebc08-92ca-4f5c-ac07-71b9cfc27341" providerId="ADAL" clId="{957D9172-4998-40FF-97CD-C7C1153A75B6}" dt="2026-01-22T17:23:45.321" v="8590" actId="1076"/>
          <ac:spMkLst>
            <pc:docMk/>
            <pc:sldMk cId="298785706" sldId="290"/>
            <ac:spMk id="29" creationId="{4CA25EF0-53AF-CE5A-A8AB-3DAFD0D7E80B}"/>
          </ac:spMkLst>
        </pc:spChg>
        <pc:spChg chg="add mod">
          <ac:chgData name="Barenya Das" userId="e35ebc08-92ca-4f5c-ac07-71b9cfc27341" providerId="ADAL" clId="{957D9172-4998-40FF-97CD-C7C1153A75B6}" dt="2026-01-29T12:20:38.349" v="15146" actId="12788"/>
          <ac:spMkLst>
            <pc:docMk/>
            <pc:sldMk cId="298785706" sldId="290"/>
            <ac:spMk id="30" creationId="{CC82C4A5-1D8A-08B2-D4D6-2774BBFABFBC}"/>
          </ac:spMkLst>
        </pc:spChg>
        <pc:spChg chg="add mod">
          <ac:chgData name="Barenya Das" userId="e35ebc08-92ca-4f5c-ac07-71b9cfc27341" providerId="ADAL" clId="{957D9172-4998-40FF-97CD-C7C1153A75B6}" dt="2026-01-27T06:32:36.062" v="9432"/>
          <ac:spMkLst>
            <pc:docMk/>
            <pc:sldMk cId="298785706" sldId="290"/>
            <ac:spMk id="31" creationId="{8A5761DE-0005-84A6-BC59-211CD95F094A}"/>
          </ac:spMkLst>
        </pc:spChg>
        <pc:spChg chg="add mod">
          <ac:chgData name="Barenya Das" userId="e35ebc08-92ca-4f5c-ac07-71b9cfc27341" providerId="ADAL" clId="{957D9172-4998-40FF-97CD-C7C1153A75B6}" dt="2026-01-29T12:29:56.674" v="15268" actId="1076"/>
          <ac:spMkLst>
            <pc:docMk/>
            <pc:sldMk cId="298785706" sldId="290"/>
            <ac:spMk id="32" creationId="{DA5F2AC9-2211-D656-8396-7FE3A3E7D696}"/>
          </ac:spMkLst>
        </pc:spChg>
        <pc:spChg chg="add mod">
          <ac:chgData name="Barenya Das" userId="e35ebc08-92ca-4f5c-ac07-71b9cfc27341" providerId="ADAL" clId="{957D9172-4998-40FF-97CD-C7C1153A75B6}" dt="2026-01-29T12:30:05.252" v="15272" actId="14100"/>
          <ac:spMkLst>
            <pc:docMk/>
            <pc:sldMk cId="298785706" sldId="290"/>
            <ac:spMk id="33" creationId="{54A79A7E-49F1-BACB-7266-9FD14BE4E0EA}"/>
          </ac:spMkLst>
        </pc:spChg>
        <pc:spChg chg="add mod">
          <ac:chgData name="Barenya Das" userId="e35ebc08-92ca-4f5c-ac07-71b9cfc27341" providerId="ADAL" clId="{957D9172-4998-40FF-97CD-C7C1153A75B6}" dt="2026-01-27T06:44:26.752" v="9489"/>
          <ac:spMkLst>
            <pc:docMk/>
            <pc:sldMk cId="298785706" sldId="290"/>
            <ac:spMk id="35" creationId="{1B2EE11C-090D-1EEF-202E-5763D1AA3522}"/>
          </ac:spMkLst>
        </pc:spChg>
        <pc:picChg chg="add mod">
          <ac:chgData name="Barenya Das" userId="e35ebc08-92ca-4f5c-ac07-71b9cfc27341" providerId="ADAL" clId="{957D9172-4998-40FF-97CD-C7C1153A75B6}" dt="2026-01-29T11:07:09.840" v="13654" actId="1076"/>
          <ac:picMkLst>
            <pc:docMk/>
            <pc:sldMk cId="298785706" sldId="290"/>
            <ac:picMk id="14" creationId="{1F3B8989-BAEE-BCFB-3897-3AF824AC5C18}"/>
          </ac:picMkLst>
        </pc:picChg>
        <pc:picChg chg="add mod">
          <ac:chgData name="Barenya Das" userId="e35ebc08-92ca-4f5c-ac07-71b9cfc27341" providerId="ADAL" clId="{957D9172-4998-40FF-97CD-C7C1153A75B6}" dt="2026-01-27T06:32:15.689" v="9428"/>
          <ac:picMkLst>
            <pc:docMk/>
            <pc:sldMk cId="298785706" sldId="290"/>
            <ac:picMk id="15" creationId="{7C2ACFDC-928E-E750-C7D2-D5DC05347E5C}"/>
          </ac:picMkLst>
        </pc:picChg>
        <pc:picChg chg="add mod">
          <ac:chgData name="Barenya Das" userId="e35ebc08-92ca-4f5c-ac07-71b9cfc27341" providerId="ADAL" clId="{957D9172-4998-40FF-97CD-C7C1153A75B6}" dt="2026-01-27T06:32:15.689" v="9428"/>
          <ac:picMkLst>
            <pc:docMk/>
            <pc:sldMk cId="298785706" sldId="290"/>
            <ac:picMk id="16" creationId="{7DB91C69-E3CF-037F-885B-600F02D7D2E9}"/>
          </ac:picMkLst>
        </pc:picChg>
        <pc:picChg chg="add mod">
          <ac:chgData name="Barenya Das" userId="e35ebc08-92ca-4f5c-ac07-71b9cfc27341" providerId="ADAL" clId="{957D9172-4998-40FF-97CD-C7C1153A75B6}" dt="2026-01-27T06:32:15.689" v="9428"/>
          <ac:picMkLst>
            <pc:docMk/>
            <pc:sldMk cId="298785706" sldId="290"/>
            <ac:picMk id="17" creationId="{2CDD49EA-C595-2B55-FF81-9AAEEBD7B5BC}"/>
          </ac:picMkLst>
        </pc:picChg>
        <pc:picChg chg="add mod">
          <ac:chgData name="Barenya Das" userId="e35ebc08-92ca-4f5c-ac07-71b9cfc27341" providerId="ADAL" clId="{957D9172-4998-40FF-97CD-C7C1153A75B6}" dt="2026-01-27T06:32:15.689" v="9428"/>
          <ac:picMkLst>
            <pc:docMk/>
            <pc:sldMk cId="298785706" sldId="290"/>
            <ac:picMk id="22" creationId="{C65D7A58-7700-57E6-BC20-34BA06EB4713}"/>
          </ac:picMkLst>
        </pc:picChg>
        <pc:picChg chg="add mod">
          <ac:chgData name="Barenya Das" userId="e35ebc08-92ca-4f5c-ac07-71b9cfc27341" providerId="ADAL" clId="{957D9172-4998-40FF-97CD-C7C1153A75B6}" dt="2026-01-29T11:09:42.674" v="13670" actId="1076"/>
          <ac:picMkLst>
            <pc:docMk/>
            <pc:sldMk cId="298785706" sldId="290"/>
            <ac:picMk id="23" creationId="{022BC27E-74A4-602A-90D4-00BF4DC465F9}"/>
          </ac:picMkLst>
        </pc:picChg>
        <pc:inkChg chg="add">
          <ac:chgData name="Barenya Das" userId="e35ebc08-92ca-4f5c-ac07-71b9cfc27341" providerId="ADAL" clId="{957D9172-4998-40FF-97CD-C7C1153A75B6}" dt="2026-01-29T11:08:12.947" v="13659" actId="9405"/>
          <ac:inkMkLst>
            <pc:docMk/>
            <pc:sldMk cId="298785706" sldId="290"/>
            <ac:inkMk id="4" creationId="{0CB9291D-F96C-AFF3-C13C-8280BDB21093}"/>
          </ac:inkMkLst>
        </pc:inkChg>
        <pc:cxnChg chg="add mod">
          <ac:chgData name="Barenya Das" userId="e35ebc08-92ca-4f5c-ac07-71b9cfc27341" providerId="ADAL" clId="{957D9172-4998-40FF-97CD-C7C1153A75B6}" dt="2026-01-29T11:10:56.188" v="13676"/>
          <ac:cxnSpMkLst>
            <pc:docMk/>
            <pc:sldMk cId="298785706" sldId="290"/>
            <ac:cxnSpMk id="8" creationId="{BD482195-9D20-95DB-583B-345538C5BD7C}"/>
          </ac:cxnSpMkLst>
        </pc:cxnChg>
        <pc:cxnChg chg="add mod">
          <ac:chgData name="Barenya Das" userId="e35ebc08-92ca-4f5c-ac07-71b9cfc27341" providerId="ADAL" clId="{957D9172-4998-40FF-97CD-C7C1153A75B6}" dt="2026-01-29T11:10:56.188" v="13676"/>
          <ac:cxnSpMkLst>
            <pc:docMk/>
            <pc:sldMk cId="298785706" sldId="290"/>
            <ac:cxnSpMk id="9" creationId="{AACEBE8C-E6AA-C9D5-7222-41B36F744667}"/>
          </ac:cxnSpMkLst>
        </pc:cxnChg>
        <pc:cxnChg chg="add mod">
          <ac:chgData name="Barenya Das" userId="e35ebc08-92ca-4f5c-ac07-71b9cfc27341" providerId="ADAL" clId="{957D9172-4998-40FF-97CD-C7C1153A75B6}" dt="2026-01-29T11:11:04.496" v="13677"/>
          <ac:cxnSpMkLst>
            <pc:docMk/>
            <pc:sldMk cId="298785706" sldId="290"/>
            <ac:cxnSpMk id="11" creationId="{F7C071DC-082D-134E-87FF-D184110BBDDA}"/>
          </ac:cxnSpMkLst>
        </pc:cxnChg>
        <pc:cxnChg chg="add mod">
          <ac:chgData name="Barenya Das" userId="e35ebc08-92ca-4f5c-ac07-71b9cfc27341" providerId="ADAL" clId="{957D9172-4998-40FF-97CD-C7C1153A75B6}" dt="2026-01-29T11:14:01.366" v="13706"/>
          <ac:cxnSpMkLst>
            <pc:docMk/>
            <pc:sldMk cId="298785706" sldId="290"/>
            <ac:cxnSpMk id="12" creationId="{589F3950-6E55-8961-9CF8-1E69118A6B8F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9T12:39:20.680" v="15501"/>
        <pc:sldMkLst>
          <pc:docMk/>
          <pc:sldMk cId="876065872" sldId="307"/>
        </pc:sldMkLst>
        <pc:spChg chg="add mod">
          <ac:chgData name="Barenya Das" userId="e35ebc08-92ca-4f5c-ac07-71b9cfc27341" providerId="ADAL" clId="{957D9172-4998-40FF-97CD-C7C1153A75B6}" dt="2026-01-28T09:12:53.806" v="13556"/>
          <ac:spMkLst>
            <pc:docMk/>
            <pc:sldMk cId="876065872" sldId="307"/>
            <ac:spMk id="3" creationId="{F17FF8E4-AC15-EE34-9693-3775916FBEDA}"/>
          </ac:spMkLst>
        </pc:spChg>
        <pc:spChg chg="add mod">
          <ac:chgData name="Barenya Das" userId="e35ebc08-92ca-4f5c-ac07-71b9cfc27341" providerId="ADAL" clId="{957D9172-4998-40FF-97CD-C7C1153A75B6}" dt="2026-01-28T09:12:53.806" v="13556"/>
          <ac:spMkLst>
            <pc:docMk/>
            <pc:sldMk cId="876065872" sldId="307"/>
            <ac:spMk id="4" creationId="{8F2402D0-9C02-0B7A-1F6D-268E19B54379}"/>
          </ac:spMkLst>
        </pc:spChg>
        <pc:spChg chg="add mod">
          <ac:chgData name="Barenya Das" userId="e35ebc08-92ca-4f5c-ac07-71b9cfc27341" providerId="ADAL" clId="{957D9172-4998-40FF-97CD-C7C1153A75B6}" dt="2026-01-28T09:12:53.806" v="13556"/>
          <ac:spMkLst>
            <pc:docMk/>
            <pc:sldMk cId="876065872" sldId="307"/>
            <ac:spMk id="9" creationId="{351CF95E-1007-45DF-ACA0-D9EBEE506BFA}"/>
          </ac:spMkLst>
        </pc:spChg>
        <pc:spChg chg="add mod">
          <ac:chgData name="Barenya Das" userId="e35ebc08-92ca-4f5c-ac07-71b9cfc27341" providerId="ADAL" clId="{957D9172-4998-40FF-97CD-C7C1153A75B6}" dt="2026-01-22T17:24:19.516" v="8592"/>
          <ac:spMkLst>
            <pc:docMk/>
            <pc:sldMk cId="876065872" sldId="307"/>
            <ac:spMk id="10" creationId="{9D1D0B86-0B36-C039-571C-54633E458A7B}"/>
          </ac:spMkLst>
        </pc:spChg>
        <pc:spChg chg="add mod">
          <ac:chgData name="Barenya Das" userId="e35ebc08-92ca-4f5c-ac07-71b9cfc27341" providerId="ADAL" clId="{957D9172-4998-40FF-97CD-C7C1153A75B6}" dt="2026-01-28T09:12:53.806" v="13556"/>
          <ac:spMkLst>
            <pc:docMk/>
            <pc:sldMk cId="876065872" sldId="307"/>
            <ac:spMk id="11" creationId="{A7B591CA-0C62-F2B2-A233-0507D1598EE5}"/>
          </ac:spMkLst>
        </pc:spChg>
        <pc:spChg chg="add mod">
          <ac:chgData name="Barenya Das" userId="e35ebc08-92ca-4f5c-ac07-71b9cfc27341" providerId="ADAL" clId="{957D9172-4998-40FF-97CD-C7C1153A75B6}" dt="2026-01-29T12:20:58.067" v="15150"/>
          <ac:spMkLst>
            <pc:docMk/>
            <pc:sldMk cId="876065872" sldId="307"/>
            <ac:spMk id="22" creationId="{E06150E2-26A6-B877-31BA-49AD5745BFF3}"/>
          </ac:spMkLst>
        </pc:spChg>
        <pc:spChg chg="add mod">
          <ac:chgData name="Barenya Das" userId="e35ebc08-92ca-4f5c-ac07-71b9cfc27341" providerId="ADAL" clId="{957D9172-4998-40FF-97CD-C7C1153A75B6}" dt="2026-01-29T12:30:54.532" v="15296"/>
          <ac:spMkLst>
            <pc:docMk/>
            <pc:sldMk cId="876065872" sldId="307"/>
            <ac:spMk id="23" creationId="{5FB69127-2E0B-B699-9A2E-1F5FDBACB000}"/>
          </ac:spMkLst>
        </pc:spChg>
        <pc:spChg chg="add mod">
          <ac:chgData name="Barenya Das" userId="e35ebc08-92ca-4f5c-ac07-71b9cfc27341" providerId="ADAL" clId="{957D9172-4998-40FF-97CD-C7C1153A75B6}" dt="2026-01-29T12:30:54.532" v="15296"/>
          <ac:spMkLst>
            <pc:docMk/>
            <pc:sldMk cId="876065872" sldId="307"/>
            <ac:spMk id="24" creationId="{A1BF335C-DE41-1944-144A-A5E5FF91FBEC}"/>
          </ac:spMkLst>
        </pc:spChg>
        <pc:spChg chg="add mod">
          <ac:chgData name="Barenya Das" userId="e35ebc08-92ca-4f5c-ac07-71b9cfc27341" providerId="ADAL" clId="{957D9172-4998-40FF-97CD-C7C1153A75B6}" dt="2026-01-29T12:30:54.532" v="15296"/>
          <ac:spMkLst>
            <pc:docMk/>
            <pc:sldMk cId="876065872" sldId="307"/>
            <ac:spMk id="25" creationId="{0E870DD7-AF85-0CCF-CCCA-7749438AE6F6}"/>
          </ac:spMkLst>
        </pc:spChg>
        <pc:spChg chg="add mod">
          <ac:chgData name="Barenya Das" userId="e35ebc08-92ca-4f5c-ac07-71b9cfc27341" providerId="ADAL" clId="{957D9172-4998-40FF-97CD-C7C1153A75B6}" dt="2026-01-29T12:30:54.532" v="15296"/>
          <ac:spMkLst>
            <pc:docMk/>
            <pc:sldMk cId="876065872" sldId="307"/>
            <ac:spMk id="27" creationId="{0F089253-DA8A-EE1A-C41C-39A4E0148C87}"/>
          </ac:spMkLst>
        </pc:spChg>
        <pc:spChg chg="add mod">
          <ac:chgData name="Barenya Das" userId="e35ebc08-92ca-4f5c-ac07-71b9cfc27341" providerId="ADAL" clId="{957D9172-4998-40FF-97CD-C7C1153A75B6}" dt="2026-01-27T06:32:39.420" v="9434"/>
          <ac:spMkLst>
            <pc:docMk/>
            <pc:sldMk cId="876065872" sldId="307"/>
            <ac:spMk id="36" creationId="{62896870-4E35-61A0-1787-3F73746DA9F8}"/>
          </ac:spMkLst>
        </pc:spChg>
        <pc:spChg chg="add mod">
          <ac:chgData name="Barenya Das" userId="e35ebc08-92ca-4f5c-ac07-71b9cfc27341" providerId="ADAL" clId="{957D9172-4998-40FF-97CD-C7C1153A75B6}" dt="2026-01-27T06:44:28.967" v="9490"/>
          <ac:spMkLst>
            <pc:docMk/>
            <pc:sldMk cId="876065872" sldId="307"/>
            <ac:spMk id="39" creationId="{AD9BBF2A-90A2-E092-F389-EE1D223F0C9C}"/>
          </ac:spMkLst>
        </pc:spChg>
        <pc:spChg chg="add mod">
          <ac:chgData name="Barenya Das" userId="e35ebc08-92ca-4f5c-ac07-71b9cfc27341" providerId="ADAL" clId="{957D9172-4998-40FF-97CD-C7C1153A75B6}" dt="2026-01-29T12:30:54.532" v="15296"/>
          <ac:spMkLst>
            <pc:docMk/>
            <pc:sldMk cId="876065872" sldId="307"/>
            <ac:spMk id="40" creationId="{48516F52-4DC1-7D4C-5D86-055ECD0B9C31}"/>
          </ac:spMkLst>
        </pc:spChg>
        <pc:spChg chg="add mod">
          <ac:chgData name="Barenya Das" userId="e35ebc08-92ca-4f5c-ac07-71b9cfc27341" providerId="ADAL" clId="{957D9172-4998-40FF-97CD-C7C1153A75B6}" dt="2026-01-29T12:37:27.349" v="15427"/>
          <ac:spMkLst>
            <pc:docMk/>
            <pc:sldMk cId="876065872" sldId="307"/>
            <ac:spMk id="41" creationId="{9D44FF63-95A8-A4DE-700C-79883609D7F5}"/>
          </ac:spMkLst>
        </pc:spChg>
        <pc:spChg chg="add mod">
          <ac:chgData name="Barenya Das" userId="e35ebc08-92ca-4f5c-ac07-71b9cfc27341" providerId="ADAL" clId="{957D9172-4998-40FF-97CD-C7C1153A75B6}" dt="2026-01-29T12:39:20.680" v="15501"/>
          <ac:spMkLst>
            <pc:docMk/>
            <pc:sldMk cId="876065872" sldId="307"/>
            <ac:spMk id="42" creationId="{7B5EC1E1-A365-872E-F434-65D208FD2029}"/>
          </ac:spMkLst>
        </pc:spChg>
        <pc:picChg chg="add mod">
          <ac:chgData name="Barenya Das" userId="e35ebc08-92ca-4f5c-ac07-71b9cfc27341" providerId="ADAL" clId="{957D9172-4998-40FF-97CD-C7C1153A75B6}" dt="2026-01-22T15:56:46.847" v="7223"/>
          <ac:picMkLst>
            <pc:docMk/>
            <pc:sldMk cId="876065872" sldId="307"/>
            <ac:picMk id="2" creationId="{3A048D8A-3556-2B37-AD05-685B66A92492}"/>
          </ac:picMkLst>
        </pc:picChg>
        <pc:picChg chg="add mod">
          <ac:chgData name="Barenya Das" userId="e35ebc08-92ca-4f5c-ac07-71b9cfc27341" providerId="ADAL" clId="{957D9172-4998-40FF-97CD-C7C1153A75B6}" dt="2026-01-27T06:31:59.457" v="9421"/>
          <ac:picMkLst>
            <pc:docMk/>
            <pc:sldMk cId="876065872" sldId="307"/>
            <ac:picMk id="28" creationId="{12DC698F-8828-95A7-CEA9-F42B8137BF59}"/>
          </ac:picMkLst>
        </pc:picChg>
        <pc:picChg chg="add mod">
          <ac:chgData name="Barenya Das" userId="e35ebc08-92ca-4f5c-ac07-71b9cfc27341" providerId="ADAL" clId="{957D9172-4998-40FF-97CD-C7C1153A75B6}" dt="2026-01-27T06:31:59.457" v="9421"/>
          <ac:picMkLst>
            <pc:docMk/>
            <pc:sldMk cId="876065872" sldId="307"/>
            <ac:picMk id="29" creationId="{80927844-3785-7550-2A43-01E8A50B3D2E}"/>
          </ac:picMkLst>
        </pc:picChg>
        <pc:picChg chg="add mod">
          <ac:chgData name="Barenya Das" userId="e35ebc08-92ca-4f5c-ac07-71b9cfc27341" providerId="ADAL" clId="{957D9172-4998-40FF-97CD-C7C1153A75B6}" dt="2026-01-27T06:31:59.457" v="9421"/>
          <ac:picMkLst>
            <pc:docMk/>
            <pc:sldMk cId="876065872" sldId="307"/>
            <ac:picMk id="30" creationId="{17462672-1D61-26EB-77E9-70C6D667035F}"/>
          </ac:picMkLst>
        </pc:picChg>
        <pc:picChg chg="add mod">
          <ac:chgData name="Barenya Das" userId="e35ebc08-92ca-4f5c-ac07-71b9cfc27341" providerId="ADAL" clId="{957D9172-4998-40FF-97CD-C7C1153A75B6}" dt="2026-01-27T06:31:59.457" v="9421"/>
          <ac:picMkLst>
            <pc:docMk/>
            <pc:sldMk cId="876065872" sldId="307"/>
            <ac:picMk id="31" creationId="{1FB190A4-7272-2DA2-0E86-D5E819710B2C}"/>
          </ac:picMkLst>
        </pc:picChg>
        <pc:picChg chg="add mod">
          <ac:chgData name="Barenya Das" userId="e35ebc08-92ca-4f5c-ac07-71b9cfc27341" providerId="ADAL" clId="{957D9172-4998-40FF-97CD-C7C1153A75B6}" dt="2026-01-27T06:31:59.457" v="9421"/>
          <ac:picMkLst>
            <pc:docMk/>
            <pc:sldMk cId="876065872" sldId="307"/>
            <ac:picMk id="35" creationId="{209A7547-C58B-FD40-F553-D970446BD1EC}"/>
          </ac:picMkLst>
        </pc:picChg>
        <pc:inkChg chg="add">
          <ac:chgData name="Barenya Das" userId="e35ebc08-92ca-4f5c-ac07-71b9cfc27341" providerId="ADAL" clId="{957D9172-4998-40FF-97CD-C7C1153A75B6}" dt="2026-01-29T11:12:02.123" v="13681"/>
          <ac:inkMkLst>
            <pc:docMk/>
            <pc:sldMk cId="876065872" sldId="307"/>
            <ac:inkMk id="19" creationId="{306D79CC-6C42-3289-0F9A-7378DEE4E84E}"/>
          </ac:inkMkLst>
        </pc:inkChg>
        <pc:inkChg chg="add">
          <ac:chgData name="Barenya Das" userId="e35ebc08-92ca-4f5c-ac07-71b9cfc27341" providerId="ADAL" clId="{957D9172-4998-40FF-97CD-C7C1153A75B6}" dt="2026-01-29T11:12:05.676" v="13682" actId="9405"/>
          <ac:inkMkLst>
            <pc:docMk/>
            <pc:sldMk cId="876065872" sldId="307"/>
            <ac:inkMk id="20" creationId="{D87231F6-B5F4-E0B7-484C-912F84878387}"/>
          </ac:inkMkLst>
        </pc:inkChg>
        <pc:cxnChg chg="add mod">
          <ac:chgData name="Barenya Das" userId="e35ebc08-92ca-4f5c-ac07-71b9cfc27341" providerId="ADAL" clId="{957D9172-4998-40FF-97CD-C7C1153A75B6}" dt="2026-01-28T09:12:53.806" v="13556"/>
          <ac:cxnSpMkLst>
            <pc:docMk/>
            <pc:sldMk cId="876065872" sldId="307"/>
            <ac:cxnSpMk id="5" creationId="{FCDC1145-ADFA-4811-63DA-EE60F9E90A91}"/>
          </ac:cxnSpMkLst>
        </pc:cxnChg>
        <pc:cxnChg chg="add mod">
          <ac:chgData name="Barenya Das" userId="e35ebc08-92ca-4f5c-ac07-71b9cfc27341" providerId="ADAL" clId="{957D9172-4998-40FF-97CD-C7C1153A75B6}" dt="2026-01-28T09:12:53.806" v="13556"/>
          <ac:cxnSpMkLst>
            <pc:docMk/>
            <pc:sldMk cId="876065872" sldId="307"/>
            <ac:cxnSpMk id="6" creationId="{53A7CD89-4BE0-DD2A-F731-4D1E99BC3C8B}"/>
          </ac:cxnSpMkLst>
        </pc:cxnChg>
        <pc:cxnChg chg="add mod">
          <ac:chgData name="Barenya Das" userId="e35ebc08-92ca-4f5c-ac07-71b9cfc27341" providerId="ADAL" clId="{957D9172-4998-40FF-97CD-C7C1153A75B6}" dt="2026-01-28T09:12:53.806" v="13556"/>
          <ac:cxnSpMkLst>
            <pc:docMk/>
            <pc:sldMk cId="876065872" sldId="307"/>
            <ac:cxnSpMk id="7" creationId="{187793A5-E88E-E8D6-1304-CD876C46B0CF}"/>
          </ac:cxnSpMkLst>
        </pc:cxnChg>
        <pc:cxnChg chg="add mod">
          <ac:chgData name="Barenya Das" userId="e35ebc08-92ca-4f5c-ac07-71b9cfc27341" providerId="ADAL" clId="{957D9172-4998-40FF-97CD-C7C1153A75B6}" dt="2026-01-28T09:12:53.806" v="13556"/>
          <ac:cxnSpMkLst>
            <pc:docMk/>
            <pc:sldMk cId="876065872" sldId="307"/>
            <ac:cxnSpMk id="8" creationId="{689A0FA3-48CF-6D85-93F1-4B427EB62806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9T12:39:24.778" v="15503"/>
        <pc:sldMkLst>
          <pc:docMk/>
          <pc:sldMk cId="16622190" sldId="308"/>
        </pc:sldMkLst>
        <pc:spChg chg="add mod">
          <ac:chgData name="Barenya Das" userId="e35ebc08-92ca-4f5c-ac07-71b9cfc27341" providerId="ADAL" clId="{957D9172-4998-40FF-97CD-C7C1153A75B6}" dt="2026-01-28T09:12:52.033" v="13555"/>
          <ac:spMkLst>
            <pc:docMk/>
            <pc:sldMk cId="16622190" sldId="308"/>
            <ac:spMk id="2" creationId="{48927A69-5481-667B-E446-9FC60AFF0A19}"/>
          </ac:spMkLst>
        </pc:spChg>
        <pc:spChg chg="add mod">
          <ac:chgData name="Barenya Das" userId="e35ebc08-92ca-4f5c-ac07-71b9cfc27341" providerId="ADAL" clId="{957D9172-4998-40FF-97CD-C7C1153A75B6}" dt="2026-01-28T09:12:52.033" v="13555"/>
          <ac:spMkLst>
            <pc:docMk/>
            <pc:sldMk cId="16622190" sldId="308"/>
            <ac:spMk id="3" creationId="{274E5880-0A0C-AE8E-8C4B-D5989D7756BB}"/>
          </ac:spMkLst>
        </pc:spChg>
        <pc:spChg chg="add mod">
          <ac:chgData name="Barenya Das" userId="e35ebc08-92ca-4f5c-ac07-71b9cfc27341" providerId="ADAL" clId="{957D9172-4998-40FF-97CD-C7C1153A75B6}" dt="2026-01-28T09:12:52.033" v="13555"/>
          <ac:spMkLst>
            <pc:docMk/>
            <pc:sldMk cId="16622190" sldId="308"/>
            <ac:spMk id="9" creationId="{CB36EFBA-94C2-D50E-85EC-BD9460D1EFC8}"/>
          </ac:spMkLst>
        </pc:spChg>
        <pc:spChg chg="add mod">
          <ac:chgData name="Barenya Das" userId="e35ebc08-92ca-4f5c-ac07-71b9cfc27341" providerId="ADAL" clId="{957D9172-4998-40FF-97CD-C7C1153A75B6}" dt="2026-01-28T09:12:52.033" v="13555"/>
          <ac:spMkLst>
            <pc:docMk/>
            <pc:sldMk cId="16622190" sldId="308"/>
            <ac:spMk id="10" creationId="{B5A373F0-BD34-BFBE-CA63-FD1F006077C2}"/>
          </ac:spMkLst>
        </pc:spChg>
        <pc:spChg chg="add mod">
          <ac:chgData name="Barenya Das" userId="e35ebc08-92ca-4f5c-ac07-71b9cfc27341" providerId="ADAL" clId="{957D9172-4998-40FF-97CD-C7C1153A75B6}" dt="2026-01-22T17:24:20.883" v="8593"/>
          <ac:spMkLst>
            <pc:docMk/>
            <pc:sldMk cId="16622190" sldId="308"/>
            <ac:spMk id="14" creationId="{B06E57D4-985A-9E72-3E05-2D6A03D36916}"/>
          </ac:spMkLst>
        </pc:spChg>
        <pc:spChg chg="add mod">
          <ac:chgData name="Barenya Das" userId="e35ebc08-92ca-4f5c-ac07-71b9cfc27341" providerId="ADAL" clId="{957D9172-4998-40FF-97CD-C7C1153A75B6}" dt="2026-01-29T12:21:02.400" v="15152"/>
          <ac:spMkLst>
            <pc:docMk/>
            <pc:sldMk cId="16622190" sldId="308"/>
            <ac:spMk id="17" creationId="{89A873A3-C497-251C-5856-B255E33CC0BD}"/>
          </ac:spMkLst>
        </pc:spChg>
        <pc:spChg chg="add mod">
          <ac:chgData name="Barenya Das" userId="e35ebc08-92ca-4f5c-ac07-71b9cfc27341" providerId="ADAL" clId="{957D9172-4998-40FF-97CD-C7C1153A75B6}" dt="2026-01-29T12:31:02.029" v="15298"/>
          <ac:spMkLst>
            <pc:docMk/>
            <pc:sldMk cId="16622190" sldId="308"/>
            <ac:spMk id="18" creationId="{D62D320A-B091-4C6C-EE68-8E36E1F18066}"/>
          </ac:spMkLst>
        </pc:spChg>
        <pc:spChg chg="add mod">
          <ac:chgData name="Barenya Das" userId="e35ebc08-92ca-4f5c-ac07-71b9cfc27341" providerId="ADAL" clId="{957D9172-4998-40FF-97CD-C7C1153A75B6}" dt="2026-01-29T12:31:02.029" v="15298"/>
          <ac:spMkLst>
            <pc:docMk/>
            <pc:sldMk cId="16622190" sldId="308"/>
            <ac:spMk id="19" creationId="{ADBE0F8B-25BA-3D8C-C8D2-7B72BB180558}"/>
          </ac:spMkLst>
        </pc:spChg>
        <pc:spChg chg="add mod">
          <ac:chgData name="Barenya Das" userId="e35ebc08-92ca-4f5c-ac07-71b9cfc27341" providerId="ADAL" clId="{957D9172-4998-40FF-97CD-C7C1153A75B6}" dt="2026-01-29T12:31:02.029" v="15298"/>
          <ac:spMkLst>
            <pc:docMk/>
            <pc:sldMk cId="16622190" sldId="308"/>
            <ac:spMk id="20" creationId="{4E340EEB-C360-8905-CA07-4ABD75DFE8BF}"/>
          </ac:spMkLst>
        </pc:spChg>
        <pc:spChg chg="add mod">
          <ac:chgData name="Barenya Das" userId="e35ebc08-92ca-4f5c-ac07-71b9cfc27341" providerId="ADAL" clId="{957D9172-4998-40FF-97CD-C7C1153A75B6}" dt="2026-01-29T12:31:02.029" v="15298"/>
          <ac:spMkLst>
            <pc:docMk/>
            <pc:sldMk cId="16622190" sldId="308"/>
            <ac:spMk id="21" creationId="{2F4B8B65-74AF-F1BA-FC83-817326F4EDED}"/>
          </ac:spMkLst>
        </pc:spChg>
        <pc:spChg chg="add mod">
          <ac:chgData name="Barenya Das" userId="e35ebc08-92ca-4f5c-ac07-71b9cfc27341" providerId="ADAL" clId="{957D9172-4998-40FF-97CD-C7C1153A75B6}" dt="2026-01-29T12:31:02.029" v="15298"/>
          <ac:spMkLst>
            <pc:docMk/>
            <pc:sldMk cId="16622190" sldId="308"/>
            <ac:spMk id="22" creationId="{53E2C08E-5073-D9CB-AD63-E41AF9596D89}"/>
          </ac:spMkLst>
        </pc:spChg>
        <pc:spChg chg="add mod">
          <ac:chgData name="Barenya Das" userId="e35ebc08-92ca-4f5c-ac07-71b9cfc27341" providerId="ADAL" clId="{957D9172-4998-40FF-97CD-C7C1153A75B6}" dt="2026-01-29T12:37:21.407" v="15425"/>
          <ac:spMkLst>
            <pc:docMk/>
            <pc:sldMk cId="16622190" sldId="308"/>
            <ac:spMk id="23" creationId="{C8F950E5-22D7-0D5B-3FB0-961F8F664E45}"/>
          </ac:spMkLst>
        </pc:spChg>
        <pc:spChg chg="add mod">
          <ac:chgData name="Barenya Das" userId="e35ebc08-92ca-4f5c-ac07-71b9cfc27341" providerId="ADAL" clId="{957D9172-4998-40FF-97CD-C7C1153A75B6}" dt="2026-01-29T12:39:24.778" v="15503"/>
          <ac:spMkLst>
            <pc:docMk/>
            <pc:sldMk cId="16622190" sldId="308"/>
            <ac:spMk id="24" creationId="{32B30C06-9269-F1FE-B0A2-E588DE6E6CF4}"/>
          </ac:spMkLst>
        </pc:spChg>
        <pc:spChg chg="add mod">
          <ac:chgData name="Barenya Das" userId="e35ebc08-92ca-4f5c-ac07-71b9cfc27341" providerId="ADAL" clId="{957D9172-4998-40FF-97CD-C7C1153A75B6}" dt="2026-01-27T06:32:46.119" v="9437"/>
          <ac:spMkLst>
            <pc:docMk/>
            <pc:sldMk cId="16622190" sldId="308"/>
            <ac:spMk id="43" creationId="{567033F6-D424-DC67-B88D-D405389D6C9A}"/>
          </ac:spMkLst>
        </pc:spChg>
        <pc:spChg chg="add mod">
          <ac:chgData name="Barenya Das" userId="e35ebc08-92ca-4f5c-ac07-71b9cfc27341" providerId="ADAL" clId="{957D9172-4998-40FF-97CD-C7C1153A75B6}" dt="2026-01-27T06:44:30.376" v="9491"/>
          <ac:spMkLst>
            <pc:docMk/>
            <pc:sldMk cId="16622190" sldId="308"/>
            <ac:spMk id="46" creationId="{D4DB7837-FB0A-72BA-4BFE-AD0DDBF2E218}"/>
          </ac:spMkLst>
        </pc:spChg>
        <pc:picChg chg="add mod">
          <ac:chgData name="Barenya Das" userId="e35ebc08-92ca-4f5c-ac07-71b9cfc27341" providerId="ADAL" clId="{957D9172-4998-40FF-97CD-C7C1153A75B6}" dt="2026-01-22T15:56:51.280" v="7225"/>
          <ac:picMkLst>
            <pc:docMk/>
            <pc:sldMk cId="16622190" sldId="308"/>
            <ac:picMk id="4" creationId="{6C9818B1-147D-FF9E-3484-9D020E3467DC}"/>
          </ac:picMkLst>
        </pc:picChg>
        <pc:picChg chg="add mod">
          <ac:chgData name="Barenya Das" userId="e35ebc08-92ca-4f5c-ac07-71b9cfc27341" providerId="ADAL" clId="{957D9172-4998-40FF-97CD-C7C1153A75B6}" dt="2026-01-27T06:31:40.293" v="9414"/>
          <ac:picMkLst>
            <pc:docMk/>
            <pc:sldMk cId="16622190" sldId="308"/>
            <ac:picMk id="34" creationId="{2C39C2FC-2CA7-A3D8-C70E-2F1E371B45D2}"/>
          </ac:picMkLst>
        </pc:picChg>
        <pc:picChg chg="add mod">
          <ac:chgData name="Barenya Das" userId="e35ebc08-92ca-4f5c-ac07-71b9cfc27341" providerId="ADAL" clId="{957D9172-4998-40FF-97CD-C7C1153A75B6}" dt="2026-01-27T06:31:40.293" v="9414"/>
          <ac:picMkLst>
            <pc:docMk/>
            <pc:sldMk cId="16622190" sldId="308"/>
            <ac:picMk id="35" creationId="{14FA7F02-95F5-BC5F-712C-D6DD2C7E5548}"/>
          </ac:picMkLst>
        </pc:picChg>
        <pc:picChg chg="add mod">
          <ac:chgData name="Barenya Das" userId="e35ebc08-92ca-4f5c-ac07-71b9cfc27341" providerId="ADAL" clId="{957D9172-4998-40FF-97CD-C7C1153A75B6}" dt="2026-01-27T06:31:40.293" v="9414"/>
          <ac:picMkLst>
            <pc:docMk/>
            <pc:sldMk cId="16622190" sldId="308"/>
            <ac:picMk id="36" creationId="{8373AAEC-6235-5B02-DBCE-01D5387074F6}"/>
          </ac:picMkLst>
        </pc:picChg>
        <pc:picChg chg="add mod">
          <ac:chgData name="Barenya Das" userId="e35ebc08-92ca-4f5c-ac07-71b9cfc27341" providerId="ADAL" clId="{957D9172-4998-40FF-97CD-C7C1153A75B6}" dt="2026-01-27T06:31:40.293" v="9414"/>
          <ac:picMkLst>
            <pc:docMk/>
            <pc:sldMk cId="16622190" sldId="308"/>
            <ac:picMk id="37" creationId="{A93B6027-6466-82FD-48D1-B7EE41B5BDCA}"/>
          </ac:picMkLst>
        </pc:picChg>
        <pc:picChg chg="add mod">
          <ac:chgData name="Barenya Das" userId="e35ebc08-92ca-4f5c-ac07-71b9cfc27341" providerId="ADAL" clId="{957D9172-4998-40FF-97CD-C7C1153A75B6}" dt="2026-01-27T06:31:40.293" v="9414"/>
          <ac:picMkLst>
            <pc:docMk/>
            <pc:sldMk cId="16622190" sldId="308"/>
            <ac:picMk id="38" creationId="{57348A65-DD40-4253-2368-3A72F3EA458A}"/>
          </ac:picMkLst>
        </pc:picChg>
        <pc:picChg chg="add mod">
          <ac:chgData name="Barenya Das" userId="e35ebc08-92ca-4f5c-ac07-71b9cfc27341" providerId="ADAL" clId="{957D9172-4998-40FF-97CD-C7C1153A75B6}" dt="2026-01-27T06:31:40.293" v="9414"/>
          <ac:picMkLst>
            <pc:docMk/>
            <pc:sldMk cId="16622190" sldId="308"/>
            <ac:picMk id="42" creationId="{211D3170-8A0E-080C-224F-53C429DE40EA}"/>
          </ac:picMkLst>
        </pc:picChg>
        <pc:inkChg chg="add mod">
          <ac:chgData name="Barenya Das" userId="e35ebc08-92ca-4f5c-ac07-71b9cfc27341" providerId="ADAL" clId="{957D9172-4998-40FF-97CD-C7C1153A75B6}" dt="2026-01-29T11:12:44.839" v="13686"/>
          <ac:inkMkLst>
            <pc:docMk/>
            <pc:sldMk cId="16622190" sldId="308"/>
            <ac:inkMk id="12" creationId="{541A24A2-7036-2227-12E8-5070045C3042}"/>
          </ac:inkMkLst>
        </pc:inkChg>
        <pc:cxnChg chg="add mod">
          <ac:chgData name="Barenya Das" userId="e35ebc08-92ca-4f5c-ac07-71b9cfc27341" providerId="ADAL" clId="{957D9172-4998-40FF-97CD-C7C1153A75B6}" dt="2026-01-28T09:12:52.033" v="13555"/>
          <ac:cxnSpMkLst>
            <pc:docMk/>
            <pc:sldMk cId="16622190" sldId="308"/>
            <ac:cxnSpMk id="5" creationId="{28B53D68-3389-8CED-7C39-B28ADB432485}"/>
          </ac:cxnSpMkLst>
        </pc:cxnChg>
        <pc:cxnChg chg="add mod">
          <ac:chgData name="Barenya Das" userId="e35ebc08-92ca-4f5c-ac07-71b9cfc27341" providerId="ADAL" clId="{957D9172-4998-40FF-97CD-C7C1153A75B6}" dt="2026-01-28T09:12:52.033" v="13555"/>
          <ac:cxnSpMkLst>
            <pc:docMk/>
            <pc:sldMk cId="16622190" sldId="308"/>
            <ac:cxnSpMk id="6" creationId="{EA93A382-47E2-C3CC-C21A-0BDE9193D4EB}"/>
          </ac:cxnSpMkLst>
        </pc:cxnChg>
        <pc:cxnChg chg="add mod">
          <ac:chgData name="Barenya Das" userId="e35ebc08-92ca-4f5c-ac07-71b9cfc27341" providerId="ADAL" clId="{957D9172-4998-40FF-97CD-C7C1153A75B6}" dt="2026-01-28T09:12:52.033" v="13555"/>
          <ac:cxnSpMkLst>
            <pc:docMk/>
            <pc:sldMk cId="16622190" sldId="308"/>
            <ac:cxnSpMk id="7" creationId="{90CF7A39-42A2-0B68-6FB9-6AF2D60C89AD}"/>
          </ac:cxnSpMkLst>
        </pc:cxnChg>
        <pc:cxnChg chg="add mod">
          <ac:chgData name="Barenya Das" userId="e35ebc08-92ca-4f5c-ac07-71b9cfc27341" providerId="ADAL" clId="{957D9172-4998-40FF-97CD-C7C1153A75B6}" dt="2026-01-28T09:12:52.033" v="13555"/>
          <ac:cxnSpMkLst>
            <pc:docMk/>
            <pc:sldMk cId="16622190" sldId="308"/>
            <ac:cxnSpMk id="8" creationId="{E8568E76-532D-FB2F-F4E2-E31F55F07297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2-02T10:43:02.392" v="16375" actId="20577"/>
        <pc:sldMkLst>
          <pc:docMk/>
          <pc:sldMk cId="2602730693" sldId="309"/>
        </pc:sldMkLst>
        <pc:spChg chg="add mod">
          <ac:chgData name="Barenya Das" userId="e35ebc08-92ca-4f5c-ac07-71b9cfc27341" providerId="ADAL" clId="{957D9172-4998-40FF-97CD-C7C1153A75B6}" dt="2026-01-28T09:12:48.652" v="13553"/>
          <ac:spMkLst>
            <pc:docMk/>
            <pc:sldMk cId="2602730693" sldId="309"/>
            <ac:spMk id="3" creationId="{27066C4C-DCFC-6325-0E23-34129F8F90D3}"/>
          </ac:spMkLst>
        </pc:spChg>
        <pc:spChg chg="add mod">
          <ac:chgData name="Barenya Das" userId="e35ebc08-92ca-4f5c-ac07-71b9cfc27341" providerId="ADAL" clId="{957D9172-4998-40FF-97CD-C7C1153A75B6}" dt="2026-01-28T09:12:48.652" v="13553"/>
          <ac:spMkLst>
            <pc:docMk/>
            <pc:sldMk cId="2602730693" sldId="309"/>
            <ac:spMk id="4" creationId="{12FEFF93-EB1D-AE5D-6D7D-247147F71A45}"/>
          </ac:spMkLst>
        </pc:spChg>
        <pc:spChg chg="add mod">
          <ac:chgData name="Barenya Das" userId="e35ebc08-92ca-4f5c-ac07-71b9cfc27341" providerId="ADAL" clId="{957D9172-4998-40FF-97CD-C7C1153A75B6}" dt="2026-01-28T09:12:48.652" v="13553"/>
          <ac:spMkLst>
            <pc:docMk/>
            <pc:sldMk cId="2602730693" sldId="309"/>
            <ac:spMk id="13" creationId="{7F208E56-03B2-256D-9212-8799B8E0FEE2}"/>
          </ac:spMkLst>
        </pc:spChg>
        <pc:spChg chg="add mod">
          <ac:chgData name="Barenya Das" userId="e35ebc08-92ca-4f5c-ac07-71b9cfc27341" providerId="ADAL" clId="{957D9172-4998-40FF-97CD-C7C1153A75B6}" dt="2026-01-28T09:12:48.652" v="13553"/>
          <ac:spMkLst>
            <pc:docMk/>
            <pc:sldMk cId="2602730693" sldId="309"/>
            <ac:spMk id="14" creationId="{CCC2A0D6-2660-4C0B-17ED-CAA9A6E9A851}"/>
          </ac:spMkLst>
        </pc:spChg>
        <pc:spChg chg="add mod">
          <ac:chgData name="Barenya Das" userId="e35ebc08-92ca-4f5c-ac07-71b9cfc27341" providerId="ADAL" clId="{957D9172-4998-40FF-97CD-C7C1153A75B6}" dt="2026-01-29T12:21:12.706" v="15156"/>
          <ac:spMkLst>
            <pc:docMk/>
            <pc:sldMk cId="2602730693" sldId="309"/>
            <ac:spMk id="18" creationId="{98F970E0-5737-3413-2A8D-836FC8DEF169}"/>
          </ac:spMkLst>
        </pc:spChg>
        <pc:spChg chg="add mod">
          <ac:chgData name="Barenya Das" userId="e35ebc08-92ca-4f5c-ac07-71b9cfc27341" providerId="ADAL" clId="{957D9172-4998-40FF-97CD-C7C1153A75B6}" dt="2026-01-29T12:31:18.444" v="15302"/>
          <ac:spMkLst>
            <pc:docMk/>
            <pc:sldMk cId="2602730693" sldId="309"/>
            <ac:spMk id="19" creationId="{EA1289B7-3113-7934-69E4-B8E2BA57EB06}"/>
          </ac:spMkLst>
        </pc:spChg>
        <pc:spChg chg="add mod">
          <ac:chgData name="Barenya Das" userId="e35ebc08-92ca-4f5c-ac07-71b9cfc27341" providerId="ADAL" clId="{957D9172-4998-40FF-97CD-C7C1153A75B6}" dt="2026-01-29T12:31:18.444" v="15302"/>
          <ac:spMkLst>
            <pc:docMk/>
            <pc:sldMk cId="2602730693" sldId="309"/>
            <ac:spMk id="20" creationId="{AB1D397D-212C-6CC5-1E58-0CAADC76CA17}"/>
          </ac:spMkLst>
        </pc:spChg>
        <pc:spChg chg="add mod">
          <ac:chgData name="Barenya Das" userId="e35ebc08-92ca-4f5c-ac07-71b9cfc27341" providerId="ADAL" clId="{957D9172-4998-40FF-97CD-C7C1153A75B6}" dt="2026-01-29T12:31:18.444" v="15302"/>
          <ac:spMkLst>
            <pc:docMk/>
            <pc:sldMk cId="2602730693" sldId="309"/>
            <ac:spMk id="21" creationId="{83732714-B401-D015-DB71-BA999BB1C748}"/>
          </ac:spMkLst>
        </pc:spChg>
        <pc:spChg chg="add mod">
          <ac:chgData name="Barenya Das" userId="e35ebc08-92ca-4f5c-ac07-71b9cfc27341" providerId="ADAL" clId="{957D9172-4998-40FF-97CD-C7C1153A75B6}" dt="2026-01-22T17:24:24.896" v="8595"/>
          <ac:spMkLst>
            <pc:docMk/>
            <pc:sldMk cId="2602730693" sldId="309"/>
            <ac:spMk id="22" creationId="{A5BC10C6-E75C-F901-3461-582D10A97238}"/>
          </ac:spMkLst>
        </pc:spChg>
        <pc:spChg chg="add mod">
          <ac:chgData name="Barenya Das" userId="e35ebc08-92ca-4f5c-ac07-71b9cfc27341" providerId="ADAL" clId="{957D9172-4998-40FF-97CD-C7C1153A75B6}" dt="2026-01-29T12:31:18.444" v="15302"/>
          <ac:spMkLst>
            <pc:docMk/>
            <pc:sldMk cId="2602730693" sldId="309"/>
            <ac:spMk id="24" creationId="{A81B64F2-1E6F-6DB3-E3F6-A05F6F72F91A}"/>
          </ac:spMkLst>
        </pc:spChg>
        <pc:spChg chg="add mod">
          <ac:chgData name="Barenya Das" userId="e35ebc08-92ca-4f5c-ac07-71b9cfc27341" providerId="ADAL" clId="{957D9172-4998-40FF-97CD-C7C1153A75B6}" dt="2026-01-29T12:31:18.444" v="15302"/>
          <ac:spMkLst>
            <pc:docMk/>
            <pc:sldMk cId="2602730693" sldId="309"/>
            <ac:spMk id="25" creationId="{D629662C-B7D0-4D83-122C-C394297A83AA}"/>
          </ac:spMkLst>
        </pc:spChg>
        <pc:spChg chg="add mod">
          <ac:chgData name="Barenya Das" userId="e35ebc08-92ca-4f5c-ac07-71b9cfc27341" providerId="ADAL" clId="{957D9172-4998-40FF-97CD-C7C1153A75B6}" dt="2026-01-27T06:32:55.329" v="9441"/>
          <ac:spMkLst>
            <pc:docMk/>
            <pc:sldMk cId="2602730693" sldId="309"/>
            <ac:spMk id="37" creationId="{25D1A0C4-A256-9DF1-8BBF-F54C7C24BDF7}"/>
          </ac:spMkLst>
        </pc:spChg>
        <pc:spChg chg="add mod">
          <ac:chgData name="Barenya Das" userId="e35ebc08-92ca-4f5c-ac07-71b9cfc27341" providerId="ADAL" clId="{957D9172-4998-40FF-97CD-C7C1153A75B6}" dt="2026-01-27T06:44:33.323" v="9493"/>
          <ac:spMkLst>
            <pc:docMk/>
            <pc:sldMk cId="2602730693" sldId="309"/>
            <ac:spMk id="38" creationId="{D2170443-D6FA-A6C9-5D1A-3D4F766A4FC2}"/>
          </ac:spMkLst>
        </pc:spChg>
        <pc:spChg chg="add mod">
          <ac:chgData name="Barenya Das" userId="e35ebc08-92ca-4f5c-ac07-71b9cfc27341" providerId="ADAL" clId="{957D9172-4998-40FF-97CD-C7C1153A75B6}" dt="2026-01-29T12:37:09.927" v="15421"/>
          <ac:spMkLst>
            <pc:docMk/>
            <pc:sldMk cId="2602730693" sldId="309"/>
            <ac:spMk id="39" creationId="{6D84B9E7-DAA8-D25D-DDDE-612F46E3358F}"/>
          </ac:spMkLst>
        </pc:spChg>
        <pc:spChg chg="add mod">
          <ac:chgData name="Barenya Das" userId="e35ebc08-92ca-4f5c-ac07-71b9cfc27341" providerId="ADAL" clId="{957D9172-4998-40FF-97CD-C7C1153A75B6}" dt="2026-01-29T12:39:36.676" v="15507"/>
          <ac:spMkLst>
            <pc:docMk/>
            <pc:sldMk cId="2602730693" sldId="309"/>
            <ac:spMk id="40" creationId="{82AC7B16-44BF-542A-033B-FB6BE0F44728}"/>
          </ac:spMkLst>
        </pc:spChg>
        <pc:picChg chg="add mod">
          <ac:chgData name="Barenya Das" userId="e35ebc08-92ca-4f5c-ac07-71b9cfc27341" providerId="ADAL" clId="{957D9172-4998-40FF-97CD-C7C1153A75B6}" dt="2026-01-22T15:56:55.301" v="7227"/>
          <ac:picMkLst>
            <pc:docMk/>
            <pc:sldMk cId="2602730693" sldId="309"/>
            <ac:picMk id="2" creationId="{2157636C-DAE5-F15F-17A3-CC6E1791CD53}"/>
          </ac:picMkLst>
        </pc:picChg>
        <pc:picChg chg="add mod ord">
          <ac:chgData name="Barenya Das" userId="e35ebc08-92ca-4f5c-ac07-71b9cfc27341" providerId="ADAL" clId="{957D9172-4998-40FF-97CD-C7C1153A75B6}" dt="2026-01-29T11:13:01.618" v="13690" actId="166"/>
          <ac:picMkLst>
            <pc:docMk/>
            <pc:sldMk cId="2602730693" sldId="309"/>
            <ac:picMk id="6" creationId="{E31F24D2-0B60-3F0F-D425-DFCAEE20630D}"/>
          </ac:picMkLst>
        </pc:picChg>
        <pc:picChg chg="add mod">
          <ac:chgData name="Barenya Das" userId="e35ebc08-92ca-4f5c-ac07-71b9cfc27341" providerId="ADAL" clId="{957D9172-4998-40FF-97CD-C7C1153A75B6}" dt="2026-01-27T06:30:01.231" v="9333"/>
          <ac:picMkLst>
            <pc:docMk/>
            <pc:sldMk cId="2602730693" sldId="309"/>
            <ac:picMk id="27" creationId="{890731D4-7A79-5F06-1A5A-FB59836AB659}"/>
          </ac:picMkLst>
        </pc:picChg>
        <pc:picChg chg="add mod">
          <ac:chgData name="Barenya Das" userId="e35ebc08-92ca-4f5c-ac07-71b9cfc27341" providerId="ADAL" clId="{957D9172-4998-40FF-97CD-C7C1153A75B6}" dt="2026-01-27T06:30:01.231" v="9333"/>
          <ac:picMkLst>
            <pc:docMk/>
            <pc:sldMk cId="2602730693" sldId="309"/>
            <ac:picMk id="28" creationId="{34CA277F-DAFE-81EB-850D-AD68AE3D4210}"/>
          </ac:picMkLst>
        </pc:picChg>
        <pc:picChg chg="add mod">
          <ac:chgData name="Barenya Das" userId="e35ebc08-92ca-4f5c-ac07-71b9cfc27341" providerId="ADAL" clId="{957D9172-4998-40FF-97CD-C7C1153A75B6}" dt="2026-01-27T06:30:01.231" v="9333"/>
          <ac:picMkLst>
            <pc:docMk/>
            <pc:sldMk cId="2602730693" sldId="309"/>
            <ac:picMk id="29" creationId="{53775733-3774-1CCB-7C8E-17844984B476}"/>
          </ac:picMkLst>
        </pc:picChg>
        <pc:picChg chg="add mod">
          <ac:chgData name="Barenya Das" userId="e35ebc08-92ca-4f5c-ac07-71b9cfc27341" providerId="ADAL" clId="{957D9172-4998-40FF-97CD-C7C1153A75B6}" dt="2026-01-27T06:30:12.996" v="9335" actId="208"/>
          <ac:picMkLst>
            <pc:docMk/>
            <pc:sldMk cId="2602730693" sldId="309"/>
            <ac:picMk id="30" creationId="{133285DA-6DF1-EA17-CABF-7F165550FA93}"/>
          </ac:picMkLst>
        </pc:picChg>
        <pc:picChg chg="add mod">
          <ac:chgData name="Barenya Das" userId="e35ebc08-92ca-4f5c-ac07-71b9cfc27341" providerId="ADAL" clId="{957D9172-4998-40FF-97CD-C7C1153A75B6}" dt="2026-01-27T06:30:08.999" v="9334" actId="208"/>
          <ac:picMkLst>
            <pc:docMk/>
            <pc:sldMk cId="2602730693" sldId="309"/>
            <ac:picMk id="36" creationId="{4508ED42-C20C-2B9B-A61F-948D6A82B716}"/>
          </ac:picMkLst>
        </pc:picChg>
        <pc:inkChg chg="add mod">
          <ac:chgData name="Barenya Das" userId="e35ebc08-92ca-4f5c-ac07-71b9cfc27341" providerId="ADAL" clId="{957D9172-4998-40FF-97CD-C7C1153A75B6}" dt="2026-01-22T16:03:22.375" v="7269"/>
          <ac:inkMkLst>
            <pc:docMk/>
            <pc:sldMk cId="2602730693" sldId="309"/>
            <ac:inkMk id="8" creationId="{6BB82F6C-B4A5-523F-926D-D37BEF4028EA}"/>
          </ac:inkMkLst>
        </pc:inkChg>
        <pc:inkChg chg="add">
          <ac:chgData name="Barenya Das" userId="e35ebc08-92ca-4f5c-ac07-71b9cfc27341" providerId="ADAL" clId="{957D9172-4998-40FF-97CD-C7C1153A75B6}" dt="2026-01-22T16:03:25.169" v="7270" actId="9405"/>
          <ac:inkMkLst>
            <pc:docMk/>
            <pc:sldMk cId="2602730693" sldId="309"/>
            <ac:inkMk id="10" creationId="{9D433B45-7A8F-39B6-DF48-65050399C6B1}"/>
          </ac:inkMkLst>
        </pc:inkChg>
        <pc:inkChg chg="add">
          <ac:chgData name="Barenya Das" userId="e35ebc08-92ca-4f5c-ac07-71b9cfc27341" providerId="ADAL" clId="{957D9172-4998-40FF-97CD-C7C1153A75B6}" dt="2026-01-22T16:03:28.216" v="7271" actId="9405"/>
          <ac:inkMkLst>
            <pc:docMk/>
            <pc:sldMk cId="2602730693" sldId="309"/>
            <ac:inkMk id="12" creationId="{5F5EFAA2-1CA9-A7E5-4151-9DF31DEE4461}"/>
          </ac:inkMkLst>
        </pc:inkChg>
        <pc:inkChg chg="add mod">
          <ac:chgData name="Barenya Das" userId="e35ebc08-92ca-4f5c-ac07-71b9cfc27341" providerId="ADAL" clId="{957D9172-4998-40FF-97CD-C7C1153A75B6}" dt="2026-01-29T11:12:56.767" v="13689"/>
          <ac:inkMkLst>
            <pc:docMk/>
            <pc:sldMk cId="2602730693" sldId="309"/>
            <ac:inkMk id="15" creationId="{20A323A9-A6DB-5A47-CBCC-A8FA4811E12D}"/>
          </ac:inkMkLst>
        </pc:inkChg>
        <pc:cxnChg chg="add mod">
          <ac:chgData name="Barenya Das" userId="e35ebc08-92ca-4f5c-ac07-71b9cfc27341" providerId="ADAL" clId="{957D9172-4998-40FF-97CD-C7C1153A75B6}" dt="2026-01-28T09:12:48.652" v="13553"/>
          <ac:cxnSpMkLst>
            <pc:docMk/>
            <pc:sldMk cId="2602730693" sldId="309"/>
            <ac:cxnSpMk id="5" creationId="{AC247B61-62A7-79B2-3DFC-0121DAAFFB05}"/>
          </ac:cxnSpMkLst>
        </pc:cxnChg>
        <pc:cxnChg chg="add mod">
          <ac:chgData name="Barenya Das" userId="e35ebc08-92ca-4f5c-ac07-71b9cfc27341" providerId="ADAL" clId="{957D9172-4998-40FF-97CD-C7C1153A75B6}" dt="2026-01-28T09:12:48.652" v="13553"/>
          <ac:cxnSpMkLst>
            <pc:docMk/>
            <pc:sldMk cId="2602730693" sldId="309"/>
            <ac:cxnSpMk id="7" creationId="{E2CADC24-D351-7A74-1539-42E1A1A20AAC}"/>
          </ac:cxnSpMkLst>
        </pc:cxnChg>
        <pc:cxnChg chg="add mod">
          <ac:chgData name="Barenya Das" userId="e35ebc08-92ca-4f5c-ac07-71b9cfc27341" providerId="ADAL" clId="{957D9172-4998-40FF-97CD-C7C1153A75B6}" dt="2026-01-28T09:12:48.652" v="13553"/>
          <ac:cxnSpMkLst>
            <pc:docMk/>
            <pc:sldMk cId="2602730693" sldId="309"/>
            <ac:cxnSpMk id="9" creationId="{8F1B370B-10B4-C812-DE14-2AAC0AFE8028}"/>
          </ac:cxnSpMkLst>
        </pc:cxnChg>
        <pc:cxnChg chg="add mod">
          <ac:chgData name="Barenya Das" userId="e35ebc08-92ca-4f5c-ac07-71b9cfc27341" providerId="ADAL" clId="{957D9172-4998-40FF-97CD-C7C1153A75B6}" dt="2026-01-28T09:12:48.652" v="13553"/>
          <ac:cxnSpMkLst>
            <pc:docMk/>
            <pc:sldMk cId="2602730693" sldId="309"/>
            <ac:cxnSpMk id="11" creationId="{E75C727B-71D2-F5D8-8CAB-9AF197357ABD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9T12:39:41.639" v="15509"/>
        <pc:sldMkLst>
          <pc:docMk/>
          <pc:sldMk cId="3011132166" sldId="310"/>
        </pc:sldMkLst>
        <pc:spChg chg="add mod">
          <ac:chgData name="Barenya Das" userId="e35ebc08-92ca-4f5c-ac07-71b9cfc27341" providerId="ADAL" clId="{957D9172-4998-40FF-97CD-C7C1153A75B6}" dt="2026-01-28T09:12:46.866" v="13552"/>
          <ac:spMkLst>
            <pc:docMk/>
            <pc:sldMk cId="3011132166" sldId="310"/>
            <ac:spMk id="3" creationId="{B3324979-8CE3-7E4F-F9A6-88F321E938DB}"/>
          </ac:spMkLst>
        </pc:spChg>
        <pc:spChg chg="add mod">
          <ac:chgData name="Barenya Das" userId="e35ebc08-92ca-4f5c-ac07-71b9cfc27341" providerId="ADAL" clId="{957D9172-4998-40FF-97CD-C7C1153A75B6}" dt="2026-01-28T09:12:46.866" v="13552"/>
          <ac:spMkLst>
            <pc:docMk/>
            <pc:sldMk cId="3011132166" sldId="310"/>
            <ac:spMk id="4" creationId="{B1AB2778-96F4-19E0-C9F9-8F2FF3E16205}"/>
          </ac:spMkLst>
        </pc:spChg>
        <pc:spChg chg="add mod">
          <ac:chgData name="Barenya Das" userId="e35ebc08-92ca-4f5c-ac07-71b9cfc27341" providerId="ADAL" clId="{957D9172-4998-40FF-97CD-C7C1153A75B6}" dt="2026-01-28T09:12:46.866" v="13552"/>
          <ac:spMkLst>
            <pc:docMk/>
            <pc:sldMk cId="3011132166" sldId="310"/>
            <ac:spMk id="9" creationId="{75B211DF-D188-4B96-D6E2-B2C3DD537ABC}"/>
          </ac:spMkLst>
        </pc:spChg>
        <pc:spChg chg="add mod">
          <ac:chgData name="Barenya Das" userId="e35ebc08-92ca-4f5c-ac07-71b9cfc27341" providerId="ADAL" clId="{957D9172-4998-40FF-97CD-C7C1153A75B6}" dt="2026-01-28T09:12:46.866" v="13552"/>
          <ac:spMkLst>
            <pc:docMk/>
            <pc:sldMk cId="3011132166" sldId="310"/>
            <ac:spMk id="10" creationId="{4B6592F7-5B0A-6793-AF8D-B925B9CB1BD6}"/>
          </ac:spMkLst>
        </pc:spChg>
        <pc:spChg chg="add mod">
          <ac:chgData name="Barenya Das" userId="e35ebc08-92ca-4f5c-ac07-71b9cfc27341" providerId="ADAL" clId="{957D9172-4998-40FF-97CD-C7C1153A75B6}" dt="2026-01-29T12:21:18.945" v="15158"/>
          <ac:spMkLst>
            <pc:docMk/>
            <pc:sldMk cId="3011132166" sldId="310"/>
            <ac:spMk id="21" creationId="{B4B7DFCA-8411-AFAA-1745-C78AF7762B76}"/>
          </ac:spMkLst>
        </pc:spChg>
        <pc:spChg chg="add mod">
          <ac:chgData name="Barenya Das" userId="e35ebc08-92ca-4f5c-ac07-71b9cfc27341" providerId="ADAL" clId="{957D9172-4998-40FF-97CD-C7C1153A75B6}" dt="2026-01-29T12:31:25.427" v="15304"/>
          <ac:spMkLst>
            <pc:docMk/>
            <pc:sldMk cId="3011132166" sldId="310"/>
            <ac:spMk id="23" creationId="{6104487A-2C28-3C82-6632-FA996132BFA7}"/>
          </ac:spMkLst>
        </pc:spChg>
        <pc:spChg chg="add mod">
          <ac:chgData name="Barenya Das" userId="e35ebc08-92ca-4f5c-ac07-71b9cfc27341" providerId="ADAL" clId="{957D9172-4998-40FF-97CD-C7C1153A75B6}" dt="2026-01-29T12:31:25.427" v="15304"/>
          <ac:spMkLst>
            <pc:docMk/>
            <pc:sldMk cId="3011132166" sldId="310"/>
            <ac:spMk id="24" creationId="{2D98274B-FFF0-8ED3-EB57-A66BDC6AC4BB}"/>
          </ac:spMkLst>
        </pc:spChg>
        <pc:spChg chg="add mod">
          <ac:chgData name="Barenya Das" userId="e35ebc08-92ca-4f5c-ac07-71b9cfc27341" providerId="ADAL" clId="{957D9172-4998-40FF-97CD-C7C1153A75B6}" dt="2026-01-29T12:31:25.427" v="15304"/>
          <ac:spMkLst>
            <pc:docMk/>
            <pc:sldMk cId="3011132166" sldId="310"/>
            <ac:spMk id="25" creationId="{8736894C-0AC8-9C14-063C-E281C2A21454}"/>
          </ac:spMkLst>
        </pc:spChg>
        <pc:spChg chg="add mod">
          <ac:chgData name="Barenya Das" userId="e35ebc08-92ca-4f5c-ac07-71b9cfc27341" providerId="ADAL" clId="{957D9172-4998-40FF-97CD-C7C1153A75B6}" dt="2026-01-29T12:31:25.427" v="15304"/>
          <ac:spMkLst>
            <pc:docMk/>
            <pc:sldMk cId="3011132166" sldId="310"/>
            <ac:spMk id="26" creationId="{5294B06E-9EF2-FEA2-CBB7-442FB1BD370A}"/>
          </ac:spMkLst>
        </pc:spChg>
        <pc:spChg chg="add mod">
          <ac:chgData name="Barenya Das" userId="e35ebc08-92ca-4f5c-ac07-71b9cfc27341" providerId="ADAL" clId="{957D9172-4998-40FF-97CD-C7C1153A75B6}" dt="2026-01-29T12:31:25.427" v="15304"/>
          <ac:spMkLst>
            <pc:docMk/>
            <pc:sldMk cId="3011132166" sldId="310"/>
            <ac:spMk id="27" creationId="{40910C86-318C-8BAD-3540-81A96534E2DF}"/>
          </ac:spMkLst>
        </pc:spChg>
        <pc:spChg chg="add mod">
          <ac:chgData name="Barenya Das" userId="e35ebc08-92ca-4f5c-ac07-71b9cfc27341" providerId="ADAL" clId="{957D9172-4998-40FF-97CD-C7C1153A75B6}" dt="2026-01-22T17:24:25.781" v="8596"/>
          <ac:spMkLst>
            <pc:docMk/>
            <pc:sldMk cId="3011132166" sldId="310"/>
            <ac:spMk id="28" creationId="{4BEC4E47-26C8-F486-F101-2D4715FF490D}"/>
          </ac:spMkLst>
        </pc:spChg>
        <pc:spChg chg="add mod">
          <ac:chgData name="Barenya Das" userId="e35ebc08-92ca-4f5c-ac07-71b9cfc27341" providerId="ADAL" clId="{957D9172-4998-40FF-97CD-C7C1153A75B6}" dt="2026-01-27T06:33:00.804" v="9443"/>
          <ac:spMkLst>
            <pc:docMk/>
            <pc:sldMk cId="3011132166" sldId="310"/>
            <ac:spMk id="37" creationId="{D7F1B2EA-F0DD-E43E-75C6-A6D3F248B5A2}"/>
          </ac:spMkLst>
        </pc:spChg>
        <pc:spChg chg="add mod">
          <ac:chgData name="Barenya Das" userId="e35ebc08-92ca-4f5c-ac07-71b9cfc27341" providerId="ADAL" clId="{957D9172-4998-40FF-97CD-C7C1153A75B6}" dt="2026-01-27T06:44:34.926" v="9494"/>
          <ac:spMkLst>
            <pc:docMk/>
            <pc:sldMk cId="3011132166" sldId="310"/>
            <ac:spMk id="38" creationId="{C37AEE76-E47A-EA8F-13B1-4A85629D31D2}"/>
          </ac:spMkLst>
        </pc:spChg>
        <pc:spChg chg="add mod">
          <ac:chgData name="Barenya Das" userId="e35ebc08-92ca-4f5c-ac07-71b9cfc27341" providerId="ADAL" clId="{957D9172-4998-40FF-97CD-C7C1153A75B6}" dt="2026-01-29T12:37:05.018" v="15419"/>
          <ac:spMkLst>
            <pc:docMk/>
            <pc:sldMk cId="3011132166" sldId="310"/>
            <ac:spMk id="39" creationId="{2031BE5D-A76C-AFBD-E992-88263CCAFB59}"/>
          </ac:spMkLst>
        </pc:spChg>
        <pc:spChg chg="add mod">
          <ac:chgData name="Barenya Das" userId="e35ebc08-92ca-4f5c-ac07-71b9cfc27341" providerId="ADAL" clId="{957D9172-4998-40FF-97CD-C7C1153A75B6}" dt="2026-01-29T12:39:41.639" v="15509"/>
          <ac:spMkLst>
            <pc:docMk/>
            <pc:sldMk cId="3011132166" sldId="310"/>
            <ac:spMk id="40" creationId="{73701CF3-718C-EF38-632D-EE6DDFCA5522}"/>
          </ac:spMkLst>
        </pc:spChg>
        <pc:picChg chg="add mod">
          <ac:chgData name="Barenya Das" userId="e35ebc08-92ca-4f5c-ac07-71b9cfc27341" providerId="ADAL" clId="{957D9172-4998-40FF-97CD-C7C1153A75B6}" dt="2026-01-27T06:29:29.112" v="9313"/>
          <ac:picMkLst>
            <pc:docMk/>
            <pc:sldMk cId="3011132166" sldId="310"/>
            <ac:picMk id="15" creationId="{B55C0F23-7953-46EF-E223-4A270164031A}"/>
          </ac:picMkLst>
        </pc:picChg>
        <pc:picChg chg="add mod">
          <ac:chgData name="Barenya Das" userId="e35ebc08-92ca-4f5c-ac07-71b9cfc27341" providerId="ADAL" clId="{957D9172-4998-40FF-97CD-C7C1153A75B6}" dt="2026-01-27T06:29:29.112" v="9313"/>
          <ac:picMkLst>
            <pc:docMk/>
            <pc:sldMk cId="3011132166" sldId="310"/>
            <ac:picMk id="17" creationId="{4B3D3733-F8F3-5C7A-7470-31EB9E229335}"/>
          </ac:picMkLst>
        </pc:picChg>
        <pc:picChg chg="add mod">
          <ac:chgData name="Barenya Das" userId="e35ebc08-92ca-4f5c-ac07-71b9cfc27341" providerId="ADAL" clId="{957D9172-4998-40FF-97CD-C7C1153A75B6}" dt="2026-01-27T06:29:29.112" v="9313"/>
          <ac:picMkLst>
            <pc:docMk/>
            <pc:sldMk cId="3011132166" sldId="310"/>
            <ac:picMk id="18" creationId="{B375335A-105C-750A-57B7-7E9EF8723D20}"/>
          </ac:picMkLst>
        </pc:picChg>
        <pc:picChg chg="add mod ord">
          <ac:chgData name="Barenya Das" userId="e35ebc08-92ca-4f5c-ac07-71b9cfc27341" providerId="ADAL" clId="{957D9172-4998-40FF-97CD-C7C1153A75B6}" dt="2026-01-29T11:13:10.524" v="13692" actId="166"/>
          <ac:picMkLst>
            <pc:docMk/>
            <pc:sldMk cId="3011132166" sldId="310"/>
            <ac:picMk id="20" creationId="{5512C803-EF9E-1CA2-9ECB-03EC4E1A2CC0}"/>
          </ac:picMkLst>
        </pc:picChg>
        <pc:picChg chg="add mod">
          <ac:chgData name="Barenya Das" userId="e35ebc08-92ca-4f5c-ac07-71b9cfc27341" providerId="ADAL" clId="{957D9172-4998-40FF-97CD-C7C1153A75B6}" dt="2026-01-27T06:29:39.959" v="9316" actId="208"/>
          <ac:picMkLst>
            <pc:docMk/>
            <pc:sldMk cId="3011132166" sldId="310"/>
            <ac:picMk id="30" creationId="{E09D6980-9687-FD2D-C4A0-87162E918B6A}"/>
          </ac:picMkLst>
        </pc:picChg>
        <pc:picChg chg="add mod">
          <ac:chgData name="Barenya Das" userId="e35ebc08-92ca-4f5c-ac07-71b9cfc27341" providerId="ADAL" clId="{957D9172-4998-40FF-97CD-C7C1153A75B6}" dt="2026-01-27T06:29:36.244" v="9315" actId="208"/>
          <ac:picMkLst>
            <pc:docMk/>
            <pc:sldMk cId="3011132166" sldId="310"/>
            <ac:picMk id="36" creationId="{C822685C-C322-8DDB-FB7C-1E018FD3ECD1}"/>
          </ac:picMkLst>
        </pc:picChg>
        <pc:inkChg chg="add mod">
          <ac:chgData name="Barenya Das" userId="e35ebc08-92ca-4f5c-ac07-71b9cfc27341" providerId="ADAL" clId="{957D9172-4998-40FF-97CD-C7C1153A75B6}" dt="2026-01-29T11:13:05.620" v="13691"/>
          <ac:inkMkLst>
            <pc:docMk/>
            <pc:sldMk cId="3011132166" sldId="310"/>
            <ac:inkMk id="11" creationId="{86BC7CB2-FAB9-424A-2340-3D8B596CF775}"/>
          </ac:inkMkLst>
        </pc:inkChg>
        <pc:inkChg chg="add">
          <ac:chgData name="Barenya Das" userId="e35ebc08-92ca-4f5c-ac07-71b9cfc27341" providerId="ADAL" clId="{957D9172-4998-40FF-97CD-C7C1153A75B6}" dt="2026-01-22T16:00:30.746" v="7250"/>
          <ac:inkMkLst>
            <pc:docMk/>
            <pc:sldMk cId="3011132166" sldId="310"/>
            <ac:inkMk id="16" creationId="{5C138F3C-D59D-89B9-3621-16F3DD4B2775}"/>
          </ac:inkMkLst>
        </pc:inkChg>
        <pc:inkChg chg="add">
          <ac:chgData name="Barenya Das" userId="e35ebc08-92ca-4f5c-ac07-71b9cfc27341" providerId="ADAL" clId="{957D9172-4998-40FF-97CD-C7C1153A75B6}" dt="2026-01-22T16:00:35.838" v="7252"/>
          <ac:inkMkLst>
            <pc:docMk/>
            <pc:sldMk cId="3011132166" sldId="310"/>
            <ac:inkMk id="19" creationId="{C52F517E-9F08-60B6-71F1-FE074AA03310}"/>
          </ac:inkMkLst>
        </pc:inkChg>
        <pc:inkChg chg="add">
          <ac:chgData name="Barenya Das" userId="e35ebc08-92ca-4f5c-ac07-71b9cfc27341" providerId="ADAL" clId="{957D9172-4998-40FF-97CD-C7C1153A75B6}" dt="2026-01-22T16:03:58.098" v="7272" actId="9405"/>
          <ac:inkMkLst>
            <pc:docMk/>
            <pc:sldMk cId="3011132166" sldId="310"/>
            <ac:inkMk id="22" creationId="{1318D3E8-A42D-C991-E381-AE90CAEE4065}"/>
          </ac:inkMkLst>
        </pc:inkChg>
        <pc:cxnChg chg="add mod">
          <ac:chgData name="Barenya Das" userId="e35ebc08-92ca-4f5c-ac07-71b9cfc27341" providerId="ADAL" clId="{957D9172-4998-40FF-97CD-C7C1153A75B6}" dt="2026-01-28T09:12:46.866" v="13552"/>
          <ac:cxnSpMkLst>
            <pc:docMk/>
            <pc:sldMk cId="3011132166" sldId="310"/>
            <ac:cxnSpMk id="5" creationId="{00A2991C-4023-591A-87AD-E7D74EEF90EA}"/>
          </ac:cxnSpMkLst>
        </pc:cxnChg>
        <pc:cxnChg chg="add mod">
          <ac:chgData name="Barenya Das" userId="e35ebc08-92ca-4f5c-ac07-71b9cfc27341" providerId="ADAL" clId="{957D9172-4998-40FF-97CD-C7C1153A75B6}" dt="2026-01-28T09:12:46.866" v="13552"/>
          <ac:cxnSpMkLst>
            <pc:docMk/>
            <pc:sldMk cId="3011132166" sldId="310"/>
            <ac:cxnSpMk id="6" creationId="{E20D9B16-627D-F6B1-6716-9CFACDD79EB6}"/>
          </ac:cxnSpMkLst>
        </pc:cxnChg>
        <pc:cxnChg chg="add mod">
          <ac:chgData name="Barenya Das" userId="e35ebc08-92ca-4f5c-ac07-71b9cfc27341" providerId="ADAL" clId="{957D9172-4998-40FF-97CD-C7C1153A75B6}" dt="2026-01-28T09:12:46.866" v="13552"/>
          <ac:cxnSpMkLst>
            <pc:docMk/>
            <pc:sldMk cId="3011132166" sldId="310"/>
            <ac:cxnSpMk id="7" creationId="{D8718D53-A65B-B0E4-3BE3-F5D527C52DE7}"/>
          </ac:cxnSpMkLst>
        </pc:cxnChg>
        <pc:cxnChg chg="add mod">
          <ac:chgData name="Barenya Das" userId="e35ebc08-92ca-4f5c-ac07-71b9cfc27341" providerId="ADAL" clId="{957D9172-4998-40FF-97CD-C7C1153A75B6}" dt="2026-01-28T09:12:46.866" v="13552"/>
          <ac:cxnSpMkLst>
            <pc:docMk/>
            <pc:sldMk cId="3011132166" sldId="310"/>
            <ac:cxnSpMk id="8" creationId="{39E97403-D5D2-FED9-3A4E-4ACF54335931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9T12:39:28.752" v="15505"/>
        <pc:sldMkLst>
          <pc:docMk/>
          <pc:sldMk cId="1239633881" sldId="311"/>
        </pc:sldMkLst>
        <pc:spChg chg="add mod">
          <ac:chgData name="Barenya Das" userId="e35ebc08-92ca-4f5c-ac07-71b9cfc27341" providerId="ADAL" clId="{957D9172-4998-40FF-97CD-C7C1153A75B6}" dt="2026-01-28T09:12:50.876" v="13554"/>
          <ac:spMkLst>
            <pc:docMk/>
            <pc:sldMk cId="1239633881" sldId="311"/>
            <ac:spMk id="2" creationId="{FDB62E28-38D0-1850-05F4-55D8FACA51C9}"/>
          </ac:spMkLst>
        </pc:spChg>
        <pc:spChg chg="add mod">
          <ac:chgData name="Barenya Das" userId="e35ebc08-92ca-4f5c-ac07-71b9cfc27341" providerId="ADAL" clId="{957D9172-4998-40FF-97CD-C7C1153A75B6}" dt="2026-01-28T09:12:50.876" v="13554"/>
          <ac:spMkLst>
            <pc:docMk/>
            <pc:sldMk cId="1239633881" sldId="311"/>
            <ac:spMk id="3" creationId="{CA04F8CC-7BEF-3C0C-32BC-3633011006B9}"/>
          </ac:spMkLst>
        </pc:spChg>
        <pc:spChg chg="add mod">
          <ac:chgData name="Barenya Das" userId="e35ebc08-92ca-4f5c-ac07-71b9cfc27341" providerId="ADAL" clId="{957D9172-4998-40FF-97CD-C7C1153A75B6}" dt="2026-01-28T09:12:50.876" v="13554"/>
          <ac:spMkLst>
            <pc:docMk/>
            <pc:sldMk cId="1239633881" sldId="311"/>
            <ac:spMk id="10" creationId="{A54CCC76-DD36-4910-1DFC-7BF40792B657}"/>
          </ac:spMkLst>
        </pc:spChg>
        <pc:spChg chg="add mod">
          <ac:chgData name="Barenya Das" userId="e35ebc08-92ca-4f5c-ac07-71b9cfc27341" providerId="ADAL" clId="{957D9172-4998-40FF-97CD-C7C1153A75B6}" dt="2026-01-28T09:12:50.876" v="13554"/>
          <ac:spMkLst>
            <pc:docMk/>
            <pc:sldMk cId="1239633881" sldId="311"/>
            <ac:spMk id="11" creationId="{AC2C50FB-AA09-D52C-C155-F111282F09EB}"/>
          </ac:spMkLst>
        </pc:spChg>
        <pc:spChg chg="add mod">
          <ac:chgData name="Barenya Das" userId="e35ebc08-92ca-4f5c-ac07-71b9cfc27341" providerId="ADAL" clId="{957D9172-4998-40FF-97CD-C7C1153A75B6}" dt="2026-01-29T12:21:07.252" v="15154"/>
          <ac:spMkLst>
            <pc:docMk/>
            <pc:sldMk cId="1239633881" sldId="311"/>
            <ac:spMk id="15" creationId="{13CB3741-D879-838E-6525-115D4AA304BA}"/>
          </ac:spMkLst>
        </pc:spChg>
        <pc:spChg chg="add mod">
          <ac:chgData name="Barenya Das" userId="e35ebc08-92ca-4f5c-ac07-71b9cfc27341" providerId="ADAL" clId="{957D9172-4998-40FF-97CD-C7C1153A75B6}" dt="2026-01-29T12:31:09.541" v="15300"/>
          <ac:spMkLst>
            <pc:docMk/>
            <pc:sldMk cId="1239633881" sldId="311"/>
            <ac:spMk id="16" creationId="{8298A473-A8F4-9B74-552F-1F28F2DD6AFA}"/>
          </ac:spMkLst>
        </pc:spChg>
        <pc:spChg chg="add mod">
          <ac:chgData name="Barenya Das" userId="e35ebc08-92ca-4f5c-ac07-71b9cfc27341" providerId="ADAL" clId="{957D9172-4998-40FF-97CD-C7C1153A75B6}" dt="2026-01-29T12:31:09.541" v="15300"/>
          <ac:spMkLst>
            <pc:docMk/>
            <pc:sldMk cId="1239633881" sldId="311"/>
            <ac:spMk id="17" creationId="{BD0B3D7F-8087-36B2-4C8F-849F34F42384}"/>
          </ac:spMkLst>
        </pc:spChg>
        <pc:spChg chg="add mod">
          <ac:chgData name="Barenya Das" userId="e35ebc08-92ca-4f5c-ac07-71b9cfc27341" providerId="ADAL" clId="{957D9172-4998-40FF-97CD-C7C1153A75B6}" dt="2026-01-29T12:31:09.541" v="15300"/>
          <ac:spMkLst>
            <pc:docMk/>
            <pc:sldMk cId="1239633881" sldId="311"/>
            <ac:spMk id="18" creationId="{2B4D85CD-A88F-C9C8-1E04-AF0BDA782FA9}"/>
          </ac:spMkLst>
        </pc:spChg>
        <pc:spChg chg="add mod">
          <ac:chgData name="Barenya Das" userId="e35ebc08-92ca-4f5c-ac07-71b9cfc27341" providerId="ADAL" clId="{957D9172-4998-40FF-97CD-C7C1153A75B6}" dt="2026-01-22T17:24:22.204" v="8594"/>
          <ac:spMkLst>
            <pc:docMk/>
            <pc:sldMk cId="1239633881" sldId="311"/>
            <ac:spMk id="20" creationId="{AFB2B26D-43AA-08B9-B1EB-184A2A89516E}"/>
          </ac:spMkLst>
        </pc:spChg>
        <pc:spChg chg="add mod">
          <ac:chgData name="Barenya Das" userId="e35ebc08-92ca-4f5c-ac07-71b9cfc27341" providerId="ADAL" clId="{957D9172-4998-40FF-97CD-C7C1153A75B6}" dt="2026-01-29T12:31:09.541" v="15300"/>
          <ac:spMkLst>
            <pc:docMk/>
            <pc:sldMk cId="1239633881" sldId="311"/>
            <ac:spMk id="21" creationId="{1754E0E4-7B7E-2DFE-93DE-2C86D4E42EAA}"/>
          </ac:spMkLst>
        </pc:spChg>
        <pc:spChg chg="add mod">
          <ac:chgData name="Barenya Das" userId="e35ebc08-92ca-4f5c-ac07-71b9cfc27341" providerId="ADAL" clId="{957D9172-4998-40FF-97CD-C7C1153A75B6}" dt="2026-01-29T12:31:09.541" v="15300"/>
          <ac:spMkLst>
            <pc:docMk/>
            <pc:sldMk cId="1239633881" sldId="311"/>
            <ac:spMk id="23" creationId="{61BC284F-6067-7BAE-790A-18673050D309}"/>
          </ac:spMkLst>
        </pc:spChg>
        <pc:spChg chg="add mod">
          <ac:chgData name="Barenya Das" userId="e35ebc08-92ca-4f5c-ac07-71b9cfc27341" providerId="ADAL" clId="{957D9172-4998-40FF-97CD-C7C1153A75B6}" dt="2026-01-29T12:37:15.237" v="15423"/>
          <ac:spMkLst>
            <pc:docMk/>
            <pc:sldMk cId="1239633881" sldId="311"/>
            <ac:spMk id="24" creationId="{6AAF7E76-F8A7-70BC-7BC5-65DC307BB758}"/>
          </ac:spMkLst>
        </pc:spChg>
        <pc:spChg chg="add mod">
          <ac:chgData name="Barenya Das" userId="e35ebc08-92ca-4f5c-ac07-71b9cfc27341" providerId="ADAL" clId="{957D9172-4998-40FF-97CD-C7C1153A75B6}" dt="2026-01-29T12:39:28.752" v="15505"/>
          <ac:spMkLst>
            <pc:docMk/>
            <pc:sldMk cId="1239633881" sldId="311"/>
            <ac:spMk id="25" creationId="{3C68304A-7E8B-283C-7F4A-39BD52C5832E}"/>
          </ac:spMkLst>
        </pc:spChg>
        <pc:spChg chg="add mod">
          <ac:chgData name="Barenya Das" userId="e35ebc08-92ca-4f5c-ac07-71b9cfc27341" providerId="ADAL" clId="{957D9172-4998-40FF-97CD-C7C1153A75B6}" dt="2026-01-27T06:32:50.882" v="9439"/>
          <ac:spMkLst>
            <pc:docMk/>
            <pc:sldMk cId="1239633881" sldId="311"/>
            <ac:spMk id="48" creationId="{AD32CB3F-B486-3540-6C22-D4149175009D}"/>
          </ac:spMkLst>
        </pc:spChg>
        <pc:spChg chg="add mod">
          <ac:chgData name="Barenya Das" userId="e35ebc08-92ca-4f5c-ac07-71b9cfc27341" providerId="ADAL" clId="{957D9172-4998-40FF-97CD-C7C1153A75B6}" dt="2026-01-27T06:44:31.720" v="9492"/>
          <ac:spMkLst>
            <pc:docMk/>
            <pc:sldMk cId="1239633881" sldId="311"/>
            <ac:spMk id="51" creationId="{23C4729C-37ED-E5D9-1871-964045B353DF}"/>
          </ac:spMkLst>
        </pc:spChg>
        <pc:picChg chg="add del mod ord">
          <ac:chgData name="Barenya Das" userId="e35ebc08-92ca-4f5c-ac07-71b9cfc27341" providerId="ADAL" clId="{957D9172-4998-40FF-97CD-C7C1153A75B6}" dt="2026-01-27T06:31:06.064" v="9399" actId="1076"/>
          <ac:picMkLst>
            <pc:docMk/>
            <pc:sldMk cId="1239633881" sldId="311"/>
            <ac:picMk id="19" creationId="{F996F1F3-A959-E8F4-18D1-D5F14FCBFC14}"/>
          </ac:picMkLst>
        </pc:picChg>
        <pc:picChg chg="add mod">
          <ac:chgData name="Barenya Das" userId="e35ebc08-92ca-4f5c-ac07-71b9cfc27341" providerId="ADAL" clId="{957D9172-4998-40FF-97CD-C7C1153A75B6}" dt="2026-01-27T06:30:32.166" v="9346"/>
          <ac:picMkLst>
            <pc:docMk/>
            <pc:sldMk cId="1239633881" sldId="311"/>
            <ac:picMk id="38" creationId="{7860C766-6D6D-2C7C-BBC4-A171C4543EDC}"/>
          </ac:picMkLst>
        </pc:picChg>
        <pc:picChg chg="add mod">
          <ac:chgData name="Barenya Das" userId="e35ebc08-92ca-4f5c-ac07-71b9cfc27341" providerId="ADAL" clId="{957D9172-4998-40FF-97CD-C7C1153A75B6}" dt="2026-01-27T06:30:32.166" v="9346"/>
          <ac:picMkLst>
            <pc:docMk/>
            <pc:sldMk cId="1239633881" sldId="311"/>
            <ac:picMk id="39" creationId="{EE805957-E56D-7606-8B26-0B0874D5B3F2}"/>
          </ac:picMkLst>
        </pc:picChg>
        <pc:picChg chg="add mod">
          <ac:chgData name="Barenya Das" userId="e35ebc08-92ca-4f5c-ac07-71b9cfc27341" providerId="ADAL" clId="{957D9172-4998-40FF-97CD-C7C1153A75B6}" dt="2026-01-27T06:30:32.166" v="9346"/>
          <ac:picMkLst>
            <pc:docMk/>
            <pc:sldMk cId="1239633881" sldId="311"/>
            <ac:picMk id="40" creationId="{0EAA460B-4CED-9A74-C4E5-8F88551B1919}"/>
          </ac:picMkLst>
        </pc:picChg>
        <pc:picChg chg="add mod ord">
          <ac:chgData name="Barenya Das" userId="e35ebc08-92ca-4f5c-ac07-71b9cfc27341" providerId="ADAL" clId="{957D9172-4998-40FF-97CD-C7C1153A75B6}" dt="2026-01-27T06:30:50.644" v="9350" actId="167"/>
          <ac:picMkLst>
            <pc:docMk/>
            <pc:sldMk cId="1239633881" sldId="311"/>
            <ac:picMk id="41" creationId="{CC12C042-C3CA-2C66-0205-E1A951561B69}"/>
          </ac:picMkLst>
        </pc:picChg>
        <pc:picChg chg="add mod">
          <ac:chgData name="Barenya Das" userId="e35ebc08-92ca-4f5c-ac07-71b9cfc27341" providerId="ADAL" clId="{957D9172-4998-40FF-97CD-C7C1153A75B6}" dt="2026-01-27T06:30:40.129" v="9348" actId="208"/>
          <ac:picMkLst>
            <pc:docMk/>
            <pc:sldMk cId="1239633881" sldId="311"/>
            <ac:picMk id="47" creationId="{C513B631-6E97-3CCA-B012-3EEA8FC150AD}"/>
          </ac:picMkLst>
        </pc:picChg>
        <pc:inkChg chg="add mod">
          <ac:chgData name="Barenya Das" userId="e35ebc08-92ca-4f5c-ac07-71b9cfc27341" providerId="ADAL" clId="{957D9172-4998-40FF-97CD-C7C1153A75B6}" dt="2026-01-27T06:31:08.652" v="9404" actId="1036"/>
          <ac:inkMkLst>
            <pc:docMk/>
            <pc:sldMk cId="1239633881" sldId="311"/>
            <ac:inkMk id="5" creationId="{3045DA1B-7A99-DE34-3EE0-F14698FEB2A4}"/>
          </ac:inkMkLst>
        </pc:inkChg>
        <pc:inkChg chg="add mod">
          <ac:chgData name="Barenya Das" userId="e35ebc08-92ca-4f5c-ac07-71b9cfc27341" providerId="ADAL" clId="{957D9172-4998-40FF-97CD-C7C1153A75B6}" dt="2026-01-29T11:12:49.791" v="13688" actId="1036"/>
          <ac:inkMkLst>
            <pc:docMk/>
            <pc:sldMk cId="1239633881" sldId="311"/>
            <ac:inkMk id="12" creationId="{7598853D-976A-A5E3-8FA7-742B346643FB}"/>
          </ac:inkMkLst>
        </pc:inkChg>
        <pc:cxnChg chg="add mod">
          <ac:chgData name="Barenya Das" userId="e35ebc08-92ca-4f5c-ac07-71b9cfc27341" providerId="ADAL" clId="{957D9172-4998-40FF-97CD-C7C1153A75B6}" dt="2026-01-28T09:12:50.876" v="13554"/>
          <ac:cxnSpMkLst>
            <pc:docMk/>
            <pc:sldMk cId="1239633881" sldId="311"/>
            <ac:cxnSpMk id="6" creationId="{080CB18D-C32C-6C1D-88C8-F6FF8023DAB2}"/>
          </ac:cxnSpMkLst>
        </pc:cxnChg>
        <pc:cxnChg chg="add mod">
          <ac:chgData name="Barenya Das" userId="e35ebc08-92ca-4f5c-ac07-71b9cfc27341" providerId="ADAL" clId="{957D9172-4998-40FF-97CD-C7C1153A75B6}" dt="2026-01-28T09:12:50.876" v="13554"/>
          <ac:cxnSpMkLst>
            <pc:docMk/>
            <pc:sldMk cId="1239633881" sldId="311"/>
            <ac:cxnSpMk id="7" creationId="{A3BD2D3A-E377-65B8-649A-1C164E595EF6}"/>
          </ac:cxnSpMkLst>
        </pc:cxnChg>
        <pc:cxnChg chg="add mod">
          <ac:chgData name="Barenya Das" userId="e35ebc08-92ca-4f5c-ac07-71b9cfc27341" providerId="ADAL" clId="{957D9172-4998-40FF-97CD-C7C1153A75B6}" dt="2026-01-28T09:12:50.876" v="13554"/>
          <ac:cxnSpMkLst>
            <pc:docMk/>
            <pc:sldMk cId="1239633881" sldId="311"/>
            <ac:cxnSpMk id="8" creationId="{5DF523B2-3D20-E4E7-3222-AE900141FDD6}"/>
          </ac:cxnSpMkLst>
        </pc:cxnChg>
        <pc:cxnChg chg="add mod">
          <ac:chgData name="Barenya Das" userId="e35ebc08-92ca-4f5c-ac07-71b9cfc27341" providerId="ADAL" clId="{957D9172-4998-40FF-97CD-C7C1153A75B6}" dt="2026-01-28T09:12:50.876" v="13554"/>
          <ac:cxnSpMkLst>
            <pc:docMk/>
            <pc:sldMk cId="1239633881" sldId="311"/>
            <ac:cxnSpMk id="9" creationId="{C1E8519A-9CD7-A9F8-6C1A-7BF2DABEB088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9T12:39:45.281" v="15511"/>
        <pc:sldMkLst>
          <pc:docMk/>
          <pc:sldMk cId="4089954001" sldId="312"/>
        </pc:sldMkLst>
        <pc:spChg chg="add mod">
          <ac:chgData name="Barenya Das" userId="e35ebc08-92ca-4f5c-ac07-71b9cfc27341" providerId="ADAL" clId="{957D9172-4998-40FF-97CD-C7C1153A75B6}" dt="2026-01-28T09:12:45.618" v="13551"/>
          <ac:spMkLst>
            <pc:docMk/>
            <pc:sldMk cId="4089954001" sldId="312"/>
            <ac:spMk id="3" creationId="{C24A5F12-8449-D77C-2E36-2B501AFB50BF}"/>
          </ac:spMkLst>
        </pc:spChg>
        <pc:spChg chg="add mod">
          <ac:chgData name="Barenya Das" userId="e35ebc08-92ca-4f5c-ac07-71b9cfc27341" providerId="ADAL" clId="{957D9172-4998-40FF-97CD-C7C1153A75B6}" dt="2026-01-28T09:12:45.618" v="13551"/>
          <ac:spMkLst>
            <pc:docMk/>
            <pc:sldMk cId="4089954001" sldId="312"/>
            <ac:spMk id="4" creationId="{C6F6042D-5B1D-7AE1-A028-CE098CD0CCAC}"/>
          </ac:spMkLst>
        </pc:spChg>
        <pc:spChg chg="add mod">
          <ac:chgData name="Barenya Das" userId="e35ebc08-92ca-4f5c-ac07-71b9cfc27341" providerId="ADAL" clId="{957D9172-4998-40FF-97CD-C7C1153A75B6}" dt="2026-01-22T17:24:26.545" v="8597"/>
          <ac:spMkLst>
            <pc:docMk/>
            <pc:sldMk cId="4089954001" sldId="312"/>
            <ac:spMk id="8" creationId="{14D80156-7A4E-0F84-87BC-778843D1E7E4}"/>
          </ac:spMkLst>
        </pc:spChg>
        <pc:spChg chg="add mod">
          <ac:chgData name="Barenya Das" userId="e35ebc08-92ca-4f5c-ac07-71b9cfc27341" providerId="ADAL" clId="{957D9172-4998-40FF-97CD-C7C1153A75B6}" dt="2026-01-28T09:12:45.618" v="13551"/>
          <ac:spMkLst>
            <pc:docMk/>
            <pc:sldMk cId="4089954001" sldId="312"/>
            <ac:spMk id="11" creationId="{E1796529-0790-B47D-F640-AB517CE1784C}"/>
          </ac:spMkLst>
        </pc:spChg>
        <pc:spChg chg="add mod">
          <ac:chgData name="Barenya Das" userId="e35ebc08-92ca-4f5c-ac07-71b9cfc27341" providerId="ADAL" clId="{957D9172-4998-40FF-97CD-C7C1153A75B6}" dt="2026-01-28T09:12:45.618" v="13551"/>
          <ac:spMkLst>
            <pc:docMk/>
            <pc:sldMk cId="4089954001" sldId="312"/>
            <ac:spMk id="12" creationId="{B96ED0A9-06B5-D19A-B99F-9DD078408B6B}"/>
          </ac:spMkLst>
        </pc:spChg>
        <pc:spChg chg="add mod">
          <ac:chgData name="Barenya Das" userId="e35ebc08-92ca-4f5c-ac07-71b9cfc27341" providerId="ADAL" clId="{957D9172-4998-40FF-97CD-C7C1153A75B6}" dt="2026-01-29T12:21:34.068" v="15160"/>
          <ac:spMkLst>
            <pc:docMk/>
            <pc:sldMk cId="4089954001" sldId="312"/>
            <ac:spMk id="17" creationId="{D9606B50-FE77-0955-D81C-3BD3E7189154}"/>
          </ac:spMkLst>
        </pc:spChg>
        <pc:spChg chg="add mod">
          <ac:chgData name="Barenya Das" userId="e35ebc08-92ca-4f5c-ac07-71b9cfc27341" providerId="ADAL" clId="{957D9172-4998-40FF-97CD-C7C1153A75B6}" dt="2026-01-29T12:31:32.783" v="15306"/>
          <ac:spMkLst>
            <pc:docMk/>
            <pc:sldMk cId="4089954001" sldId="312"/>
            <ac:spMk id="18" creationId="{A92782D8-4704-41B2-6768-8B399F4D3B47}"/>
          </ac:spMkLst>
        </pc:spChg>
        <pc:spChg chg="add mod">
          <ac:chgData name="Barenya Das" userId="e35ebc08-92ca-4f5c-ac07-71b9cfc27341" providerId="ADAL" clId="{957D9172-4998-40FF-97CD-C7C1153A75B6}" dt="2026-01-29T12:31:32.783" v="15306"/>
          <ac:spMkLst>
            <pc:docMk/>
            <pc:sldMk cId="4089954001" sldId="312"/>
            <ac:spMk id="20" creationId="{AFCA25C4-2808-AE96-7864-8DDAC7166747}"/>
          </ac:spMkLst>
        </pc:spChg>
        <pc:spChg chg="add mod">
          <ac:chgData name="Barenya Das" userId="e35ebc08-92ca-4f5c-ac07-71b9cfc27341" providerId="ADAL" clId="{957D9172-4998-40FF-97CD-C7C1153A75B6}" dt="2026-01-29T12:31:32.783" v="15306"/>
          <ac:spMkLst>
            <pc:docMk/>
            <pc:sldMk cId="4089954001" sldId="312"/>
            <ac:spMk id="21" creationId="{8113ADCF-B212-F43D-5E4C-B0E44719559C}"/>
          </ac:spMkLst>
        </pc:spChg>
        <pc:spChg chg="add mod">
          <ac:chgData name="Barenya Das" userId="e35ebc08-92ca-4f5c-ac07-71b9cfc27341" providerId="ADAL" clId="{957D9172-4998-40FF-97CD-C7C1153A75B6}" dt="2026-01-29T12:31:32.783" v="15306"/>
          <ac:spMkLst>
            <pc:docMk/>
            <pc:sldMk cId="4089954001" sldId="312"/>
            <ac:spMk id="23" creationId="{9E24EA84-8F78-933C-64E4-2738E5A36299}"/>
          </ac:spMkLst>
        </pc:spChg>
        <pc:spChg chg="add mod">
          <ac:chgData name="Barenya Das" userId="e35ebc08-92ca-4f5c-ac07-71b9cfc27341" providerId="ADAL" clId="{957D9172-4998-40FF-97CD-C7C1153A75B6}" dt="2026-01-29T12:31:32.783" v="15306"/>
          <ac:spMkLst>
            <pc:docMk/>
            <pc:sldMk cId="4089954001" sldId="312"/>
            <ac:spMk id="24" creationId="{AA2D58B5-364A-4114-A1E4-D8BC69580C95}"/>
          </ac:spMkLst>
        </pc:spChg>
        <pc:spChg chg="add mod">
          <ac:chgData name="Barenya Das" userId="e35ebc08-92ca-4f5c-ac07-71b9cfc27341" providerId="ADAL" clId="{957D9172-4998-40FF-97CD-C7C1153A75B6}" dt="2026-01-29T12:37:00.668" v="15417"/>
          <ac:spMkLst>
            <pc:docMk/>
            <pc:sldMk cId="4089954001" sldId="312"/>
            <ac:spMk id="26" creationId="{9605B55E-F0C9-45A9-6B58-6D0FCD8047B3}"/>
          </ac:spMkLst>
        </pc:spChg>
        <pc:spChg chg="add mod">
          <ac:chgData name="Barenya Das" userId="e35ebc08-92ca-4f5c-ac07-71b9cfc27341" providerId="ADAL" clId="{957D9172-4998-40FF-97CD-C7C1153A75B6}" dt="2026-01-27T06:33:04.701" v="9445"/>
          <ac:spMkLst>
            <pc:docMk/>
            <pc:sldMk cId="4089954001" sldId="312"/>
            <ac:spMk id="37" creationId="{FD367817-0525-E468-1FDF-22A434B46B6E}"/>
          </ac:spMkLst>
        </pc:spChg>
        <pc:spChg chg="add mod">
          <ac:chgData name="Barenya Das" userId="e35ebc08-92ca-4f5c-ac07-71b9cfc27341" providerId="ADAL" clId="{957D9172-4998-40FF-97CD-C7C1153A75B6}" dt="2026-01-27T06:44:36.300" v="9495"/>
          <ac:spMkLst>
            <pc:docMk/>
            <pc:sldMk cId="4089954001" sldId="312"/>
            <ac:spMk id="38" creationId="{C4D8E9E0-5F98-5F58-677F-D048D53E84C4}"/>
          </ac:spMkLst>
        </pc:spChg>
        <pc:spChg chg="add mod">
          <ac:chgData name="Barenya Das" userId="e35ebc08-92ca-4f5c-ac07-71b9cfc27341" providerId="ADAL" clId="{957D9172-4998-40FF-97CD-C7C1153A75B6}" dt="2026-01-29T12:39:45.281" v="15511"/>
          <ac:spMkLst>
            <pc:docMk/>
            <pc:sldMk cId="4089954001" sldId="312"/>
            <ac:spMk id="39" creationId="{BCA2A96A-A187-B96C-5DA8-A8C375EA60E3}"/>
          </ac:spMkLst>
        </pc:spChg>
        <pc:picChg chg="add mod">
          <ac:chgData name="Barenya Das" userId="e35ebc08-92ca-4f5c-ac07-71b9cfc27341" providerId="ADAL" clId="{957D9172-4998-40FF-97CD-C7C1153A75B6}" dt="2026-01-27T06:29:13.081" v="9311"/>
          <ac:picMkLst>
            <pc:docMk/>
            <pc:sldMk cId="4089954001" sldId="312"/>
            <ac:picMk id="27" creationId="{DE86A57B-D4D9-8E36-BBB8-22484DB148AE}"/>
          </ac:picMkLst>
        </pc:picChg>
        <pc:picChg chg="add mod">
          <ac:chgData name="Barenya Das" userId="e35ebc08-92ca-4f5c-ac07-71b9cfc27341" providerId="ADAL" clId="{957D9172-4998-40FF-97CD-C7C1153A75B6}" dt="2026-01-27T06:29:13.081" v="9311"/>
          <ac:picMkLst>
            <pc:docMk/>
            <pc:sldMk cId="4089954001" sldId="312"/>
            <ac:picMk id="28" creationId="{FD675750-0AE4-99FA-4C89-D1CD0181337F}"/>
          </ac:picMkLst>
        </pc:picChg>
        <pc:picChg chg="add mod">
          <ac:chgData name="Barenya Das" userId="e35ebc08-92ca-4f5c-ac07-71b9cfc27341" providerId="ADAL" clId="{957D9172-4998-40FF-97CD-C7C1153A75B6}" dt="2026-01-27T06:29:13.081" v="9311"/>
          <ac:picMkLst>
            <pc:docMk/>
            <pc:sldMk cId="4089954001" sldId="312"/>
            <ac:picMk id="29" creationId="{52B0253E-2873-D784-1F7D-31393BB8BA4F}"/>
          </ac:picMkLst>
        </pc:picChg>
        <pc:picChg chg="add mod">
          <ac:chgData name="Barenya Das" userId="e35ebc08-92ca-4f5c-ac07-71b9cfc27341" providerId="ADAL" clId="{957D9172-4998-40FF-97CD-C7C1153A75B6}" dt="2026-01-27T06:29:13.081" v="9311"/>
          <ac:picMkLst>
            <pc:docMk/>
            <pc:sldMk cId="4089954001" sldId="312"/>
            <ac:picMk id="30" creationId="{967DC144-4EAD-BACA-54FC-F6AFD3DEC639}"/>
          </ac:picMkLst>
        </pc:picChg>
        <pc:picChg chg="add mod">
          <ac:chgData name="Barenya Das" userId="e35ebc08-92ca-4f5c-ac07-71b9cfc27341" providerId="ADAL" clId="{957D9172-4998-40FF-97CD-C7C1153A75B6}" dt="2026-01-27T06:29:13.081" v="9311"/>
          <ac:picMkLst>
            <pc:docMk/>
            <pc:sldMk cId="4089954001" sldId="312"/>
            <ac:picMk id="36" creationId="{FA9E4250-0A41-695C-C94E-D27C2158A220}"/>
          </ac:picMkLst>
        </pc:picChg>
        <pc:inkChg chg="add mod">
          <ac:chgData name="Barenya Das" userId="e35ebc08-92ca-4f5c-ac07-71b9cfc27341" providerId="ADAL" clId="{957D9172-4998-40FF-97CD-C7C1153A75B6}" dt="2026-01-29T11:13:12.958" v="13693"/>
          <ac:inkMkLst>
            <pc:docMk/>
            <pc:sldMk cId="4089954001" sldId="312"/>
            <ac:inkMk id="13" creationId="{92CB5219-2F94-2428-E7DA-0EEE3D84A7FB}"/>
          </ac:inkMkLst>
        </pc:inkChg>
        <pc:cxnChg chg="add mod">
          <ac:chgData name="Barenya Das" userId="e35ebc08-92ca-4f5c-ac07-71b9cfc27341" providerId="ADAL" clId="{957D9172-4998-40FF-97CD-C7C1153A75B6}" dt="2026-01-28T09:12:45.618" v="13551"/>
          <ac:cxnSpMkLst>
            <pc:docMk/>
            <pc:sldMk cId="4089954001" sldId="312"/>
            <ac:cxnSpMk id="5" creationId="{003204EE-1BB7-7315-EB99-EE20EBA4F22D}"/>
          </ac:cxnSpMkLst>
        </pc:cxnChg>
        <pc:cxnChg chg="add mod">
          <ac:chgData name="Barenya Das" userId="e35ebc08-92ca-4f5c-ac07-71b9cfc27341" providerId="ADAL" clId="{957D9172-4998-40FF-97CD-C7C1153A75B6}" dt="2026-01-28T09:12:45.618" v="13551"/>
          <ac:cxnSpMkLst>
            <pc:docMk/>
            <pc:sldMk cId="4089954001" sldId="312"/>
            <ac:cxnSpMk id="6" creationId="{6E795D3A-CC3C-E9AA-7223-A1B2F8F7B049}"/>
          </ac:cxnSpMkLst>
        </pc:cxnChg>
        <pc:cxnChg chg="add mod">
          <ac:chgData name="Barenya Das" userId="e35ebc08-92ca-4f5c-ac07-71b9cfc27341" providerId="ADAL" clId="{957D9172-4998-40FF-97CD-C7C1153A75B6}" dt="2026-01-28T09:12:45.618" v="13551"/>
          <ac:cxnSpMkLst>
            <pc:docMk/>
            <pc:sldMk cId="4089954001" sldId="312"/>
            <ac:cxnSpMk id="7" creationId="{EE9EA4E6-BBDC-2489-408D-ECEACF9D6644}"/>
          </ac:cxnSpMkLst>
        </pc:cxnChg>
        <pc:cxnChg chg="add mod">
          <ac:chgData name="Barenya Das" userId="e35ebc08-92ca-4f5c-ac07-71b9cfc27341" providerId="ADAL" clId="{957D9172-4998-40FF-97CD-C7C1153A75B6}" dt="2026-01-28T09:12:45.618" v="13551"/>
          <ac:cxnSpMkLst>
            <pc:docMk/>
            <pc:sldMk cId="4089954001" sldId="312"/>
            <ac:cxnSpMk id="9" creationId="{47DC035E-19E7-BBE6-27EB-5C22BD3AC351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9T12:39:49.386" v="15513"/>
        <pc:sldMkLst>
          <pc:docMk/>
          <pc:sldMk cId="1670898574" sldId="313"/>
        </pc:sldMkLst>
        <pc:spChg chg="add mod">
          <ac:chgData name="Barenya Das" userId="e35ebc08-92ca-4f5c-ac07-71b9cfc27341" providerId="ADAL" clId="{957D9172-4998-40FF-97CD-C7C1153A75B6}" dt="2026-01-28T09:12:43.608" v="13550"/>
          <ac:spMkLst>
            <pc:docMk/>
            <pc:sldMk cId="1670898574" sldId="313"/>
            <ac:spMk id="3" creationId="{DF5B291C-D53F-232F-82A4-90F8D63AF84E}"/>
          </ac:spMkLst>
        </pc:spChg>
        <pc:spChg chg="add mod">
          <ac:chgData name="Barenya Das" userId="e35ebc08-92ca-4f5c-ac07-71b9cfc27341" providerId="ADAL" clId="{957D9172-4998-40FF-97CD-C7C1153A75B6}" dt="2026-01-28T09:12:43.608" v="13550"/>
          <ac:spMkLst>
            <pc:docMk/>
            <pc:sldMk cId="1670898574" sldId="313"/>
            <ac:spMk id="4" creationId="{FB658059-A367-C920-02BC-2EE15F9422AA}"/>
          </ac:spMkLst>
        </pc:spChg>
        <pc:spChg chg="add mod">
          <ac:chgData name="Barenya Das" userId="e35ebc08-92ca-4f5c-ac07-71b9cfc27341" providerId="ADAL" clId="{957D9172-4998-40FF-97CD-C7C1153A75B6}" dt="2026-01-28T09:12:43.608" v="13550"/>
          <ac:spMkLst>
            <pc:docMk/>
            <pc:sldMk cId="1670898574" sldId="313"/>
            <ac:spMk id="9" creationId="{15346295-4CCC-CC36-4AC7-5B10A0C58ABB}"/>
          </ac:spMkLst>
        </pc:spChg>
        <pc:spChg chg="add mod">
          <ac:chgData name="Barenya Das" userId="e35ebc08-92ca-4f5c-ac07-71b9cfc27341" providerId="ADAL" clId="{957D9172-4998-40FF-97CD-C7C1153A75B6}" dt="2026-01-22T17:24:27.298" v="8598"/>
          <ac:spMkLst>
            <pc:docMk/>
            <pc:sldMk cId="1670898574" sldId="313"/>
            <ac:spMk id="10" creationId="{CB146743-8AC7-BB8B-C34D-171B578C27F9}"/>
          </ac:spMkLst>
        </pc:spChg>
        <pc:spChg chg="add mod">
          <ac:chgData name="Barenya Das" userId="e35ebc08-92ca-4f5c-ac07-71b9cfc27341" providerId="ADAL" clId="{957D9172-4998-40FF-97CD-C7C1153A75B6}" dt="2026-01-28T09:12:43.608" v="13550"/>
          <ac:spMkLst>
            <pc:docMk/>
            <pc:sldMk cId="1670898574" sldId="313"/>
            <ac:spMk id="11" creationId="{5155FB86-9977-5C6D-32EC-941838E821B6}"/>
          </ac:spMkLst>
        </pc:spChg>
        <pc:spChg chg="add mod">
          <ac:chgData name="Barenya Das" userId="e35ebc08-92ca-4f5c-ac07-71b9cfc27341" providerId="ADAL" clId="{957D9172-4998-40FF-97CD-C7C1153A75B6}" dt="2026-01-29T12:21:39.731" v="15162"/>
          <ac:spMkLst>
            <pc:docMk/>
            <pc:sldMk cId="1670898574" sldId="313"/>
            <ac:spMk id="17" creationId="{B50CFEE7-7E3E-3B5A-6E69-5F85A3DC61EE}"/>
          </ac:spMkLst>
        </pc:spChg>
        <pc:spChg chg="add mod">
          <ac:chgData name="Barenya Das" userId="e35ebc08-92ca-4f5c-ac07-71b9cfc27341" providerId="ADAL" clId="{957D9172-4998-40FF-97CD-C7C1153A75B6}" dt="2026-01-29T12:31:41.994" v="15308"/>
          <ac:spMkLst>
            <pc:docMk/>
            <pc:sldMk cId="1670898574" sldId="313"/>
            <ac:spMk id="18" creationId="{FFC4ECB8-FAE2-B27E-42AE-D0F31FC7223D}"/>
          </ac:spMkLst>
        </pc:spChg>
        <pc:spChg chg="add mod">
          <ac:chgData name="Barenya Das" userId="e35ebc08-92ca-4f5c-ac07-71b9cfc27341" providerId="ADAL" clId="{957D9172-4998-40FF-97CD-C7C1153A75B6}" dt="2026-01-29T12:31:41.994" v="15308"/>
          <ac:spMkLst>
            <pc:docMk/>
            <pc:sldMk cId="1670898574" sldId="313"/>
            <ac:spMk id="20" creationId="{5759375E-B459-9D18-FAAE-08DEF3A0EA5F}"/>
          </ac:spMkLst>
        </pc:spChg>
        <pc:spChg chg="add mod">
          <ac:chgData name="Barenya Das" userId="e35ebc08-92ca-4f5c-ac07-71b9cfc27341" providerId="ADAL" clId="{957D9172-4998-40FF-97CD-C7C1153A75B6}" dt="2026-01-29T12:31:41.994" v="15308"/>
          <ac:spMkLst>
            <pc:docMk/>
            <pc:sldMk cId="1670898574" sldId="313"/>
            <ac:spMk id="21" creationId="{7778EE03-4478-E4BB-D599-36242FD4AF16}"/>
          </ac:spMkLst>
        </pc:spChg>
        <pc:spChg chg="add mod">
          <ac:chgData name="Barenya Das" userId="e35ebc08-92ca-4f5c-ac07-71b9cfc27341" providerId="ADAL" clId="{957D9172-4998-40FF-97CD-C7C1153A75B6}" dt="2026-01-29T12:31:41.994" v="15308"/>
          <ac:spMkLst>
            <pc:docMk/>
            <pc:sldMk cId="1670898574" sldId="313"/>
            <ac:spMk id="23" creationId="{00FD7280-EFAC-F7D2-7EAE-4F9099D689F9}"/>
          </ac:spMkLst>
        </pc:spChg>
        <pc:spChg chg="add mod">
          <ac:chgData name="Barenya Das" userId="e35ebc08-92ca-4f5c-ac07-71b9cfc27341" providerId="ADAL" clId="{957D9172-4998-40FF-97CD-C7C1153A75B6}" dt="2026-01-29T12:31:41.994" v="15308"/>
          <ac:spMkLst>
            <pc:docMk/>
            <pc:sldMk cId="1670898574" sldId="313"/>
            <ac:spMk id="24" creationId="{B4B7CB0B-7A7E-2372-F02E-8017F00ACAC0}"/>
          </ac:spMkLst>
        </pc:spChg>
        <pc:spChg chg="add mod">
          <ac:chgData name="Barenya Das" userId="e35ebc08-92ca-4f5c-ac07-71b9cfc27341" providerId="ADAL" clId="{957D9172-4998-40FF-97CD-C7C1153A75B6}" dt="2026-01-29T12:36:56.325" v="15415"/>
          <ac:spMkLst>
            <pc:docMk/>
            <pc:sldMk cId="1670898574" sldId="313"/>
            <ac:spMk id="25" creationId="{27BB543F-3D23-15E9-BFC2-39CC9B5956C5}"/>
          </ac:spMkLst>
        </pc:spChg>
        <pc:spChg chg="add mod">
          <ac:chgData name="Barenya Das" userId="e35ebc08-92ca-4f5c-ac07-71b9cfc27341" providerId="ADAL" clId="{957D9172-4998-40FF-97CD-C7C1153A75B6}" dt="2026-01-29T12:39:49.386" v="15513"/>
          <ac:spMkLst>
            <pc:docMk/>
            <pc:sldMk cId="1670898574" sldId="313"/>
            <ac:spMk id="26" creationId="{D94EF2CD-1337-6110-AFF2-510A75434466}"/>
          </ac:spMkLst>
        </pc:spChg>
        <pc:spChg chg="add mod">
          <ac:chgData name="Barenya Das" userId="e35ebc08-92ca-4f5c-ac07-71b9cfc27341" providerId="ADAL" clId="{957D9172-4998-40FF-97CD-C7C1153A75B6}" dt="2026-01-27T06:33:09.791" v="9447"/>
          <ac:spMkLst>
            <pc:docMk/>
            <pc:sldMk cId="1670898574" sldId="313"/>
            <ac:spMk id="39" creationId="{E163E994-F5D3-FCDA-19BD-7C3023D67B79}"/>
          </ac:spMkLst>
        </pc:spChg>
        <pc:spChg chg="add mod">
          <ac:chgData name="Barenya Das" userId="e35ebc08-92ca-4f5c-ac07-71b9cfc27341" providerId="ADAL" clId="{957D9172-4998-40FF-97CD-C7C1153A75B6}" dt="2026-01-27T06:44:37.527" v="9496"/>
          <ac:spMkLst>
            <pc:docMk/>
            <pc:sldMk cId="1670898574" sldId="313"/>
            <ac:spMk id="40" creationId="{B50D84B3-6C95-4858-4F9B-89AD99CA2751}"/>
          </ac:spMkLst>
        </pc:spChg>
        <pc:picChg chg="add mod">
          <ac:chgData name="Barenya Das" userId="e35ebc08-92ca-4f5c-ac07-71b9cfc27341" providerId="ADAL" clId="{957D9172-4998-40FF-97CD-C7C1153A75B6}" dt="2026-01-27T06:28:38.435" v="9307"/>
          <ac:picMkLst>
            <pc:docMk/>
            <pc:sldMk cId="1670898574" sldId="313"/>
            <ac:picMk id="28" creationId="{62BA3A6E-9C0C-6206-949F-5FA86E85C513}"/>
          </ac:picMkLst>
        </pc:picChg>
        <pc:picChg chg="add mod">
          <ac:chgData name="Barenya Das" userId="e35ebc08-92ca-4f5c-ac07-71b9cfc27341" providerId="ADAL" clId="{957D9172-4998-40FF-97CD-C7C1153A75B6}" dt="2026-01-27T06:28:38.435" v="9307"/>
          <ac:picMkLst>
            <pc:docMk/>
            <pc:sldMk cId="1670898574" sldId="313"/>
            <ac:picMk id="29" creationId="{BECFB733-BF48-AD12-BEDB-A19E7DE6A680}"/>
          </ac:picMkLst>
        </pc:picChg>
        <pc:picChg chg="add mod">
          <ac:chgData name="Barenya Das" userId="e35ebc08-92ca-4f5c-ac07-71b9cfc27341" providerId="ADAL" clId="{957D9172-4998-40FF-97CD-C7C1153A75B6}" dt="2026-01-27T06:28:38.435" v="9307"/>
          <ac:picMkLst>
            <pc:docMk/>
            <pc:sldMk cId="1670898574" sldId="313"/>
            <ac:picMk id="30" creationId="{AE803D4C-A2DE-C92A-4490-4E7352CF97FF}"/>
          </ac:picMkLst>
        </pc:picChg>
        <pc:picChg chg="add mod">
          <ac:chgData name="Barenya Das" userId="e35ebc08-92ca-4f5c-ac07-71b9cfc27341" providerId="ADAL" clId="{957D9172-4998-40FF-97CD-C7C1153A75B6}" dt="2026-01-27T06:28:38.435" v="9307"/>
          <ac:picMkLst>
            <pc:docMk/>
            <pc:sldMk cId="1670898574" sldId="313"/>
            <ac:picMk id="31" creationId="{9BF6C58F-F5BC-3045-13BF-FA4E466F6916}"/>
          </ac:picMkLst>
        </pc:picChg>
        <pc:picChg chg="add mod">
          <ac:chgData name="Barenya Das" userId="e35ebc08-92ca-4f5c-ac07-71b9cfc27341" providerId="ADAL" clId="{957D9172-4998-40FF-97CD-C7C1153A75B6}" dt="2026-01-27T06:28:38.435" v="9307"/>
          <ac:picMkLst>
            <pc:docMk/>
            <pc:sldMk cId="1670898574" sldId="313"/>
            <ac:picMk id="37" creationId="{A2ACC6E6-AC09-609E-C159-BBDBA46CC73B}"/>
          </ac:picMkLst>
        </pc:picChg>
        <pc:picChg chg="add mod">
          <ac:chgData name="Barenya Das" userId="e35ebc08-92ca-4f5c-ac07-71b9cfc27341" providerId="ADAL" clId="{957D9172-4998-40FF-97CD-C7C1153A75B6}" dt="2026-01-27T06:28:45.354" v="9308"/>
          <ac:picMkLst>
            <pc:docMk/>
            <pc:sldMk cId="1670898574" sldId="313"/>
            <ac:picMk id="38" creationId="{58FC173C-71FA-5FD6-F0F4-8E416196B3EE}"/>
          </ac:picMkLst>
        </pc:picChg>
        <pc:inkChg chg="add mod">
          <ac:chgData name="Barenya Das" userId="e35ebc08-92ca-4f5c-ac07-71b9cfc27341" providerId="ADAL" clId="{957D9172-4998-40FF-97CD-C7C1153A75B6}" dt="2026-01-29T11:13:17.068" v="13694"/>
          <ac:inkMkLst>
            <pc:docMk/>
            <pc:sldMk cId="1670898574" sldId="313"/>
            <ac:inkMk id="13" creationId="{39D8AABD-B87C-2744-649B-F0D7C44B3EFD}"/>
          </ac:inkMkLst>
        </pc:inkChg>
        <pc:cxnChg chg="add mod">
          <ac:chgData name="Barenya Das" userId="e35ebc08-92ca-4f5c-ac07-71b9cfc27341" providerId="ADAL" clId="{957D9172-4998-40FF-97CD-C7C1153A75B6}" dt="2026-01-28T09:12:43.608" v="13550"/>
          <ac:cxnSpMkLst>
            <pc:docMk/>
            <pc:sldMk cId="1670898574" sldId="313"/>
            <ac:cxnSpMk id="5" creationId="{8C55F19B-0CC4-83D1-DC0D-E6B05409F6BC}"/>
          </ac:cxnSpMkLst>
        </pc:cxnChg>
        <pc:cxnChg chg="add mod">
          <ac:chgData name="Barenya Das" userId="e35ebc08-92ca-4f5c-ac07-71b9cfc27341" providerId="ADAL" clId="{957D9172-4998-40FF-97CD-C7C1153A75B6}" dt="2026-01-28T09:12:43.608" v="13550"/>
          <ac:cxnSpMkLst>
            <pc:docMk/>
            <pc:sldMk cId="1670898574" sldId="313"/>
            <ac:cxnSpMk id="6" creationId="{00967332-BF46-A08B-0245-D794A5AB4283}"/>
          </ac:cxnSpMkLst>
        </pc:cxnChg>
        <pc:cxnChg chg="add mod">
          <ac:chgData name="Barenya Das" userId="e35ebc08-92ca-4f5c-ac07-71b9cfc27341" providerId="ADAL" clId="{957D9172-4998-40FF-97CD-C7C1153A75B6}" dt="2026-01-28T09:12:43.608" v="13550"/>
          <ac:cxnSpMkLst>
            <pc:docMk/>
            <pc:sldMk cId="1670898574" sldId="313"/>
            <ac:cxnSpMk id="7" creationId="{462792E4-6002-0D83-BE3C-37A4EE92CBCC}"/>
          </ac:cxnSpMkLst>
        </pc:cxnChg>
        <pc:cxnChg chg="add mod">
          <ac:chgData name="Barenya Das" userId="e35ebc08-92ca-4f5c-ac07-71b9cfc27341" providerId="ADAL" clId="{957D9172-4998-40FF-97CD-C7C1153A75B6}" dt="2026-01-28T09:12:43.608" v="13550"/>
          <ac:cxnSpMkLst>
            <pc:docMk/>
            <pc:sldMk cId="1670898574" sldId="313"/>
            <ac:cxnSpMk id="8" creationId="{11034776-CF27-A7A1-FC80-0B553BC1A90E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9T12:39:53.984" v="15515"/>
        <pc:sldMkLst>
          <pc:docMk/>
          <pc:sldMk cId="942786306" sldId="314"/>
        </pc:sldMkLst>
        <pc:spChg chg="add mod">
          <ac:chgData name="Barenya Das" userId="e35ebc08-92ca-4f5c-ac07-71b9cfc27341" providerId="ADAL" clId="{957D9172-4998-40FF-97CD-C7C1153A75B6}" dt="2026-01-28T09:12:42.534" v="13549"/>
          <ac:spMkLst>
            <pc:docMk/>
            <pc:sldMk cId="942786306" sldId="314"/>
            <ac:spMk id="3" creationId="{3CB75CA2-D548-8AA7-B34A-DB61B23607C0}"/>
          </ac:spMkLst>
        </pc:spChg>
        <pc:spChg chg="add mod">
          <ac:chgData name="Barenya Das" userId="e35ebc08-92ca-4f5c-ac07-71b9cfc27341" providerId="ADAL" clId="{957D9172-4998-40FF-97CD-C7C1153A75B6}" dt="2026-01-28T09:12:42.534" v="13549"/>
          <ac:spMkLst>
            <pc:docMk/>
            <pc:sldMk cId="942786306" sldId="314"/>
            <ac:spMk id="4" creationId="{799377D7-CCF4-6D53-6AA6-F0E17A7CA07F}"/>
          </ac:spMkLst>
        </pc:spChg>
        <pc:spChg chg="add mod">
          <ac:chgData name="Barenya Das" userId="e35ebc08-92ca-4f5c-ac07-71b9cfc27341" providerId="ADAL" clId="{957D9172-4998-40FF-97CD-C7C1153A75B6}" dt="2026-01-28T09:12:42.534" v="13549"/>
          <ac:spMkLst>
            <pc:docMk/>
            <pc:sldMk cId="942786306" sldId="314"/>
            <ac:spMk id="10" creationId="{2E299317-4E91-888C-6908-5022BB13B891}"/>
          </ac:spMkLst>
        </pc:spChg>
        <pc:spChg chg="add mod">
          <ac:chgData name="Barenya Das" userId="e35ebc08-92ca-4f5c-ac07-71b9cfc27341" providerId="ADAL" clId="{957D9172-4998-40FF-97CD-C7C1153A75B6}" dt="2026-01-28T09:12:42.534" v="13549"/>
          <ac:spMkLst>
            <pc:docMk/>
            <pc:sldMk cId="942786306" sldId="314"/>
            <ac:spMk id="11" creationId="{0C3329B0-B876-00C5-A66B-69480D8FF1BD}"/>
          </ac:spMkLst>
        </pc:spChg>
        <pc:spChg chg="add mod">
          <ac:chgData name="Barenya Das" userId="e35ebc08-92ca-4f5c-ac07-71b9cfc27341" providerId="ADAL" clId="{957D9172-4998-40FF-97CD-C7C1153A75B6}" dt="2026-01-29T12:21:45.049" v="15164"/>
          <ac:spMkLst>
            <pc:docMk/>
            <pc:sldMk cId="942786306" sldId="314"/>
            <ac:spMk id="17" creationId="{92F351E1-94EA-35A7-ABEB-F3E51FE6EA24}"/>
          </ac:spMkLst>
        </pc:spChg>
        <pc:spChg chg="add mod">
          <ac:chgData name="Barenya Das" userId="e35ebc08-92ca-4f5c-ac07-71b9cfc27341" providerId="ADAL" clId="{957D9172-4998-40FF-97CD-C7C1153A75B6}" dt="2026-01-22T17:24:30.224" v="8599"/>
          <ac:spMkLst>
            <pc:docMk/>
            <pc:sldMk cId="942786306" sldId="314"/>
            <ac:spMk id="18" creationId="{803C886E-97A8-4530-9B66-1EC9BAB833AB}"/>
          </ac:spMkLst>
        </pc:spChg>
        <pc:spChg chg="add mod">
          <ac:chgData name="Barenya Das" userId="e35ebc08-92ca-4f5c-ac07-71b9cfc27341" providerId="ADAL" clId="{957D9172-4998-40FF-97CD-C7C1153A75B6}" dt="2026-01-29T12:31:50.310" v="15310"/>
          <ac:spMkLst>
            <pc:docMk/>
            <pc:sldMk cId="942786306" sldId="314"/>
            <ac:spMk id="21" creationId="{4149694F-922C-6AD7-46D4-5CFD4BF9EF18}"/>
          </ac:spMkLst>
        </pc:spChg>
        <pc:spChg chg="add mod">
          <ac:chgData name="Barenya Das" userId="e35ebc08-92ca-4f5c-ac07-71b9cfc27341" providerId="ADAL" clId="{957D9172-4998-40FF-97CD-C7C1153A75B6}" dt="2026-01-29T12:31:50.310" v="15310"/>
          <ac:spMkLst>
            <pc:docMk/>
            <pc:sldMk cId="942786306" sldId="314"/>
            <ac:spMk id="23" creationId="{FFF5571F-5583-9299-4FE4-0299F39520C8}"/>
          </ac:spMkLst>
        </pc:spChg>
        <pc:spChg chg="add mod">
          <ac:chgData name="Barenya Das" userId="e35ebc08-92ca-4f5c-ac07-71b9cfc27341" providerId="ADAL" clId="{957D9172-4998-40FF-97CD-C7C1153A75B6}" dt="2026-01-29T12:31:50.310" v="15310"/>
          <ac:spMkLst>
            <pc:docMk/>
            <pc:sldMk cId="942786306" sldId="314"/>
            <ac:spMk id="24" creationId="{30D62016-D5E0-A3A9-43D9-3CAAFD6EA43A}"/>
          </ac:spMkLst>
        </pc:spChg>
        <pc:spChg chg="add mod">
          <ac:chgData name="Barenya Das" userId="e35ebc08-92ca-4f5c-ac07-71b9cfc27341" providerId="ADAL" clId="{957D9172-4998-40FF-97CD-C7C1153A75B6}" dt="2026-01-29T12:31:50.310" v="15310"/>
          <ac:spMkLst>
            <pc:docMk/>
            <pc:sldMk cId="942786306" sldId="314"/>
            <ac:spMk id="25" creationId="{72979E30-AD53-907D-8368-F4130EE49647}"/>
          </ac:spMkLst>
        </pc:spChg>
        <pc:spChg chg="add mod">
          <ac:chgData name="Barenya Das" userId="e35ebc08-92ca-4f5c-ac07-71b9cfc27341" providerId="ADAL" clId="{957D9172-4998-40FF-97CD-C7C1153A75B6}" dt="2026-01-29T12:31:50.310" v="15310"/>
          <ac:spMkLst>
            <pc:docMk/>
            <pc:sldMk cId="942786306" sldId="314"/>
            <ac:spMk id="26" creationId="{4D3BD5EC-4CF3-E202-E9D4-D83BD8493C42}"/>
          </ac:spMkLst>
        </pc:spChg>
        <pc:spChg chg="add mod">
          <ac:chgData name="Barenya Das" userId="e35ebc08-92ca-4f5c-ac07-71b9cfc27341" providerId="ADAL" clId="{957D9172-4998-40FF-97CD-C7C1153A75B6}" dt="2026-01-27T06:33:16.987" v="9452"/>
          <ac:spMkLst>
            <pc:docMk/>
            <pc:sldMk cId="942786306" sldId="314"/>
            <ac:spMk id="38" creationId="{2B245FA5-B3F4-D454-45B4-A7848B2F46F0}"/>
          </ac:spMkLst>
        </pc:spChg>
        <pc:spChg chg="add mod">
          <ac:chgData name="Barenya Das" userId="e35ebc08-92ca-4f5c-ac07-71b9cfc27341" providerId="ADAL" clId="{957D9172-4998-40FF-97CD-C7C1153A75B6}" dt="2026-01-27T06:44:38.795" v="9497"/>
          <ac:spMkLst>
            <pc:docMk/>
            <pc:sldMk cId="942786306" sldId="314"/>
            <ac:spMk id="39" creationId="{7B3B40DD-0056-6F52-28BF-8D0FBF058B18}"/>
          </ac:spMkLst>
        </pc:spChg>
        <pc:spChg chg="add mod">
          <ac:chgData name="Barenya Das" userId="e35ebc08-92ca-4f5c-ac07-71b9cfc27341" providerId="ADAL" clId="{957D9172-4998-40FF-97CD-C7C1153A75B6}" dt="2026-01-29T12:36:50.397" v="15413"/>
          <ac:spMkLst>
            <pc:docMk/>
            <pc:sldMk cId="942786306" sldId="314"/>
            <ac:spMk id="40" creationId="{E7D4C49C-931F-EA42-9D3C-259D4334247F}"/>
          </ac:spMkLst>
        </pc:spChg>
        <pc:spChg chg="add mod">
          <ac:chgData name="Barenya Das" userId="e35ebc08-92ca-4f5c-ac07-71b9cfc27341" providerId="ADAL" clId="{957D9172-4998-40FF-97CD-C7C1153A75B6}" dt="2026-01-29T12:39:53.984" v="15515"/>
          <ac:spMkLst>
            <pc:docMk/>
            <pc:sldMk cId="942786306" sldId="314"/>
            <ac:spMk id="41" creationId="{291D5D9A-D6E0-8071-D25A-A87654B95A86}"/>
          </ac:spMkLst>
        </pc:spChg>
        <pc:picChg chg="add mod ord">
          <ac:chgData name="Barenya Das" userId="e35ebc08-92ca-4f5c-ac07-71b9cfc27341" providerId="ADAL" clId="{957D9172-4998-40FF-97CD-C7C1153A75B6}" dt="2026-01-27T06:27:47.755" v="9299" actId="1076"/>
          <ac:picMkLst>
            <pc:docMk/>
            <pc:sldMk cId="942786306" sldId="314"/>
            <ac:picMk id="14" creationId="{7BF4E782-8CD1-A33E-1640-B6B428FC78BA}"/>
          </ac:picMkLst>
        </pc:picChg>
        <pc:picChg chg="add mod ord">
          <ac:chgData name="Barenya Das" userId="e35ebc08-92ca-4f5c-ac07-71b9cfc27341" providerId="ADAL" clId="{957D9172-4998-40FF-97CD-C7C1153A75B6}" dt="2026-01-27T06:27:22.873" v="9259" actId="167"/>
          <ac:picMkLst>
            <pc:docMk/>
            <pc:sldMk cId="942786306" sldId="314"/>
            <ac:picMk id="28" creationId="{FADE771A-3824-D7BB-53D7-4290E72C49F0}"/>
          </ac:picMkLst>
        </pc:picChg>
        <pc:picChg chg="add mod">
          <ac:chgData name="Barenya Das" userId="e35ebc08-92ca-4f5c-ac07-71b9cfc27341" providerId="ADAL" clId="{957D9172-4998-40FF-97CD-C7C1153A75B6}" dt="2026-01-27T06:27:13.807" v="9257" actId="208"/>
          <ac:picMkLst>
            <pc:docMk/>
            <pc:sldMk cId="942786306" sldId="314"/>
            <ac:picMk id="29" creationId="{89245852-55B8-94B8-0098-E6C6C149B361}"/>
          </ac:picMkLst>
        </pc:picChg>
        <pc:picChg chg="add mod">
          <ac:chgData name="Barenya Das" userId="e35ebc08-92ca-4f5c-ac07-71b9cfc27341" providerId="ADAL" clId="{957D9172-4998-40FF-97CD-C7C1153A75B6}" dt="2026-01-27T06:27:13.807" v="9257" actId="208"/>
          <ac:picMkLst>
            <pc:docMk/>
            <pc:sldMk cId="942786306" sldId="314"/>
            <ac:picMk id="30" creationId="{8BF0FD70-C28C-4228-DD2A-3351D3503D49}"/>
          </ac:picMkLst>
        </pc:picChg>
        <pc:picChg chg="add mod">
          <ac:chgData name="Barenya Das" userId="e35ebc08-92ca-4f5c-ac07-71b9cfc27341" providerId="ADAL" clId="{957D9172-4998-40FF-97CD-C7C1153A75B6}" dt="2026-01-27T06:26:59.344" v="9256"/>
          <ac:picMkLst>
            <pc:docMk/>
            <pc:sldMk cId="942786306" sldId="314"/>
            <ac:picMk id="31" creationId="{805251C7-2C32-07DD-ABA0-65F90B5AC3DD}"/>
          </ac:picMkLst>
        </pc:picChg>
        <pc:picChg chg="add mod">
          <ac:chgData name="Barenya Das" userId="e35ebc08-92ca-4f5c-ac07-71b9cfc27341" providerId="ADAL" clId="{957D9172-4998-40FF-97CD-C7C1153A75B6}" dt="2026-01-27T06:27:17.991" v="9258" actId="208"/>
          <ac:picMkLst>
            <pc:docMk/>
            <pc:sldMk cId="942786306" sldId="314"/>
            <ac:picMk id="37" creationId="{4F087A27-AB6A-4298-F8A7-D87E0860D3AE}"/>
          </ac:picMkLst>
        </pc:picChg>
        <pc:inkChg chg="add mod ord">
          <ac:chgData name="Barenya Das" userId="e35ebc08-92ca-4f5c-ac07-71b9cfc27341" providerId="ADAL" clId="{957D9172-4998-40FF-97CD-C7C1153A75B6}" dt="2026-01-27T06:27:42.397" v="9298" actId="1038"/>
          <ac:inkMkLst>
            <pc:docMk/>
            <pc:sldMk cId="942786306" sldId="314"/>
            <ac:inkMk id="5" creationId="{00C60B20-79B0-ADC0-5C25-F9C154C2898A}"/>
          </ac:inkMkLst>
        </pc:inkChg>
        <pc:inkChg chg="add mod">
          <ac:chgData name="Barenya Das" userId="e35ebc08-92ca-4f5c-ac07-71b9cfc27341" providerId="ADAL" clId="{957D9172-4998-40FF-97CD-C7C1153A75B6}" dt="2026-01-29T11:13:19.855" v="13695"/>
          <ac:inkMkLst>
            <pc:docMk/>
            <pc:sldMk cId="942786306" sldId="314"/>
            <ac:inkMk id="12" creationId="{9666F9D1-C48E-87AD-6DE5-989DA15D8D19}"/>
          </ac:inkMkLst>
        </pc:inkChg>
        <pc:cxnChg chg="add mod">
          <ac:chgData name="Barenya Das" userId="e35ebc08-92ca-4f5c-ac07-71b9cfc27341" providerId="ADAL" clId="{957D9172-4998-40FF-97CD-C7C1153A75B6}" dt="2026-01-28T09:12:42.534" v="13549"/>
          <ac:cxnSpMkLst>
            <pc:docMk/>
            <pc:sldMk cId="942786306" sldId="314"/>
            <ac:cxnSpMk id="6" creationId="{D8E8FFEC-C258-62CE-3D76-727F662473EF}"/>
          </ac:cxnSpMkLst>
        </pc:cxnChg>
        <pc:cxnChg chg="add mod">
          <ac:chgData name="Barenya Das" userId="e35ebc08-92ca-4f5c-ac07-71b9cfc27341" providerId="ADAL" clId="{957D9172-4998-40FF-97CD-C7C1153A75B6}" dt="2026-01-28T09:12:42.534" v="13549"/>
          <ac:cxnSpMkLst>
            <pc:docMk/>
            <pc:sldMk cId="942786306" sldId="314"/>
            <ac:cxnSpMk id="7" creationId="{B08F300B-73FA-8387-70CF-93FB6078BBE5}"/>
          </ac:cxnSpMkLst>
        </pc:cxnChg>
        <pc:cxnChg chg="add mod">
          <ac:chgData name="Barenya Das" userId="e35ebc08-92ca-4f5c-ac07-71b9cfc27341" providerId="ADAL" clId="{957D9172-4998-40FF-97CD-C7C1153A75B6}" dt="2026-01-28T09:12:42.534" v="13549"/>
          <ac:cxnSpMkLst>
            <pc:docMk/>
            <pc:sldMk cId="942786306" sldId="314"/>
            <ac:cxnSpMk id="8" creationId="{2076433F-C4DA-7C18-85BC-09439FE196FF}"/>
          </ac:cxnSpMkLst>
        </pc:cxnChg>
        <pc:cxnChg chg="add mod">
          <ac:chgData name="Barenya Das" userId="e35ebc08-92ca-4f5c-ac07-71b9cfc27341" providerId="ADAL" clId="{957D9172-4998-40FF-97CD-C7C1153A75B6}" dt="2026-01-28T09:12:42.534" v="13549"/>
          <ac:cxnSpMkLst>
            <pc:docMk/>
            <pc:sldMk cId="942786306" sldId="314"/>
            <ac:cxnSpMk id="9" creationId="{781FC96E-122D-6AD5-3E62-D19C55C04449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9T12:39:57.793" v="15517"/>
        <pc:sldMkLst>
          <pc:docMk/>
          <pc:sldMk cId="3006207982" sldId="315"/>
        </pc:sldMkLst>
        <pc:spChg chg="add mod">
          <ac:chgData name="Barenya Das" userId="e35ebc08-92ca-4f5c-ac07-71b9cfc27341" providerId="ADAL" clId="{957D9172-4998-40FF-97CD-C7C1153A75B6}" dt="2026-01-28T09:12:40.611" v="13548"/>
          <ac:spMkLst>
            <pc:docMk/>
            <pc:sldMk cId="3006207982" sldId="315"/>
            <ac:spMk id="3" creationId="{87F0879F-199B-8191-8038-C83D48DA00E8}"/>
          </ac:spMkLst>
        </pc:spChg>
        <pc:spChg chg="add mod">
          <ac:chgData name="Barenya Das" userId="e35ebc08-92ca-4f5c-ac07-71b9cfc27341" providerId="ADAL" clId="{957D9172-4998-40FF-97CD-C7C1153A75B6}" dt="2026-01-28T09:12:40.611" v="13548"/>
          <ac:spMkLst>
            <pc:docMk/>
            <pc:sldMk cId="3006207982" sldId="315"/>
            <ac:spMk id="5" creationId="{B892A538-BFCB-6A25-6AFB-7754599720CC}"/>
          </ac:spMkLst>
        </pc:spChg>
        <pc:spChg chg="add mod">
          <ac:chgData name="Barenya Das" userId="e35ebc08-92ca-4f5c-ac07-71b9cfc27341" providerId="ADAL" clId="{957D9172-4998-40FF-97CD-C7C1153A75B6}" dt="2026-01-28T09:12:40.611" v="13548"/>
          <ac:spMkLst>
            <pc:docMk/>
            <pc:sldMk cId="3006207982" sldId="315"/>
            <ac:spMk id="11" creationId="{E3221F20-9E7D-1BA2-04A7-72CC81C4102A}"/>
          </ac:spMkLst>
        </pc:spChg>
        <pc:spChg chg="add mod">
          <ac:chgData name="Barenya Das" userId="e35ebc08-92ca-4f5c-ac07-71b9cfc27341" providerId="ADAL" clId="{957D9172-4998-40FF-97CD-C7C1153A75B6}" dt="2026-01-28T09:12:40.611" v="13548"/>
          <ac:spMkLst>
            <pc:docMk/>
            <pc:sldMk cId="3006207982" sldId="315"/>
            <ac:spMk id="12" creationId="{994F1534-1F36-F220-A030-71D1E24B26D4}"/>
          </ac:spMkLst>
        </pc:spChg>
        <pc:spChg chg="add mod">
          <ac:chgData name="Barenya Das" userId="e35ebc08-92ca-4f5c-ac07-71b9cfc27341" providerId="ADAL" clId="{957D9172-4998-40FF-97CD-C7C1153A75B6}" dt="2026-01-29T12:21:50.737" v="15166"/>
          <ac:spMkLst>
            <pc:docMk/>
            <pc:sldMk cId="3006207982" sldId="315"/>
            <ac:spMk id="17" creationId="{24F8BB37-1F56-0E17-02BD-E020E3969281}"/>
          </ac:spMkLst>
        </pc:spChg>
        <pc:spChg chg="add mod">
          <ac:chgData name="Barenya Das" userId="e35ebc08-92ca-4f5c-ac07-71b9cfc27341" providerId="ADAL" clId="{957D9172-4998-40FF-97CD-C7C1153A75B6}" dt="2026-01-22T17:24:30.955" v="8600"/>
          <ac:spMkLst>
            <pc:docMk/>
            <pc:sldMk cId="3006207982" sldId="315"/>
            <ac:spMk id="18" creationId="{15836AC0-07B0-F15A-8508-09F2033576E1}"/>
          </ac:spMkLst>
        </pc:spChg>
        <pc:spChg chg="add mod">
          <ac:chgData name="Barenya Das" userId="e35ebc08-92ca-4f5c-ac07-71b9cfc27341" providerId="ADAL" clId="{957D9172-4998-40FF-97CD-C7C1153A75B6}" dt="2026-01-29T12:31:59.616" v="15312"/>
          <ac:spMkLst>
            <pc:docMk/>
            <pc:sldMk cId="3006207982" sldId="315"/>
            <ac:spMk id="21" creationId="{5710E084-DD31-8337-4005-7A86E4861116}"/>
          </ac:spMkLst>
        </pc:spChg>
        <pc:spChg chg="add mod">
          <ac:chgData name="Barenya Das" userId="e35ebc08-92ca-4f5c-ac07-71b9cfc27341" providerId="ADAL" clId="{957D9172-4998-40FF-97CD-C7C1153A75B6}" dt="2026-01-29T12:31:59.616" v="15312"/>
          <ac:spMkLst>
            <pc:docMk/>
            <pc:sldMk cId="3006207982" sldId="315"/>
            <ac:spMk id="23" creationId="{0CF883D8-3C10-EE52-EE90-34D7C23EFADD}"/>
          </ac:spMkLst>
        </pc:spChg>
        <pc:spChg chg="add mod">
          <ac:chgData name="Barenya Das" userId="e35ebc08-92ca-4f5c-ac07-71b9cfc27341" providerId="ADAL" clId="{957D9172-4998-40FF-97CD-C7C1153A75B6}" dt="2026-01-29T12:31:59.616" v="15312"/>
          <ac:spMkLst>
            <pc:docMk/>
            <pc:sldMk cId="3006207982" sldId="315"/>
            <ac:spMk id="24" creationId="{42D4FB08-37DB-5047-6133-0B17B124E360}"/>
          </ac:spMkLst>
        </pc:spChg>
        <pc:spChg chg="add mod">
          <ac:chgData name="Barenya Das" userId="e35ebc08-92ca-4f5c-ac07-71b9cfc27341" providerId="ADAL" clId="{957D9172-4998-40FF-97CD-C7C1153A75B6}" dt="2026-01-29T12:31:59.616" v="15312"/>
          <ac:spMkLst>
            <pc:docMk/>
            <pc:sldMk cId="3006207982" sldId="315"/>
            <ac:spMk id="25" creationId="{893A8E76-CFBF-878C-18AE-5C9D8171084F}"/>
          </ac:spMkLst>
        </pc:spChg>
        <pc:spChg chg="add mod">
          <ac:chgData name="Barenya Das" userId="e35ebc08-92ca-4f5c-ac07-71b9cfc27341" providerId="ADAL" clId="{957D9172-4998-40FF-97CD-C7C1153A75B6}" dt="2026-01-29T12:31:59.616" v="15312"/>
          <ac:spMkLst>
            <pc:docMk/>
            <pc:sldMk cId="3006207982" sldId="315"/>
            <ac:spMk id="26" creationId="{289965E1-7BD5-19FB-03AA-1A489B40A69B}"/>
          </ac:spMkLst>
        </pc:spChg>
        <pc:spChg chg="add mod">
          <ac:chgData name="Barenya Das" userId="e35ebc08-92ca-4f5c-ac07-71b9cfc27341" providerId="ADAL" clId="{957D9172-4998-40FF-97CD-C7C1153A75B6}" dt="2026-01-29T12:36:45.020" v="15411"/>
          <ac:spMkLst>
            <pc:docMk/>
            <pc:sldMk cId="3006207982" sldId="315"/>
            <ac:spMk id="27" creationId="{1D5A9014-A97E-1334-73FD-C403FF42A303}"/>
          </ac:spMkLst>
        </pc:spChg>
        <pc:spChg chg="add mod">
          <ac:chgData name="Barenya Das" userId="e35ebc08-92ca-4f5c-ac07-71b9cfc27341" providerId="ADAL" clId="{957D9172-4998-40FF-97CD-C7C1153A75B6}" dt="2026-01-29T12:39:57.793" v="15517"/>
          <ac:spMkLst>
            <pc:docMk/>
            <pc:sldMk cId="3006207982" sldId="315"/>
            <ac:spMk id="28" creationId="{DB0BCCEC-DE64-CF32-978F-2FBD371CD0A9}"/>
          </ac:spMkLst>
        </pc:spChg>
        <pc:spChg chg="add mod">
          <ac:chgData name="Barenya Das" userId="e35ebc08-92ca-4f5c-ac07-71b9cfc27341" providerId="ADAL" clId="{957D9172-4998-40FF-97CD-C7C1153A75B6}" dt="2026-01-27T06:33:22.035" v="9454"/>
          <ac:spMkLst>
            <pc:docMk/>
            <pc:sldMk cId="3006207982" sldId="315"/>
            <ac:spMk id="59" creationId="{AFC7E635-4FB9-F9AD-7AC7-D90A409CF7BF}"/>
          </ac:spMkLst>
        </pc:spChg>
        <pc:spChg chg="add mod">
          <ac:chgData name="Barenya Das" userId="e35ebc08-92ca-4f5c-ac07-71b9cfc27341" providerId="ADAL" clId="{957D9172-4998-40FF-97CD-C7C1153A75B6}" dt="2026-01-27T06:44:40.002" v="9498"/>
          <ac:spMkLst>
            <pc:docMk/>
            <pc:sldMk cId="3006207982" sldId="315"/>
            <ac:spMk id="60" creationId="{8B1583B5-CFD0-B1AC-1791-B4C044F7D757}"/>
          </ac:spMkLst>
        </pc:spChg>
        <pc:picChg chg="add mod">
          <ac:chgData name="Barenya Das" userId="e35ebc08-92ca-4f5c-ac07-71b9cfc27341" providerId="ADAL" clId="{957D9172-4998-40FF-97CD-C7C1153A75B6}" dt="2026-01-22T16:09:00.763" v="7294" actId="1076"/>
          <ac:picMkLst>
            <pc:docMk/>
            <pc:sldMk cId="3006207982" sldId="315"/>
            <ac:picMk id="4" creationId="{A0FEE549-7813-FB8E-A5C6-5A8E0FCEB97B}"/>
          </ac:picMkLst>
        </pc:picChg>
        <pc:picChg chg="add mod">
          <ac:chgData name="Barenya Das" userId="e35ebc08-92ca-4f5c-ac07-71b9cfc27341" providerId="ADAL" clId="{957D9172-4998-40FF-97CD-C7C1153A75B6}" dt="2026-01-27T06:26:19.572" v="9251" actId="208"/>
          <ac:picMkLst>
            <pc:docMk/>
            <pc:sldMk cId="3006207982" sldId="315"/>
            <ac:picMk id="49" creationId="{425AAA50-4AB8-1449-3BF1-DC96B7890752}"/>
          </ac:picMkLst>
        </pc:picChg>
        <pc:picChg chg="add mod">
          <ac:chgData name="Barenya Das" userId="e35ebc08-92ca-4f5c-ac07-71b9cfc27341" providerId="ADAL" clId="{957D9172-4998-40FF-97CD-C7C1153A75B6}" dt="2026-01-27T06:26:19.572" v="9251" actId="208"/>
          <ac:picMkLst>
            <pc:docMk/>
            <pc:sldMk cId="3006207982" sldId="315"/>
            <ac:picMk id="50" creationId="{859D5B06-845A-E9D6-B084-511CA78E130C}"/>
          </ac:picMkLst>
        </pc:picChg>
        <pc:picChg chg="add mod">
          <ac:chgData name="Barenya Das" userId="e35ebc08-92ca-4f5c-ac07-71b9cfc27341" providerId="ADAL" clId="{957D9172-4998-40FF-97CD-C7C1153A75B6}" dt="2026-01-27T06:26:19.572" v="9251" actId="208"/>
          <ac:picMkLst>
            <pc:docMk/>
            <pc:sldMk cId="3006207982" sldId="315"/>
            <ac:picMk id="51" creationId="{932EBF2B-E904-609A-83F4-ED0B81CC402F}"/>
          </ac:picMkLst>
        </pc:picChg>
        <pc:picChg chg="add mod">
          <ac:chgData name="Barenya Das" userId="e35ebc08-92ca-4f5c-ac07-71b9cfc27341" providerId="ADAL" clId="{957D9172-4998-40FF-97CD-C7C1153A75B6}" dt="2026-01-27T06:25:42.690" v="9247"/>
          <ac:picMkLst>
            <pc:docMk/>
            <pc:sldMk cId="3006207982" sldId="315"/>
            <ac:picMk id="52" creationId="{879C1346-5912-E9B5-230B-CCF222E558C3}"/>
          </ac:picMkLst>
        </pc:picChg>
        <pc:picChg chg="add mod">
          <ac:chgData name="Barenya Das" userId="e35ebc08-92ca-4f5c-ac07-71b9cfc27341" providerId="ADAL" clId="{957D9172-4998-40FF-97CD-C7C1153A75B6}" dt="2026-01-27T06:26:04.090" v="9250" actId="208"/>
          <ac:picMkLst>
            <pc:docMk/>
            <pc:sldMk cId="3006207982" sldId="315"/>
            <ac:picMk id="58" creationId="{E1667E9C-2879-A8E8-915B-9CD8A1269605}"/>
          </ac:picMkLst>
        </pc:picChg>
        <pc:inkChg chg="add">
          <ac:chgData name="Barenya Das" userId="e35ebc08-92ca-4f5c-ac07-71b9cfc27341" providerId="ADAL" clId="{957D9172-4998-40FF-97CD-C7C1153A75B6}" dt="2026-01-22T16:09:59.418" v="7519" actId="9405"/>
          <ac:inkMkLst>
            <pc:docMk/>
            <pc:sldMk cId="3006207982" sldId="315"/>
            <ac:inkMk id="6" creationId="{F8C974A0-C4DD-9078-14DF-B3B567E9003F}"/>
          </ac:inkMkLst>
        </pc:inkChg>
        <pc:inkChg chg="add mod">
          <ac:chgData name="Barenya Das" userId="e35ebc08-92ca-4f5c-ac07-71b9cfc27341" providerId="ADAL" clId="{957D9172-4998-40FF-97CD-C7C1153A75B6}" dt="2026-01-29T11:13:23.001" v="13696"/>
          <ac:inkMkLst>
            <pc:docMk/>
            <pc:sldMk cId="3006207982" sldId="315"/>
            <ac:inkMk id="13" creationId="{4635C166-AA4E-7CC3-9864-E1DBDB9E1361}"/>
          </ac:inkMkLst>
        </pc:inkChg>
        <pc:cxnChg chg="add mod">
          <ac:chgData name="Barenya Das" userId="e35ebc08-92ca-4f5c-ac07-71b9cfc27341" providerId="ADAL" clId="{957D9172-4998-40FF-97CD-C7C1153A75B6}" dt="2026-01-28T09:12:40.611" v="13548"/>
          <ac:cxnSpMkLst>
            <pc:docMk/>
            <pc:sldMk cId="3006207982" sldId="315"/>
            <ac:cxnSpMk id="7" creationId="{E483156C-8D4C-2C28-43B4-0DABB133BE53}"/>
          </ac:cxnSpMkLst>
        </pc:cxnChg>
        <pc:cxnChg chg="add mod">
          <ac:chgData name="Barenya Das" userId="e35ebc08-92ca-4f5c-ac07-71b9cfc27341" providerId="ADAL" clId="{957D9172-4998-40FF-97CD-C7C1153A75B6}" dt="2026-01-28T09:12:40.611" v="13548"/>
          <ac:cxnSpMkLst>
            <pc:docMk/>
            <pc:sldMk cId="3006207982" sldId="315"/>
            <ac:cxnSpMk id="8" creationId="{D391FB56-7F61-0265-62B4-61673DA2A5F7}"/>
          </ac:cxnSpMkLst>
        </pc:cxnChg>
        <pc:cxnChg chg="add mod">
          <ac:chgData name="Barenya Das" userId="e35ebc08-92ca-4f5c-ac07-71b9cfc27341" providerId="ADAL" clId="{957D9172-4998-40FF-97CD-C7C1153A75B6}" dt="2026-01-28T09:12:40.611" v="13548"/>
          <ac:cxnSpMkLst>
            <pc:docMk/>
            <pc:sldMk cId="3006207982" sldId="315"/>
            <ac:cxnSpMk id="9" creationId="{BBA4ADE8-56A0-835C-E5D6-A7813DEB02E9}"/>
          </ac:cxnSpMkLst>
        </pc:cxnChg>
        <pc:cxnChg chg="add mod">
          <ac:chgData name="Barenya Das" userId="e35ebc08-92ca-4f5c-ac07-71b9cfc27341" providerId="ADAL" clId="{957D9172-4998-40FF-97CD-C7C1153A75B6}" dt="2026-01-28T09:12:40.611" v="13548"/>
          <ac:cxnSpMkLst>
            <pc:docMk/>
            <pc:sldMk cId="3006207982" sldId="315"/>
            <ac:cxnSpMk id="10" creationId="{F2589FD6-4907-922A-1545-E53889BF260D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9T12:40:03.373" v="15519"/>
        <pc:sldMkLst>
          <pc:docMk/>
          <pc:sldMk cId="4139986640" sldId="316"/>
        </pc:sldMkLst>
        <pc:spChg chg="add mod">
          <ac:chgData name="Barenya Das" userId="e35ebc08-92ca-4f5c-ac07-71b9cfc27341" providerId="ADAL" clId="{957D9172-4998-40FF-97CD-C7C1153A75B6}" dt="2026-01-28T09:12:39.306" v="13547"/>
          <ac:spMkLst>
            <pc:docMk/>
            <pc:sldMk cId="4139986640" sldId="316"/>
            <ac:spMk id="4" creationId="{02E729F6-4883-201B-1849-A248D28CDCF3}"/>
          </ac:spMkLst>
        </pc:spChg>
        <pc:spChg chg="add mod">
          <ac:chgData name="Barenya Das" userId="e35ebc08-92ca-4f5c-ac07-71b9cfc27341" providerId="ADAL" clId="{957D9172-4998-40FF-97CD-C7C1153A75B6}" dt="2026-01-28T09:12:39.306" v="13547"/>
          <ac:spMkLst>
            <pc:docMk/>
            <pc:sldMk cId="4139986640" sldId="316"/>
            <ac:spMk id="5" creationId="{DB0ADBAC-7651-0C37-E701-98CFE5F85554}"/>
          </ac:spMkLst>
        </pc:spChg>
        <pc:spChg chg="add mod">
          <ac:chgData name="Barenya Das" userId="e35ebc08-92ca-4f5c-ac07-71b9cfc27341" providerId="ADAL" clId="{957D9172-4998-40FF-97CD-C7C1153A75B6}" dt="2026-01-28T09:12:39.306" v="13547"/>
          <ac:spMkLst>
            <pc:docMk/>
            <pc:sldMk cId="4139986640" sldId="316"/>
            <ac:spMk id="12" creationId="{FAC1A03F-5E2F-FD7F-331C-77A30B276C61}"/>
          </ac:spMkLst>
        </pc:spChg>
        <pc:spChg chg="add mod">
          <ac:chgData name="Barenya Das" userId="e35ebc08-92ca-4f5c-ac07-71b9cfc27341" providerId="ADAL" clId="{957D9172-4998-40FF-97CD-C7C1153A75B6}" dt="2026-01-28T09:12:39.306" v="13547"/>
          <ac:spMkLst>
            <pc:docMk/>
            <pc:sldMk cId="4139986640" sldId="316"/>
            <ac:spMk id="13" creationId="{B71454FC-F204-C2A5-21C1-EDA7CA317189}"/>
          </ac:spMkLst>
        </pc:spChg>
        <pc:spChg chg="add mod">
          <ac:chgData name="Barenya Das" userId="e35ebc08-92ca-4f5c-ac07-71b9cfc27341" providerId="ADAL" clId="{957D9172-4998-40FF-97CD-C7C1153A75B6}" dt="2026-01-29T12:21:56.997" v="15168"/>
          <ac:spMkLst>
            <pc:docMk/>
            <pc:sldMk cId="4139986640" sldId="316"/>
            <ac:spMk id="18" creationId="{D5E9A139-4C7B-A0E1-04DC-4EEBF9978699}"/>
          </ac:spMkLst>
        </pc:spChg>
        <pc:spChg chg="add mod">
          <ac:chgData name="Barenya Das" userId="e35ebc08-92ca-4f5c-ac07-71b9cfc27341" providerId="ADAL" clId="{957D9172-4998-40FF-97CD-C7C1153A75B6}" dt="2026-01-29T12:32:08.626" v="15314"/>
          <ac:spMkLst>
            <pc:docMk/>
            <pc:sldMk cId="4139986640" sldId="316"/>
            <ac:spMk id="20" creationId="{3C54A35A-3423-EE14-742D-8ABBCD8CB7F5}"/>
          </ac:spMkLst>
        </pc:spChg>
        <pc:spChg chg="add mod">
          <ac:chgData name="Barenya Das" userId="e35ebc08-92ca-4f5c-ac07-71b9cfc27341" providerId="ADAL" clId="{957D9172-4998-40FF-97CD-C7C1153A75B6}" dt="2026-01-29T12:32:08.626" v="15314"/>
          <ac:spMkLst>
            <pc:docMk/>
            <pc:sldMk cId="4139986640" sldId="316"/>
            <ac:spMk id="21" creationId="{1A7D4ED4-17CB-E469-EB98-14B048AC5DA2}"/>
          </ac:spMkLst>
        </pc:spChg>
        <pc:spChg chg="add mod">
          <ac:chgData name="Barenya Das" userId="e35ebc08-92ca-4f5c-ac07-71b9cfc27341" providerId="ADAL" clId="{957D9172-4998-40FF-97CD-C7C1153A75B6}" dt="2026-01-22T17:24:31.753" v="8601"/>
          <ac:spMkLst>
            <pc:docMk/>
            <pc:sldMk cId="4139986640" sldId="316"/>
            <ac:spMk id="23" creationId="{6A8D37AD-5AF6-2746-D9A2-D089B4999FAD}"/>
          </ac:spMkLst>
        </pc:spChg>
        <pc:spChg chg="add mod">
          <ac:chgData name="Barenya Das" userId="e35ebc08-92ca-4f5c-ac07-71b9cfc27341" providerId="ADAL" clId="{957D9172-4998-40FF-97CD-C7C1153A75B6}" dt="2026-01-29T12:32:08.626" v="15314"/>
          <ac:spMkLst>
            <pc:docMk/>
            <pc:sldMk cId="4139986640" sldId="316"/>
            <ac:spMk id="25" creationId="{29C29646-E9A0-269A-76EE-B44DDE030D24}"/>
          </ac:spMkLst>
        </pc:spChg>
        <pc:spChg chg="add mod">
          <ac:chgData name="Barenya Das" userId="e35ebc08-92ca-4f5c-ac07-71b9cfc27341" providerId="ADAL" clId="{957D9172-4998-40FF-97CD-C7C1153A75B6}" dt="2026-01-29T12:32:08.626" v="15314"/>
          <ac:spMkLst>
            <pc:docMk/>
            <pc:sldMk cId="4139986640" sldId="316"/>
            <ac:spMk id="26" creationId="{09F6A768-4A65-709B-761F-8F783E8FE570}"/>
          </ac:spMkLst>
        </pc:spChg>
        <pc:spChg chg="add mod">
          <ac:chgData name="Barenya Das" userId="e35ebc08-92ca-4f5c-ac07-71b9cfc27341" providerId="ADAL" clId="{957D9172-4998-40FF-97CD-C7C1153A75B6}" dt="2026-01-29T12:32:08.626" v="15314"/>
          <ac:spMkLst>
            <pc:docMk/>
            <pc:sldMk cId="4139986640" sldId="316"/>
            <ac:spMk id="27" creationId="{2F6560CB-2658-DD65-2ECD-15A6D8B4477E}"/>
          </ac:spMkLst>
        </pc:spChg>
        <pc:spChg chg="add mod">
          <ac:chgData name="Barenya Das" userId="e35ebc08-92ca-4f5c-ac07-71b9cfc27341" providerId="ADAL" clId="{957D9172-4998-40FF-97CD-C7C1153A75B6}" dt="2026-01-27T06:33:25.937" v="9456"/>
          <ac:spMkLst>
            <pc:docMk/>
            <pc:sldMk cId="4139986640" sldId="316"/>
            <ac:spMk id="39" creationId="{D62CF3C0-8094-201B-D2B3-5514F67EE5AF}"/>
          </ac:spMkLst>
        </pc:spChg>
        <pc:spChg chg="add mod">
          <ac:chgData name="Barenya Das" userId="e35ebc08-92ca-4f5c-ac07-71b9cfc27341" providerId="ADAL" clId="{957D9172-4998-40FF-97CD-C7C1153A75B6}" dt="2026-01-27T06:44:41.446" v="9499"/>
          <ac:spMkLst>
            <pc:docMk/>
            <pc:sldMk cId="4139986640" sldId="316"/>
            <ac:spMk id="40" creationId="{7829537C-0326-7EA4-5922-70963B13C41F}"/>
          </ac:spMkLst>
        </pc:spChg>
        <pc:spChg chg="add mod">
          <ac:chgData name="Barenya Das" userId="e35ebc08-92ca-4f5c-ac07-71b9cfc27341" providerId="ADAL" clId="{957D9172-4998-40FF-97CD-C7C1153A75B6}" dt="2026-01-29T12:36:39.783" v="15409"/>
          <ac:spMkLst>
            <pc:docMk/>
            <pc:sldMk cId="4139986640" sldId="316"/>
            <ac:spMk id="41" creationId="{17293A04-B89C-3EA0-D919-223F3D16530F}"/>
          </ac:spMkLst>
        </pc:spChg>
        <pc:spChg chg="add mod">
          <ac:chgData name="Barenya Das" userId="e35ebc08-92ca-4f5c-ac07-71b9cfc27341" providerId="ADAL" clId="{957D9172-4998-40FF-97CD-C7C1153A75B6}" dt="2026-01-29T12:40:03.373" v="15519"/>
          <ac:spMkLst>
            <pc:docMk/>
            <pc:sldMk cId="4139986640" sldId="316"/>
            <ac:spMk id="42" creationId="{ADFCF798-4159-1390-1F1C-57BA4375EE84}"/>
          </ac:spMkLst>
        </pc:spChg>
        <pc:picChg chg="add mod">
          <ac:chgData name="Barenya Das" userId="e35ebc08-92ca-4f5c-ac07-71b9cfc27341" providerId="ADAL" clId="{957D9172-4998-40FF-97CD-C7C1153A75B6}" dt="2026-01-22T16:11:15.684" v="7527"/>
          <ac:picMkLst>
            <pc:docMk/>
            <pc:sldMk cId="4139986640" sldId="316"/>
            <ac:picMk id="8" creationId="{6D17C946-9D26-F783-218E-DB696E44E97E}"/>
          </ac:picMkLst>
        </pc:picChg>
        <pc:picChg chg="add mod">
          <ac:chgData name="Barenya Das" userId="e35ebc08-92ca-4f5c-ac07-71b9cfc27341" providerId="ADAL" clId="{957D9172-4998-40FF-97CD-C7C1153A75B6}" dt="2026-01-27T06:25:22.550" v="9245" actId="208"/>
          <ac:picMkLst>
            <pc:docMk/>
            <pc:sldMk cId="4139986640" sldId="316"/>
            <ac:picMk id="29" creationId="{1B2C3616-D19A-154B-2CD9-0C6D8E6AE216}"/>
          </ac:picMkLst>
        </pc:picChg>
        <pc:picChg chg="add mod">
          <ac:chgData name="Barenya Das" userId="e35ebc08-92ca-4f5c-ac07-71b9cfc27341" providerId="ADAL" clId="{957D9172-4998-40FF-97CD-C7C1153A75B6}" dt="2026-01-27T06:25:22.550" v="9245" actId="208"/>
          <ac:picMkLst>
            <pc:docMk/>
            <pc:sldMk cId="4139986640" sldId="316"/>
            <ac:picMk id="30" creationId="{FD00F1FF-FCCC-33E2-4726-F353FF7480C3}"/>
          </ac:picMkLst>
        </pc:picChg>
        <pc:picChg chg="add mod">
          <ac:chgData name="Barenya Das" userId="e35ebc08-92ca-4f5c-ac07-71b9cfc27341" providerId="ADAL" clId="{957D9172-4998-40FF-97CD-C7C1153A75B6}" dt="2026-01-27T06:25:22.550" v="9245" actId="208"/>
          <ac:picMkLst>
            <pc:docMk/>
            <pc:sldMk cId="4139986640" sldId="316"/>
            <ac:picMk id="31" creationId="{B2827DEC-4FB3-4AB6-60A3-5633B4C5F983}"/>
          </ac:picMkLst>
        </pc:picChg>
        <pc:picChg chg="add mod">
          <ac:chgData name="Barenya Das" userId="e35ebc08-92ca-4f5c-ac07-71b9cfc27341" providerId="ADAL" clId="{957D9172-4998-40FF-97CD-C7C1153A75B6}" dt="2026-01-27T06:25:06.120" v="9243"/>
          <ac:picMkLst>
            <pc:docMk/>
            <pc:sldMk cId="4139986640" sldId="316"/>
            <ac:picMk id="32" creationId="{7EB9189C-D08F-A683-9435-1CD229A924D6}"/>
          </ac:picMkLst>
        </pc:picChg>
        <pc:picChg chg="add mod">
          <ac:chgData name="Barenya Das" userId="e35ebc08-92ca-4f5c-ac07-71b9cfc27341" providerId="ADAL" clId="{957D9172-4998-40FF-97CD-C7C1153A75B6}" dt="2026-01-27T06:25:14.151" v="9244" actId="208"/>
          <ac:picMkLst>
            <pc:docMk/>
            <pc:sldMk cId="4139986640" sldId="316"/>
            <ac:picMk id="38" creationId="{00D2A52C-A761-674B-5860-F768B61A0F35}"/>
          </ac:picMkLst>
        </pc:picChg>
        <pc:inkChg chg="add">
          <ac:chgData name="Barenya Das" userId="e35ebc08-92ca-4f5c-ac07-71b9cfc27341" providerId="ADAL" clId="{957D9172-4998-40FF-97CD-C7C1153A75B6}" dt="2026-01-22T16:10:29.742" v="7523" actId="9405"/>
          <ac:inkMkLst>
            <pc:docMk/>
            <pc:sldMk cId="4139986640" sldId="316"/>
            <ac:inkMk id="3" creationId="{795366F5-FE2D-29C9-C8A7-C3676E454DDA}"/>
          </ac:inkMkLst>
        </pc:inkChg>
        <pc:inkChg chg="add">
          <ac:chgData name="Barenya Das" userId="e35ebc08-92ca-4f5c-ac07-71b9cfc27341" providerId="ADAL" clId="{957D9172-4998-40FF-97CD-C7C1153A75B6}" dt="2026-01-22T16:10:32.986" v="7525"/>
          <ac:inkMkLst>
            <pc:docMk/>
            <pc:sldMk cId="4139986640" sldId="316"/>
            <ac:inkMk id="7" creationId="{A345B1B7-1517-EA20-B560-E9FD2AA95B57}"/>
          </ac:inkMkLst>
        </pc:inkChg>
        <pc:inkChg chg="add mod">
          <ac:chgData name="Barenya Das" userId="e35ebc08-92ca-4f5c-ac07-71b9cfc27341" providerId="ADAL" clId="{957D9172-4998-40FF-97CD-C7C1153A75B6}" dt="2026-01-29T11:13:25.634" v="13697"/>
          <ac:inkMkLst>
            <pc:docMk/>
            <pc:sldMk cId="4139986640" sldId="316"/>
            <ac:inkMk id="14" creationId="{D7DC19C0-159C-6323-1C3F-E46C774D0127}"/>
          </ac:inkMkLst>
        </pc:inkChg>
        <pc:cxnChg chg="add mod">
          <ac:chgData name="Barenya Das" userId="e35ebc08-92ca-4f5c-ac07-71b9cfc27341" providerId="ADAL" clId="{957D9172-4998-40FF-97CD-C7C1153A75B6}" dt="2026-01-28T09:12:39.306" v="13547"/>
          <ac:cxnSpMkLst>
            <pc:docMk/>
            <pc:sldMk cId="4139986640" sldId="316"/>
            <ac:cxnSpMk id="6" creationId="{0858EC57-6637-A297-8E6A-27F7E067A5E1}"/>
          </ac:cxnSpMkLst>
        </pc:cxnChg>
        <pc:cxnChg chg="add mod">
          <ac:chgData name="Barenya Das" userId="e35ebc08-92ca-4f5c-ac07-71b9cfc27341" providerId="ADAL" clId="{957D9172-4998-40FF-97CD-C7C1153A75B6}" dt="2026-01-28T09:12:39.306" v="13547"/>
          <ac:cxnSpMkLst>
            <pc:docMk/>
            <pc:sldMk cId="4139986640" sldId="316"/>
            <ac:cxnSpMk id="9" creationId="{03C19CDA-C1CA-9BB4-91A8-902FABF22C35}"/>
          </ac:cxnSpMkLst>
        </pc:cxnChg>
        <pc:cxnChg chg="add mod">
          <ac:chgData name="Barenya Das" userId="e35ebc08-92ca-4f5c-ac07-71b9cfc27341" providerId="ADAL" clId="{957D9172-4998-40FF-97CD-C7C1153A75B6}" dt="2026-01-28T09:12:39.306" v="13547"/>
          <ac:cxnSpMkLst>
            <pc:docMk/>
            <pc:sldMk cId="4139986640" sldId="316"/>
            <ac:cxnSpMk id="10" creationId="{8C97371F-9769-6A76-8D84-51E507E44FA0}"/>
          </ac:cxnSpMkLst>
        </pc:cxnChg>
        <pc:cxnChg chg="add mod">
          <ac:chgData name="Barenya Das" userId="e35ebc08-92ca-4f5c-ac07-71b9cfc27341" providerId="ADAL" clId="{957D9172-4998-40FF-97CD-C7C1153A75B6}" dt="2026-01-28T09:12:39.306" v="13547"/>
          <ac:cxnSpMkLst>
            <pc:docMk/>
            <pc:sldMk cId="4139986640" sldId="316"/>
            <ac:cxnSpMk id="11" creationId="{1CB03F91-41E8-645A-DD8D-47B2E64344BE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9T12:45:28.545" v="15606" actId="478"/>
        <pc:sldMkLst>
          <pc:docMk/>
          <pc:sldMk cId="3205251962" sldId="317"/>
        </pc:sldMkLst>
        <pc:spChg chg="add mod">
          <ac:chgData name="Barenya Das" userId="e35ebc08-92ca-4f5c-ac07-71b9cfc27341" providerId="ADAL" clId="{957D9172-4998-40FF-97CD-C7C1153A75B6}" dt="2026-01-28T09:12:38.191" v="13546"/>
          <ac:spMkLst>
            <pc:docMk/>
            <pc:sldMk cId="3205251962" sldId="317"/>
            <ac:spMk id="4" creationId="{41F736D5-CF9E-DD93-0FD0-09A1EBC8FC33}"/>
          </ac:spMkLst>
        </pc:spChg>
        <pc:spChg chg="add mod">
          <ac:chgData name="Barenya Das" userId="e35ebc08-92ca-4f5c-ac07-71b9cfc27341" providerId="ADAL" clId="{957D9172-4998-40FF-97CD-C7C1153A75B6}" dt="2026-01-28T09:12:38.191" v="13546"/>
          <ac:spMkLst>
            <pc:docMk/>
            <pc:sldMk cId="3205251962" sldId="317"/>
            <ac:spMk id="5" creationId="{B6632F95-99E5-6BCB-141C-FB0AD0A77D64}"/>
          </ac:spMkLst>
        </pc:spChg>
        <pc:spChg chg="add mod">
          <ac:chgData name="Barenya Das" userId="e35ebc08-92ca-4f5c-ac07-71b9cfc27341" providerId="ADAL" clId="{957D9172-4998-40FF-97CD-C7C1153A75B6}" dt="2026-01-28T09:12:38.191" v="13546"/>
          <ac:spMkLst>
            <pc:docMk/>
            <pc:sldMk cId="3205251962" sldId="317"/>
            <ac:spMk id="11" creationId="{61B1DEBF-AF0F-471D-165E-FCAE1E496177}"/>
          </ac:spMkLst>
        </pc:spChg>
        <pc:spChg chg="add mod">
          <ac:chgData name="Barenya Das" userId="e35ebc08-92ca-4f5c-ac07-71b9cfc27341" providerId="ADAL" clId="{957D9172-4998-40FF-97CD-C7C1153A75B6}" dt="2026-01-28T09:12:38.191" v="13546"/>
          <ac:spMkLst>
            <pc:docMk/>
            <pc:sldMk cId="3205251962" sldId="317"/>
            <ac:spMk id="12" creationId="{4526D758-5C6B-6268-FA27-24DC3F979A43}"/>
          </ac:spMkLst>
        </pc:spChg>
        <pc:spChg chg="add mod">
          <ac:chgData name="Barenya Das" userId="e35ebc08-92ca-4f5c-ac07-71b9cfc27341" providerId="ADAL" clId="{957D9172-4998-40FF-97CD-C7C1153A75B6}" dt="2026-01-22T17:24:32.838" v="8602"/>
          <ac:spMkLst>
            <pc:docMk/>
            <pc:sldMk cId="3205251962" sldId="317"/>
            <ac:spMk id="14" creationId="{96240D34-5CCF-6E7F-14C9-5F0DA512F559}"/>
          </ac:spMkLst>
        </pc:spChg>
        <pc:spChg chg="add mod">
          <ac:chgData name="Barenya Das" userId="e35ebc08-92ca-4f5c-ac07-71b9cfc27341" providerId="ADAL" clId="{957D9172-4998-40FF-97CD-C7C1153A75B6}" dt="2026-01-29T12:22:02.805" v="15170"/>
          <ac:spMkLst>
            <pc:docMk/>
            <pc:sldMk cId="3205251962" sldId="317"/>
            <ac:spMk id="20" creationId="{BDB51DD9-0DF4-2B59-1FCD-F739FFAFF515}"/>
          </ac:spMkLst>
        </pc:spChg>
        <pc:spChg chg="add mod">
          <ac:chgData name="Barenya Das" userId="e35ebc08-92ca-4f5c-ac07-71b9cfc27341" providerId="ADAL" clId="{957D9172-4998-40FF-97CD-C7C1153A75B6}" dt="2026-01-29T12:32:15.815" v="15316"/>
          <ac:spMkLst>
            <pc:docMk/>
            <pc:sldMk cId="3205251962" sldId="317"/>
            <ac:spMk id="21" creationId="{94DAAD5D-CC7F-A8B6-71C4-8F864A74AF89}"/>
          </ac:spMkLst>
        </pc:spChg>
        <pc:spChg chg="add mod">
          <ac:chgData name="Barenya Das" userId="e35ebc08-92ca-4f5c-ac07-71b9cfc27341" providerId="ADAL" clId="{957D9172-4998-40FF-97CD-C7C1153A75B6}" dt="2026-01-29T12:32:15.815" v="15316"/>
          <ac:spMkLst>
            <pc:docMk/>
            <pc:sldMk cId="3205251962" sldId="317"/>
            <ac:spMk id="23" creationId="{75014B66-7829-574A-60E4-4F4B38B8D85A}"/>
          </ac:spMkLst>
        </pc:spChg>
        <pc:spChg chg="add mod">
          <ac:chgData name="Barenya Das" userId="e35ebc08-92ca-4f5c-ac07-71b9cfc27341" providerId="ADAL" clId="{957D9172-4998-40FF-97CD-C7C1153A75B6}" dt="2026-01-29T12:32:15.815" v="15316"/>
          <ac:spMkLst>
            <pc:docMk/>
            <pc:sldMk cId="3205251962" sldId="317"/>
            <ac:spMk id="24" creationId="{28FC33C3-3FF3-FD61-81FD-A139E1B7CA95}"/>
          </ac:spMkLst>
        </pc:spChg>
        <pc:spChg chg="add mod">
          <ac:chgData name="Barenya Das" userId="e35ebc08-92ca-4f5c-ac07-71b9cfc27341" providerId="ADAL" clId="{957D9172-4998-40FF-97CD-C7C1153A75B6}" dt="2026-01-29T12:32:15.815" v="15316"/>
          <ac:spMkLst>
            <pc:docMk/>
            <pc:sldMk cId="3205251962" sldId="317"/>
            <ac:spMk id="25" creationId="{BAC2E702-8E66-1856-4C1D-29A447E2F6E0}"/>
          </ac:spMkLst>
        </pc:spChg>
        <pc:spChg chg="add mod">
          <ac:chgData name="Barenya Das" userId="e35ebc08-92ca-4f5c-ac07-71b9cfc27341" providerId="ADAL" clId="{957D9172-4998-40FF-97CD-C7C1153A75B6}" dt="2026-01-29T12:32:15.815" v="15316"/>
          <ac:spMkLst>
            <pc:docMk/>
            <pc:sldMk cId="3205251962" sldId="317"/>
            <ac:spMk id="26" creationId="{0E83D813-4B32-C9BF-8401-BD85E21A0754}"/>
          </ac:spMkLst>
        </pc:spChg>
        <pc:spChg chg="add mod">
          <ac:chgData name="Barenya Das" userId="e35ebc08-92ca-4f5c-ac07-71b9cfc27341" providerId="ADAL" clId="{957D9172-4998-40FF-97CD-C7C1153A75B6}" dt="2026-01-29T12:36:34.402" v="15407"/>
          <ac:spMkLst>
            <pc:docMk/>
            <pc:sldMk cId="3205251962" sldId="317"/>
            <ac:spMk id="27" creationId="{5E6A4531-7F01-3DC7-FD60-789A7256EA01}"/>
          </ac:spMkLst>
        </pc:spChg>
        <pc:spChg chg="add mod">
          <ac:chgData name="Barenya Das" userId="e35ebc08-92ca-4f5c-ac07-71b9cfc27341" providerId="ADAL" clId="{957D9172-4998-40FF-97CD-C7C1153A75B6}" dt="2026-01-27T06:33:30.659" v="9458"/>
          <ac:spMkLst>
            <pc:docMk/>
            <pc:sldMk cId="3205251962" sldId="317"/>
            <ac:spMk id="39" creationId="{F8879D06-0EA2-926D-35BF-B5D0ECF85264}"/>
          </ac:spMkLst>
        </pc:spChg>
        <pc:spChg chg="add mod">
          <ac:chgData name="Barenya Das" userId="e35ebc08-92ca-4f5c-ac07-71b9cfc27341" providerId="ADAL" clId="{957D9172-4998-40FF-97CD-C7C1153A75B6}" dt="2026-01-27T06:44:42.897" v="9500"/>
          <ac:spMkLst>
            <pc:docMk/>
            <pc:sldMk cId="3205251962" sldId="317"/>
            <ac:spMk id="40" creationId="{B9774320-1005-2266-A7B5-0A8FE2797BB6}"/>
          </ac:spMkLst>
        </pc:spChg>
        <pc:spChg chg="add mod">
          <ac:chgData name="Barenya Das" userId="e35ebc08-92ca-4f5c-ac07-71b9cfc27341" providerId="ADAL" clId="{957D9172-4998-40FF-97CD-C7C1153A75B6}" dt="2026-01-29T12:40:07.321" v="15521"/>
          <ac:spMkLst>
            <pc:docMk/>
            <pc:sldMk cId="3205251962" sldId="317"/>
            <ac:spMk id="42" creationId="{2892961B-9550-69A2-B947-AA49F6C546B7}"/>
          </ac:spMkLst>
        </pc:spChg>
        <pc:spChg chg="add mod">
          <ac:chgData name="Barenya Das" userId="e35ebc08-92ca-4f5c-ac07-71b9cfc27341" providerId="ADAL" clId="{957D9172-4998-40FF-97CD-C7C1153A75B6}" dt="2026-01-29T12:45:21.608" v="15605"/>
          <ac:spMkLst>
            <pc:docMk/>
            <pc:sldMk cId="3205251962" sldId="317"/>
            <ac:spMk id="46" creationId="{9FC157E3-7A5C-A941-28B9-44E0D420A915}"/>
          </ac:spMkLst>
        </pc:spChg>
        <pc:picChg chg="add mod">
          <ac:chgData name="Barenya Das" userId="e35ebc08-92ca-4f5c-ac07-71b9cfc27341" providerId="ADAL" clId="{957D9172-4998-40FF-97CD-C7C1153A75B6}" dt="2026-01-27T06:24:29.263" v="9241" actId="208"/>
          <ac:picMkLst>
            <pc:docMk/>
            <pc:sldMk cId="3205251962" sldId="317"/>
            <ac:picMk id="29" creationId="{3FC6695F-CB19-9BC5-8135-0AB29006031F}"/>
          </ac:picMkLst>
        </pc:picChg>
        <pc:picChg chg="add mod">
          <ac:chgData name="Barenya Das" userId="e35ebc08-92ca-4f5c-ac07-71b9cfc27341" providerId="ADAL" clId="{957D9172-4998-40FF-97CD-C7C1153A75B6}" dt="2026-01-27T06:24:29.263" v="9241" actId="208"/>
          <ac:picMkLst>
            <pc:docMk/>
            <pc:sldMk cId="3205251962" sldId="317"/>
            <ac:picMk id="30" creationId="{1F4AC3A5-17FB-8936-2FB6-B8B22B946132}"/>
          </ac:picMkLst>
        </pc:picChg>
        <pc:picChg chg="add mod">
          <ac:chgData name="Barenya Das" userId="e35ebc08-92ca-4f5c-ac07-71b9cfc27341" providerId="ADAL" clId="{957D9172-4998-40FF-97CD-C7C1153A75B6}" dt="2026-01-27T06:24:29.263" v="9241" actId="208"/>
          <ac:picMkLst>
            <pc:docMk/>
            <pc:sldMk cId="3205251962" sldId="317"/>
            <ac:picMk id="31" creationId="{AD377069-2162-6930-55BC-993B760FB952}"/>
          </ac:picMkLst>
        </pc:picChg>
        <pc:picChg chg="add mod">
          <ac:chgData name="Barenya Das" userId="e35ebc08-92ca-4f5c-ac07-71b9cfc27341" providerId="ADAL" clId="{957D9172-4998-40FF-97CD-C7C1153A75B6}" dt="2026-01-27T06:24:20.027" v="9240"/>
          <ac:picMkLst>
            <pc:docMk/>
            <pc:sldMk cId="3205251962" sldId="317"/>
            <ac:picMk id="32" creationId="{C43C3F9D-F63A-B5B8-54ED-9B1ACF7C079C}"/>
          </ac:picMkLst>
        </pc:picChg>
        <pc:picChg chg="add mod">
          <ac:chgData name="Barenya Das" userId="e35ebc08-92ca-4f5c-ac07-71b9cfc27341" providerId="ADAL" clId="{957D9172-4998-40FF-97CD-C7C1153A75B6}" dt="2026-01-27T06:24:20.027" v="9240"/>
          <ac:picMkLst>
            <pc:docMk/>
            <pc:sldMk cId="3205251962" sldId="317"/>
            <ac:picMk id="38" creationId="{6B62F423-BE78-394B-DC1F-175E02493FE7}"/>
          </ac:picMkLst>
        </pc:picChg>
        <pc:inkChg chg="add mod">
          <ac:chgData name="Barenya Das" userId="e35ebc08-92ca-4f5c-ac07-71b9cfc27341" providerId="ADAL" clId="{957D9172-4998-40FF-97CD-C7C1153A75B6}" dt="2026-01-29T11:13:28.788" v="13698"/>
          <ac:inkMkLst>
            <pc:docMk/>
            <pc:sldMk cId="3205251962" sldId="317"/>
            <ac:inkMk id="13" creationId="{9C644D2F-6F4A-8644-64FB-6B6F565FDB33}"/>
          </ac:inkMkLst>
        </pc:inkChg>
        <pc:cxnChg chg="add mod">
          <ac:chgData name="Barenya Das" userId="e35ebc08-92ca-4f5c-ac07-71b9cfc27341" providerId="ADAL" clId="{957D9172-4998-40FF-97CD-C7C1153A75B6}" dt="2026-01-28T09:12:38.191" v="13546"/>
          <ac:cxnSpMkLst>
            <pc:docMk/>
            <pc:sldMk cId="3205251962" sldId="317"/>
            <ac:cxnSpMk id="6" creationId="{F4547F1D-B1AD-BD16-FBE6-0CD7D78731F6}"/>
          </ac:cxnSpMkLst>
        </pc:cxnChg>
        <pc:cxnChg chg="add mod">
          <ac:chgData name="Barenya Das" userId="e35ebc08-92ca-4f5c-ac07-71b9cfc27341" providerId="ADAL" clId="{957D9172-4998-40FF-97CD-C7C1153A75B6}" dt="2026-01-28T09:12:38.191" v="13546"/>
          <ac:cxnSpMkLst>
            <pc:docMk/>
            <pc:sldMk cId="3205251962" sldId="317"/>
            <ac:cxnSpMk id="8" creationId="{16615D49-3B32-AB9A-38D3-2406ACB53078}"/>
          </ac:cxnSpMkLst>
        </pc:cxnChg>
        <pc:cxnChg chg="add mod">
          <ac:chgData name="Barenya Das" userId="e35ebc08-92ca-4f5c-ac07-71b9cfc27341" providerId="ADAL" clId="{957D9172-4998-40FF-97CD-C7C1153A75B6}" dt="2026-01-28T09:12:38.191" v="13546"/>
          <ac:cxnSpMkLst>
            <pc:docMk/>
            <pc:sldMk cId="3205251962" sldId="317"/>
            <ac:cxnSpMk id="9" creationId="{58532171-9B81-76C1-0283-87907DF0C0B7}"/>
          </ac:cxnSpMkLst>
        </pc:cxnChg>
        <pc:cxnChg chg="add mod">
          <ac:chgData name="Barenya Das" userId="e35ebc08-92ca-4f5c-ac07-71b9cfc27341" providerId="ADAL" clId="{957D9172-4998-40FF-97CD-C7C1153A75B6}" dt="2026-01-28T09:12:38.191" v="13546"/>
          <ac:cxnSpMkLst>
            <pc:docMk/>
            <pc:sldMk cId="3205251962" sldId="317"/>
            <ac:cxnSpMk id="10" creationId="{2E111509-7E26-1B18-20CB-AD5FF1DA705E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9T12:45:12.637" v="15602"/>
        <pc:sldMkLst>
          <pc:docMk/>
          <pc:sldMk cId="1537919281" sldId="318"/>
        </pc:sldMkLst>
        <pc:spChg chg="add mod">
          <ac:chgData name="Barenya Das" userId="e35ebc08-92ca-4f5c-ac07-71b9cfc27341" providerId="ADAL" clId="{957D9172-4998-40FF-97CD-C7C1153A75B6}" dt="2026-01-28T09:12:37.052" v="13545"/>
          <ac:spMkLst>
            <pc:docMk/>
            <pc:sldMk cId="1537919281" sldId="318"/>
            <ac:spMk id="4" creationId="{7B7B7C2A-5EDC-3FC5-90E6-70DAC4645DAC}"/>
          </ac:spMkLst>
        </pc:spChg>
        <pc:spChg chg="add mod">
          <ac:chgData name="Barenya Das" userId="e35ebc08-92ca-4f5c-ac07-71b9cfc27341" providerId="ADAL" clId="{957D9172-4998-40FF-97CD-C7C1153A75B6}" dt="2026-01-28T09:12:37.052" v="13545"/>
          <ac:spMkLst>
            <pc:docMk/>
            <pc:sldMk cId="1537919281" sldId="318"/>
            <ac:spMk id="9" creationId="{9DC5170F-E3C4-65B9-BD84-A4A88D887D80}"/>
          </ac:spMkLst>
        </pc:spChg>
        <pc:spChg chg="add mod">
          <ac:chgData name="Barenya Das" userId="e35ebc08-92ca-4f5c-ac07-71b9cfc27341" providerId="ADAL" clId="{957D9172-4998-40FF-97CD-C7C1153A75B6}" dt="2026-01-28T09:12:37.052" v="13545"/>
          <ac:spMkLst>
            <pc:docMk/>
            <pc:sldMk cId="1537919281" sldId="318"/>
            <ac:spMk id="18" creationId="{1594494D-B894-C8F2-5AAC-6EE87F86DB41}"/>
          </ac:spMkLst>
        </pc:spChg>
        <pc:spChg chg="add mod">
          <ac:chgData name="Barenya Das" userId="e35ebc08-92ca-4f5c-ac07-71b9cfc27341" providerId="ADAL" clId="{957D9172-4998-40FF-97CD-C7C1153A75B6}" dt="2026-01-28T09:12:37.052" v="13545"/>
          <ac:spMkLst>
            <pc:docMk/>
            <pc:sldMk cId="1537919281" sldId="318"/>
            <ac:spMk id="20" creationId="{55CA72BF-B20A-AB4E-896E-B4FFD6899632}"/>
          </ac:spMkLst>
        </pc:spChg>
        <pc:spChg chg="add mod">
          <ac:chgData name="Barenya Das" userId="e35ebc08-92ca-4f5c-ac07-71b9cfc27341" providerId="ADAL" clId="{957D9172-4998-40FF-97CD-C7C1153A75B6}" dt="2026-01-29T12:22:07.803" v="15172"/>
          <ac:spMkLst>
            <pc:docMk/>
            <pc:sldMk cId="1537919281" sldId="318"/>
            <ac:spMk id="25" creationId="{2D5AEC68-ACD7-28DF-8A16-FB6623D7C521}"/>
          </ac:spMkLst>
        </pc:spChg>
        <pc:spChg chg="add mod">
          <ac:chgData name="Barenya Das" userId="e35ebc08-92ca-4f5c-ac07-71b9cfc27341" providerId="ADAL" clId="{957D9172-4998-40FF-97CD-C7C1153A75B6}" dt="2026-01-29T12:32:25.354" v="15318"/>
          <ac:spMkLst>
            <pc:docMk/>
            <pc:sldMk cId="1537919281" sldId="318"/>
            <ac:spMk id="26" creationId="{8656C1D8-1AF2-BE97-7956-65EFA107D63B}"/>
          </ac:spMkLst>
        </pc:spChg>
        <pc:spChg chg="add mod">
          <ac:chgData name="Barenya Das" userId="e35ebc08-92ca-4f5c-ac07-71b9cfc27341" providerId="ADAL" clId="{957D9172-4998-40FF-97CD-C7C1153A75B6}" dt="2026-01-29T12:32:25.354" v="15318"/>
          <ac:spMkLst>
            <pc:docMk/>
            <pc:sldMk cId="1537919281" sldId="318"/>
            <ac:spMk id="27" creationId="{8C06317D-ECAA-EE4D-6335-BA63776EFF54}"/>
          </ac:spMkLst>
        </pc:spChg>
        <pc:spChg chg="add mod">
          <ac:chgData name="Barenya Das" userId="e35ebc08-92ca-4f5c-ac07-71b9cfc27341" providerId="ADAL" clId="{957D9172-4998-40FF-97CD-C7C1153A75B6}" dt="2026-01-29T12:32:25.354" v="15318"/>
          <ac:spMkLst>
            <pc:docMk/>
            <pc:sldMk cId="1537919281" sldId="318"/>
            <ac:spMk id="28" creationId="{63D7BACD-D992-83F9-C2A8-0113FD0D1ECF}"/>
          </ac:spMkLst>
        </pc:spChg>
        <pc:spChg chg="add mod">
          <ac:chgData name="Barenya Das" userId="e35ebc08-92ca-4f5c-ac07-71b9cfc27341" providerId="ADAL" clId="{957D9172-4998-40FF-97CD-C7C1153A75B6}" dt="2026-01-22T17:24:35.501" v="8603"/>
          <ac:spMkLst>
            <pc:docMk/>
            <pc:sldMk cId="1537919281" sldId="318"/>
            <ac:spMk id="29" creationId="{25ED22FC-5A1E-6E13-6E87-32EAF196A5C5}"/>
          </ac:spMkLst>
        </pc:spChg>
        <pc:spChg chg="add mod">
          <ac:chgData name="Barenya Das" userId="e35ebc08-92ca-4f5c-ac07-71b9cfc27341" providerId="ADAL" clId="{957D9172-4998-40FF-97CD-C7C1153A75B6}" dt="2026-01-29T12:32:25.354" v="15318"/>
          <ac:spMkLst>
            <pc:docMk/>
            <pc:sldMk cId="1537919281" sldId="318"/>
            <ac:spMk id="31" creationId="{7C4FACFD-3B0C-9EDD-8CA9-59F49734B30A}"/>
          </ac:spMkLst>
        </pc:spChg>
        <pc:spChg chg="add mod">
          <ac:chgData name="Barenya Das" userId="e35ebc08-92ca-4f5c-ac07-71b9cfc27341" providerId="ADAL" clId="{957D9172-4998-40FF-97CD-C7C1153A75B6}" dt="2026-01-29T12:32:25.354" v="15318"/>
          <ac:spMkLst>
            <pc:docMk/>
            <pc:sldMk cId="1537919281" sldId="318"/>
            <ac:spMk id="32" creationId="{CFCFF838-59DB-E80B-2C76-45CEFAC96A20}"/>
          </ac:spMkLst>
        </pc:spChg>
        <pc:spChg chg="add mod">
          <ac:chgData name="Barenya Das" userId="e35ebc08-92ca-4f5c-ac07-71b9cfc27341" providerId="ADAL" clId="{957D9172-4998-40FF-97CD-C7C1153A75B6}" dt="2026-01-29T12:36:30.345" v="15405"/>
          <ac:spMkLst>
            <pc:docMk/>
            <pc:sldMk cId="1537919281" sldId="318"/>
            <ac:spMk id="33" creationId="{7466D3F2-A3AF-7668-7FCE-73D7523C085A}"/>
          </ac:spMkLst>
        </pc:spChg>
        <pc:spChg chg="add mod">
          <ac:chgData name="Barenya Das" userId="e35ebc08-92ca-4f5c-ac07-71b9cfc27341" providerId="ADAL" clId="{957D9172-4998-40FF-97CD-C7C1153A75B6}" dt="2026-01-29T12:40:11.436" v="15523"/>
          <ac:spMkLst>
            <pc:docMk/>
            <pc:sldMk cId="1537919281" sldId="318"/>
            <ac:spMk id="34" creationId="{6782CEF4-8647-DDCC-2405-127BF9D9E3B7}"/>
          </ac:spMkLst>
        </pc:spChg>
        <pc:spChg chg="add mod">
          <ac:chgData name="Barenya Das" userId="e35ebc08-92ca-4f5c-ac07-71b9cfc27341" providerId="ADAL" clId="{957D9172-4998-40FF-97CD-C7C1153A75B6}" dt="2026-01-29T12:45:12.637" v="15602"/>
          <ac:spMkLst>
            <pc:docMk/>
            <pc:sldMk cId="1537919281" sldId="318"/>
            <ac:spMk id="35" creationId="{1F7FF3BC-9765-9AD6-E1C4-308ADE8FD837}"/>
          </ac:spMkLst>
        </pc:spChg>
        <pc:spChg chg="add mod">
          <ac:chgData name="Barenya Das" userId="e35ebc08-92ca-4f5c-ac07-71b9cfc27341" providerId="ADAL" clId="{957D9172-4998-40FF-97CD-C7C1153A75B6}" dt="2026-01-29T12:45:12.637" v="15602"/>
          <ac:spMkLst>
            <pc:docMk/>
            <pc:sldMk cId="1537919281" sldId="318"/>
            <ac:spMk id="36" creationId="{026B5BFD-A2A0-1AD4-D730-3AE763CB6409}"/>
          </ac:spMkLst>
        </pc:spChg>
        <pc:spChg chg="add mod">
          <ac:chgData name="Barenya Das" userId="e35ebc08-92ca-4f5c-ac07-71b9cfc27341" providerId="ADAL" clId="{957D9172-4998-40FF-97CD-C7C1153A75B6}" dt="2026-01-29T12:45:12.637" v="15602"/>
          <ac:spMkLst>
            <pc:docMk/>
            <pc:sldMk cId="1537919281" sldId="318"/>
            <ac:spMk id="37" creationId="{C2A617E0-872D-73E8-00A8-7FDD8EE86079}"/>
          </ac:spMkLst>
        </pc:spChg>
        <pc:spChg chg="add mod">
          <ac:chgData name="Barenya Das" userId="e35ebc08-92ca-4f5c-ac07-71b9cfc27341" providerId="ADAL" clId="{957D9172-4998-40FF-97CD-C7C1153A75B6}" dt="2026-01-29T12:45:12.637" v="15602"/>
          <ac:spMkLst>
            <pc:docMk/>
            <pc:sldMk cId="1537919281" sldId="318"/>
            <ac:spMk id="38" creationId="{1A3F7218-1DE0-F842-92B0-0ADBD2B63C87}"/>
          </ac:spMkLst>
        </pc:spChg>
        <pc:spChg chg="add mod">
          <ac:chgData name="Barenya Das" userId="e35ebc08-92ca-4f5c-ac07-71b9cfc27341" providerId="ADAL" clId="{957D9172-4998-40FF-97CD-C7C1153A75B6}" dt="2026-01-27T06:44:44.185" v="9501"/>
          <ac:spMkLst>
            <pc:docMk/>
            <pc:sldMk cId="1537919281" sldId="318"/>
            <ac:spMk id="59" creationId="{5A8B5CEA-64AF-D225-A8F1-3EF908E45C63}"/>
          </ac:spMkLst>
        </pc:spChg>
        <pc:picChg chg="add mod">
          <ac:chgData name="Barenya Das" userId="e35ebc08-92ca-4f5c-ac07-71b9cfc27341" providerId="ADAL" clId="{957D9172-4998-40FF-97CD-C7C1153A75B6}" dt="2026-01-27T06:23:51.938" v="9237"/>
          <ac:picMkLst>
            <pc:docMk/>
            <pc:sldMk cId="1537919281" sldId="318"/>
            <ac:picMk id="49" creationId="{5EBF0E64-0B40-8F22-3DE3-E9CC22F3692C}"/>
          </ac:picMkLst>
        </pc:picChg>
        <pc:picChg chg="add mod">
          <ac:chgData name="Barenya Das" userId="e35ebc08-92ca-4f5c-ac07-71b9cfc27341" providerId="ADAL" clId="{957D9172-4998-40FF-97CD-C7C1153A75B6}" dt="2026-01-27T06:23:51.938" v="9237"/>
          <ac:picMkLst>
            <pc:docMk/>
            <pc:sldMk cId="1537919281" sldId="318"/>
            <ac:picMk id="50" creationId="{8C304BD3-4063-4D9D-7145-C30CEB912BA4}"/>
          </ac:picMkLst>
        </pc:picChg>
        <pc:picChg chg="add mod">
          <ac:chgData name="Barenya Das" userId="e35ebc08-92ca-4f5c-ac07-71b9cfc27341" providerId="ADAL" clId="{957D9172-4998-40FF-97CD-C7C1153A75B6}" dt="2026-01-27T06:23:51.938" v="9237"/>
          <ac:picMkLst>
            <pc:docMk/>
            <pc:sldMk cId="1537919281" sldId="318"/>
            <ac:picMk id="51" creationId="{4DD08F92-2E88-6615-F0F8-F87B075FA39A}"/>
          </ac:picMkLst>
        </pc:picChg>
        <pc:picChg chg="add mod">
          <ac:chgData name="Barenya Das" userId="e35ebc08-92ca-4f5c-ac07-71b9cfc27341" providerId="ADAL" clId="{957D9172-4998-40FF-97CD-C7C1153A75B6}" dt="2026-01-27T06:23:51.938" v="9237"/>
          <ac:picMkLst>
            <pc:docMk/>
            <pc:sldMk cId="1537919281" sldId="318"/>
            <ac:picMk id="52" creationId="{B03A2176-9936-0FB4-7B4E-0CF74993C894}"/>
          </ac:picMkLst>
        </pc:picChg>
        <pc:picChg chg="add mod">
          <ac:chgData name="Barenya Das" userId="e35ebc08-92ca-4f5c-ac07-71b9cfc27341" providerId="ADAL" clId="{957D9172-4998-40FF-97CD-C7C1153A75B6}" dt="2026-01-27T06:23:51.938" v="9237"/>
          <ac:picMkLst>
            <pc:docMk/>
            <pc:sldMk cId="1537919281" sldId="318"/>
            <ac:picMk id="58" creationId="{A7AE54F8-58F3-D5AC-FCB2-FDD19013CFC2}"/>
          </ac:picMkLst>
        </pc:picChg>
        <pc:inkChg chg="add mod">
          <ac:chgData name="Barenya Das" userId="e35ebc08-92ca-4f5c-ac07-71b9cfc27341" providerId="ADAL" clId="{957D9172-4998-40FF-97CD-C7C1153A75B6}" dt="2026-01-22T16:15:40.160" v="7559" actId="1076"/>
          <ac:inkMkLst>
            <pc:docMk/>
            <pc:sldMk cId="1537919281" sldId="318"/>
            <ac:inkMk id="5" creationId="{AAB31F35-E6EF-27BC-6EFA-23FE4122EF9D}"/>
          </ac:inkMkLst>
        </pc:inkChg>
        <pc:inkChg chg="add mod">
          <ac:chgData name="Barenya Das" userId="e35ebc08-92ca-4f5c-ac07-71b9cfc27341" providerId="ADAL" clId="{957D9172-4998-40FF-97CD-C7C1153A75B6}" dt="2026-01-22T16:15:40.160" v="7559" actId="1076"/>
          <ac:inkMkLst>
            <pc:docMk/>
            <pc:sldMk cId="1537919281" sldId="318"/>
            <ac:inkMk id="6" creationId="{0C5E0F15-FB7B-1890-806A-C7D0FA2EFFD4}"/>
          </ac:inkMkLst>
        </pc:inkChg>
        <pc:inkChg chg="add mod">
          <ac:chgData name="Barenya Das" userId="e35ebc08-92ca-4f5c-ac07-71b9cfc27341" providerId="ADAL" clId="{957D9172-4998-40FF-97CD-C7C1153A75B6}" dt="2026-01-22T16:15:44.790" v="7561" actId="1076"/>
          <ac:inkMkLst>
            <pc:docMk/>
            <pc:sldMk cId="1537919281" sldId="318"/>
            <ac:inkMk id="8" creationId="{1F4A8096-B93D-B693-6375-407CFC7AF458}"/>
          </ac:inkMkLst>
        </pc:inkChg>
        <pc:inkChg chg="add mod">
          <ac:chgData name="Barenya Das" userId="e35ebc08-92ca-4f5c-ac07-71b9cfc27341" providerId="ADAL" clId="{957D9172-4998-40FF-97CD-C7C1153A75B6}" dt="2026-01-22T16:15:44.790" v="7561" actId="1076"/>
          <ac:inkMkLst>
            <pc:docMk/>
            <pc:sldMk cId="1537919281" sldId="318"/>
            <ac:inkMk id="10" creationId="{AF22A9E1-516A-D2D9-7270-F551329D1585}"/>
          </ac:inkMkLst>
        </pc:inkChg>
        <pc:inkChg chg="add mod">
          <ac:chgData name="Barenya Das" userId="e35ebc08-92ca-4f5c-ac07-71b9cfc27341" providerId="ADAL" clId="{957D9172-4998-40FF-97CD-C7C1153A75B6}" dt="2026-01-22T16:15:55.758" v="7563" actId="1076"/>
          <ac:inkMkLst>
            <pc:docMk/>
            <pc:sldMk cId="1537919281" sldId="318"/>
            <ac:inkMk id="12" creationId="{A4F25A68-B227-F351-D80E-AEA5770B8813}"/>
          </ac:inkMkLst>
        </pc:inkChg>
        <pc:inkChg chg="add mod">
          <ac:chgData name="Barenya Das" userId="e35ebc08-92ca-4f5c-ac07-71b9cfc27341" providerId="ADAL" clId="{957D9172-4998-40FF-97CD-C7C1153A75B6}" dt="2026-01-22T16:15:55.758" v="7563" actId="1076"/>
          <ac:inkMkLst>
            <pc:docMk/>
            <pc:sldMk cId="1537919281" sldId="318"/>
            <ac:inkMk id="14" creationId="{221D4C62-626A-F01E-3659-5270BA724E95}"/>
          </ac:inkMkLst>
        </pc:inkChg>
        <pc:inkChg chg="add mod">
          <ac:chgData name="Barenya Das" userId="e35ebc08-92ca-4f5c-ac07-71b9cfc27341" providerId="ADAL" clId="{957D9172-4998-40FF-97CD-C7C1153A75B6}" dt="2026-01-29T11:13:30.002" v="13699"/>
          <ac:inkMkLst>
            <pc:docMk/>
            <pc:sldMk cId="1537919281" sldId="318"/>
            <ac:inkMk id="21" creationId="{91904F39-E5ED-F265-11CE-B1F125A884C0}"/>
          </ac:inkMkLst>
        </pc:inkChg>
        <pc:cxnChg chg="add mod">
          <ac:chgData name="Barenya Das" userId="e35ebc08-92ca-4f5c-ac07-71b9cfc27341" providerId="ADAL" clId="{957D9172-4998-40FF-97CD-C7C1153A75B6}" dt="2026-01-28T09:12:37.052" v="13545"/>
          <ac:cxnSpMkLst>
            <pc:docMk/>
            <pc:sldMk cId="1537919281" sldId="318"/>
            <ac:cxnSpMk id="11" creationId="{DC94FEAC-0EAF-882E-1304-36ADADB6661B}"/>
          </ac:cxnSpMkLst>
        </pc:cxnChg>
        <pc:cxnChg chg="add mod">
          <ac:chgData name="Barenya Das" userId="e35ebc08-92ca-4f5c-ac07-71b9cfc27341" providerId="ADAL" clId="{957D9172-4998-40FF-97CD-C7C1153A75B6}" dt="2026-01-28T09:12:37.052" v="13545"/>
          <ac:cxnSpMkLst>
            <pc:docMk/>
            <pc:sldMk cId="1537919281" sldId="318"/>
            <ac:cxnSpMk id="13" creationId="{B944D094-FF14-FB4C-6897-396DD4EE157C}"/>
          </ac:cxnSpMkLst>
        </pc:cxnChg>
        <pc:cxnChg chg="add mod">
          <ac:chgData name="Barenya Das" userId="e35ebc08-92ca-4f5c-ac07-71b9cfc27341" providerId="ADAL" clId="{957D9172-4998-40FF-97CD-C7C1153A75B6}" dt="2026-01-28T09:12:37.052" v="13545"/>
          <ac:cxnSpMkLst>
            <pc:docMk/>
            <pc:sldMk cId="1537919281" sldId="318"/>
            <ac:cxnSpMk id="15" creationId="{D1A9F4DC-6707-03E3-C641-949F119D870C}"/>
          </ac:cxnSpMkLst>
        </pc:cxnChg>
        <pc:cxnChg chg="add mod">
          <ac:chgData name="Barenya Das" userId="e35ebc08-92ca-4f5c-ac07-71b9cfc27341" providerId="ADAL" clId="{957D9172-4998-40FF-97CD-C7C1153A75B6}" dt="2026-01-28T09:12:37.052" v="13545"/>
          <ac:cxnSpMkLst>
            <pc:docMk/>
            <pc:sldMk cId="1537919281" sldId="318"/>
            <ac:cxnSpMk id="17" creationId="{51E6306A-1081-5645-65DB-6961F79F2C5F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1-29T12:49:20.486" v="15652" actId="1036"/>
        <pc:sldMkLst>
          <pc:docMk/>
          <pc:sldMk cId="3959129908" sldId="319"/>
        </pc:sldMkLst>
        <pc:spChg chg="add mod">
          <ac:chgData name="Barenya Das" userId="e35ebc08-92ca-4f5c-ac07-71b9cfc27341" providerId="ADAL" clId="{957D9172-4998-40FF-97CD-C7C1153A75B6}" dt="2026-01-28T09:12:34.615" v="13544"/>
          <ac:spMkLst>
            <pc:docMk/>
            <pc:sldMk cId="3959129908" sldId="319"/>
            <ac:spMk id="4" creationId="{9B59D3F9-C690-3651-EE2E-5ECEF5E60837}"/>
          </ac:spMkLst>
        </pc:spChg>
        <pc:spChg chg="add mod">
          <ac:chgData name="Barenya Das" userId="e35ebc08-92ca-4f5c-ac07-71b9cfc27341" providerId="ADAL" clId="{957D9172-4998-40FF-97CD-C7C1153A75B6}" dt="2026-01-28T09:12:34.615" v="13544"/>
          <ac:spMkLst>
            <pc:docMk/>
            <pc:sldMk cId="3959129908" sldId="319"/>
            <ac:spMk id="9" creationId="{07E3F6E5-5465-868D-579E-2B5CF49D3E3F}"/>
          </ac:spMkLst>
        </pc:spChg>
        <pc:spChg chg="add mod">
          <ac:chgData name="Barenya Das" userId="e35ebc08-92ca-4f5c-ac07-71b9cfc27341" providerId="ADAL" clId="{957D9172-4998-40FF-97CD-C7C1153A75B6}" dt="2026-01-28T09:12:34.615" v="13544"/>
          <ac:spMkLst>
            <pc:docMk/>
            <pc:sldMk cId="3959129908" sldId="319"/>
            <ac:spMk id="18" creationId="{97B34A15-DAC7-032D-ACD4-D3517934F427}"/>
          </ac:spMkLst>
        </pc:spChg>
        <pc:spChg chg="add mod">
          <ac:chgData name="Barenya Das" userId="e35ebc08-92ca-4f5c-ac07-71b9cfc27341" providerId="ADAL" clId="{957D9172-4998-40FF-97CD-C7C1153A75B6}" dt="2026-01-28T09:12:34.615" v="13544"/>
          <ac:spMkLst>
            <pc:docMk/>
            <pc:sldMk cId="3959129908" sldId="319"/>
            <ac:spMk id="20" creationId="{15B763DD-7CEC-0239-7E40-40961761C2E5}"/>
          </ac:spMkLst>
        </pc:spChg>
        <pc:spChg chg="add mod">
          <ac:chgData name="Barenya Das" userId="e35ebc08-92ca-4f5c-ac07-71b9cfc27341" providerId="ADAL" clId="{957D9172-4998-40FF-97CD-C7C1153A75B6}" dt="2026-01-22T17:35:53.204" v="8775" actId="1036"/>
          <ac:spMkLst>
            <pc:docMk/>
            <pc:sldMk cId="3959129908" sldId="319"/>
            <ac:spMk id="21" creationId="{9DDD1AE2-198C-DD5E-3F6C-449AA5F072C7}"/>
          </ac:spMkLst>
        </pc:spChg>
        <pc:spChg chg="add mod">
          <ac:chgData name="Barenya Das" userId="e35ebc08-92ca-4f5c-ac07-71b9cfc27341" providerId="ADAL" clId="{957D9172-4998-40FF-97CD-C7C1153A75B6}" dt="2026-01-29T12:49:20.486" v="15652" actId="1036"/>
          <ac:spMkLst>
            <pc:docMk/>
            <pc:sldMk cId="3959129908" sldId="319"/>
            <ac:spMk id="24" creationId="{6A8D3E3B-4CCE-34B3-F656-BE1A527459AB}"/>
          </ac:spMkLst>
        </pc:spChg>
        <pc:spChg chg="add mod">
          <ac:chgData name="Barenya Das" userId="e35ebc08-92ca-4f5c-ac07-71b9cfc27341" providerId="ADAL" clId="{957D9172-4998-40FF-97CD-C7C1153A75B6}" dt="2026-01-28T08:13:13.385" v="11430" actId="14100"/>
          <ac:spMkLst>
            <pc:docMk/>
            <pc:sldMk cId="3959129908" sldId="319"/>
            <ac:spMk id="25" creationId="{A0FA8F56-D03F-63FE-967C-0A9904CE50B0}"/>
          </ac:spMkLst>
        </pc:spChg>
        <pc:spChg chg="add mod">
          <ac:chgData name="Barenya Das" userId="e35ebc08-92ca-4f5c-ac07-71b9cfc27341" providerId="ADAL" clId="{957D9172-4998-40FF-97CD-C7C1153A75B6}" dt="2026-01-29T12:36:21.398" v="15403" actId="1076"/>
          <ac:spMkLst>
            <pc:docMk/>
            <pc:sldMk cId="3959129908" sldId="319"/>
            <ac:spMk id="27" creationId="{1DDED3EF-D6B8-E9BC-9E35-EAD6232E67CE}"/>
          </ac:spMkLst>
        </pc:spChg>
        <pc:spChg chg="add mod">
          <ac:chgData name="Barenya Das" userId="e35ebc08-92ca-4f5c-ac07-71b9cfc27341" providerId="ADAL" clId="{957D9172-4998-40FF-97CD-C7C1153A75B6}" dt="2026-01-29T12:22:13.588" v="15174"/>
          <ac:spMkLst>
            <pc:docMk/>
            <pc:sldMk cId="3959129908" sldId="319"/>
            <ac:spMk id="28" creationId="{EF32ED15-6FA1-A045-5441-DF87725E8D36}"/>
          </ac:spMkLst>
        </pc:spChg>
        <pc:spChg chg="add mod">
          <ac:chgData name="Barenya Das" userId="e35ebc08-92ca-4f5c-ac07-71b9cfc27341" providerId="ADAL" clId="{957D9172-4998-40FF-97CD-C7C1153A75B6}" dt="2026-01-29T12:32:34.079" v="15320"/>
          <ac:spMkLst>
            <pc:docMk/>
            <pc:sldMk cId="3959129908" sldId="319"/>
            <ac:spMk id="29" creationId="{AA519C6C-67AD-1550-F4F7-E18E3DBC301D}"/>
          </ac:spMkLst>
        </pc:spChg>
        <pc:spChg chg="add mod">
          <ac:chgData name="Barenya Das" userId="e35ebc08-92ca-4f5c-ac07-71b9cfc27341" providerId="ADAL" clId="{957D9172-4998-40FF-97CD-C7C1153A75B6}" dt="2026-01-29T12:32:34.079" v="15320"/>
          <ac:spMkLst>
            <pc:docMk/>
            <pc:sldMk cId="3959129908" sldId="319"/>
            <ac:spMk id="30" creationId="{3F10423D-06F4-72A3-7C47-9E85A76A343A}"/>
          </ac:spMkLst>
        </pc:spChg>
        <pc:spChg chg="add mod">
          <ac:chgData name="Barenya Das" userId="e35ebc08-92ca-4f5c-ac07-71b9cfc27341" providerId="ADAL" clId="{957D9172-4998-40FF-97CD-C7C1153A75B6}" dt="2026-01-22T17:24:11.845" v="8591"/>
          <ac:spMkLst>
            <pc:docMk/>
            <pc:sldMk cId="3959129908" sldId="319"/>
            <ac:spMk id="31" creationId="{5FED6611-DE64-A6E9-49F1-0A0C8E727AD2}"/>
          </ac:spMkLst>
        </pc:spChg>
        <pc:spChg chg="add mod">
          <ac:chgData name="Barenya Das" userId="e35ebc08-92ca-4f5c-ac07-71b9cfc27341" providerId="ADAL" clId="{957D9172-4998-40FF-97CD-C7C1153A75B6}" dt="2026-01-29T12:32:34.079" v="15320"/>
          <ac:spMkLst>
            <pc:docMk/>
            <pc:sldMk cId="3959129908" sldId="319"/>
            <ac:spMk id="33" creationId="{86F4FB35-7B0E-6AEF-F209-4065DFD85317}"/>
          </ac:spMkLst>
        </pc:spChg>
        <pc:spChg chg="add mod">
          <ac:chgData name="Barenya Das" userId="e35ebc08-92ca-4f5c-ac07-71b9cfc27341" providerId="ADAL" clId="{957D9172-4998-40FF-97CD-C7C1153A75B6}" dt="2026-01-29T12:32:34.079" v="15320"/>
          <ac:spMkLst>
            <pc:docMk/>
            <pc:sldMk cId="3959129908" sldId="319"/>
            <ac:spMk id="34" creationId="{60547ED6-F907-4654-523B-B68EDA5DDEE1}"/>
          </ac:spMkLst>
        </pc:spChg>
        <pc:spChg chg="add mod">
          <ac:chgData name="Barenya Das" userId="e35ebc08-92ca-4f5c-ac07-71b9cfc27341" providerId="ADAL" clId="{957D9172-4998-40FF-97CD-C7C1153A75B6}" dt="2026-01-29T12:32:34.079" v="15320"/>
          <ac:spMkLst>
            <pc:docMk/>
            <pc:sldMk cId="3959129908" sldId="319"/>
            <ac:spMk id="35" creationId="{C7E82682-0FBC-9F50-8F00-3DCA4766AC4B}"/>
          </ac:spMkLst>
        </pc:spChg>
        <pc:spChg chg="add mod">
          <ac:chgData name="Barenya Das" userId="e35ebc08-92ca-4f5c-ac07-71b9cfc27341" providerId="ADAL" clId="{957D9172-4998-40FF-97CD-C7C1153A75B6}" dt="2026-01-29T12:40:15.552" v="15525"/>
          <ac:spMkLst>
            <pc:docMk/>
            <pc:sldMk cId="3959129908" sldId="319"/>
            <ac:spMk id="36" creationId="{0A4FB43E-1BCA-1BB0-B61E-ACC2E53A31F5}"/>
          </ac:spMkLst>
        </pc:spChg>
        <pc:spChg chg="add mod">
          <ac:chgData name="Barenya Das" userId="e35ebc08-92ca-4f5c-ac07-71b9cfc27341" providerId="ADAL" clId="{957D9172-4998-40FF-97CD-C7C1153A75B6}" dt="2026-01-29T12:44:54.176" v="15600"/>
          <ac:spMkLst>
            <pc:docMk/>
            <pc:sldMk cId="3959129908" sldId="319"/>
            <ac:spMk id="37" creationId="{F4EF4B63-77E9-39F1-E36D-6E056B51848D}"/>
          </ac:spMkLst>
        </pc:spChg>
        <pc:spChg chg="add mod">
          <ac:chgData name="Barenya Das" userId="e35ebc08-92ca-4f5c-ac07-71b9cfc27341" providerId="ADAL" clId="{957D9172-4998-40FF-97CD-C7C1153A75B6}" dt="2026-01-29T12:44:54.176" v="15600"/>
          <ac:spMkLst>
            <pc:docMk/>
            <pc:sldMk cId="3959129908" sldId="319"/>
            <ac:spMk id="38" creationId="{26DFF45B-5368-7340-8669-7149BA64B311}"/>
          </ac:spMkLst>
        </pc:spChg>
        <pc:spChg chg="add mod">
          <ac:chgData name="Barenya Das" userId="e35ebc08-92ca-4f5c-ac07-71b9cfc27341" providerId="ADAL" clId="{957D9172-4998-40FF-97CD-C7C1153A75B6}" dt="2026-01-27T06:44:19.043" v="9487" actId="1076"/>
          <ac:spMkLst>
            <pc:docMk/>
            <pc:sldMk cId="3959129908" sldId="319"/>
            <ac:spMk id="50" creationId="{8AF0126E-98C4-8C76-6567-46A43E47318A}"/>
          </ac:spMkLst>
        </pc:spChg>
        <pc:spChg chg="add mod">
          <ac:chgData name="Barenya Das" userId="e35ebc08-92ca-4f5c-ac07-71b9cfc27341" providerId="ADAL" clId="{957D9172-4998-40FF-97CD-C7C1153A75B6}" dt="2026-01-29T12:44:54.176" v="15600"/>
          <ac:spMkLst>
            <pc:docMk/>
            <pc:sldMk cId="3959129908" sldId="319"/>
            <ac:spMk id="55" creationId="{8940FD96-343E-5827-5B13-AD4F9D5ADDD7}"/>
          </ac:spMkLst>
        </pc:spChg>
        <pc:spChg chg="add mod">
          <ac:chgData name="Barenya Das" userId="e35ebc08-92ca-4f5c-ac07-71b9cfc27341" providerId="ADAL" clId="{957D9172-4998-40FF-97CD-C7C1153A75B6}" dt="2026-01-29T12:44:54.176" v="15600"/>
          <ac:spMkLst>
            <pc:docMk/>
            <pc:sldMk cId="3959129908" sldId="319"/>
            <ac:spMk id="56" creationId="{963C29EC-2E31-0B60-75D0-D58F7CE5400D}"/>
          </ac:spMkLst>
        </pc:spChg>
        <pc:picChg chg="add mod">
          <ac:chgData name="Barenya Das" userId="e35ebc08-92ca-4f5c-ac07-71b9cfc27341" providerId="ADAL" clId="{957D9172-4998-40FF-97CD-C7C1153A75B6}" dt="2026-01-27T06:23:40.263" v="9235"/>
          <ac:picMkLst>
            <pc:docMk/>
            <pc:sldMk cId="3959129908" sldId="319"/>
            <ac:picMk id="40" creationId="{DC96F982-545F-BD55-4C71-B1D325F72C3F}"/>
          </ac:picMkLst>
        </pc:picChg>
        <pc:picChg chg="add mod">
          <ac:chgData name="Barenya Das" userId="e35ebc08-92ca-4f5c-ac07-71b9cfc27341" providerId="ADAL" clId="{957D9172-4998-40FF-97CD-C7C1153A75B6}" dt="2026-01-27T06:23:40.263" v="9235"/>
          <ac:picMkLst>
            <pc:docMk/>
            <pc:sldMk cId="3959129908" sldId="319"/>
            <ac:picMk id="41" creationId="{33B1E98B-C6DD-5A11-E002-078C3384340C}"/>
          </ac:picMkLst>
        </pc:picChg>
        <pc:picChg chg="add mod">
          <ac:chgData name="Barenya Das" userId="e35ebc08-92ca-4f5c-ac07-71b9cfc27341" providerId="ADAL" clId="{957D9172-4998-40FF-97CD-C7C1153A75B6}" dt="2026-01-27T06:23:40.263" v="9235"/>
          <ac:picMkLst>
            <pc:docMk/>
            <pc:sldMk cId="3959129908" sldId="319"/>
            <ac:picMk id="42" creationId="{210D07D9-E056-52D1-48D5-ABE565A935C0}"/>
          </ac:picMkLst>
        </pc:picChg>
        <pc:picChg chg="add mod">
          <ac:chgData name="Barenya Das" userId="e35ebc08-92ca-4f5c-ac07-71b9cfc27341" providerId="ADAL" clId="{957D9172-4998-40FF-97CD-C7C1153A75B6}" dt="2026-01-27T06:23:40.263" v="9235"/>
          <ac:picMkLst>
            <pc:docMk/>
            <pc:sldMk cId="3959129908" sldId="319"/>
            <ac:picMk id="43" creationId="{055F9485-C470-E7DB-54CD-DB9B53847938}"/>
          </ac:picMkLst>
        </pc:picChg>
        <pc:picChg chg="add mod">
          <ac:chgData name="Barenya Das" userId="e35ebc08-92ca-4f5c-ac07-71b9cfc27341" providerId="ADAL" clId="{957D9172-4998-40FF-97CD-C7C1153A75B6}" dt="2026-01-27T06:23:40.263" v="9235"/>
          <ac:picMkLst>
            <pc:docMk/>
            <pc:sldMk cId="3959129908" sldId="319"/>
            <ac:picMk id="49" creationId="{1DC23F3C-5169-F2D9-0C61-642A9E0A8350}"/>
          </ac:picMkLst>
        </pc:picChg>
        <pc:inkChg chg="add mod">
          <ac:chgData name="Barenya Das" userId="e35ebc08-92ca-4f5c-ac07-71b9cfc27341" providerId="ADAL" clId="{957D9172-4998-40FF-97CD-C7C1153A75B6}" dt="2026-01-29T11:13:31.420" v="13700"/>
          <ac:inkMkLst>
            <pc:docMk/>
            <pc:sldMk cId="3959129908" sldId="319"/>
            <ac:inkMk id="23" creationId="{5963429D-A79D-84EA-6E33-99AF7E556F94}"/>
          </ac:inkMkLst>
        </pc:inkChg>
        <pc:cxnChg chg="add mod">
          <ac:chgData name="Barenya Das" userId="e35ebc08-92ca-4f5c-ac07-71b9cfc27341" providerId="ADAL" clId="{957D9172-4998-40FF-97CD-C7C1153A75B6}" dt="2026-01-28T09:12:34.615" v="13544"/>
          <ac:cxnSpMkLst>
            <pc:docMk/>
            <pc:sldMk cId="3959129908" sldId="319"/>
            <ac:cxnSpMk id="11" creationId="{DB206CB1-0BE3-848C-7F9F-EADE92B807E7}"/>
          </ac:cxnSpMkLst>
        </pc:cxnChg>
        <pc:cxnChg chg="add mod">
          <ac:chgData name="Barenya Das" userId="e35ebc08-92ca-4f5c-ac07-71b9cfc27341" providerId="ADAL" clId="{957D9172-4998-40FF-97CD-C7C1153A75B6}" dt="2026-01-28T09:12:34.615" v="13544"/>
          <ac:cxnSpMkLst>
            <pc:docMk/>
            <pc:sldMk cId="3959129908" sldId="319"/>
            <ac:cxnSpMk id="13" creationId="{9F962E19-B01D-E069-B91F-048A6B1D7400}"/>
          </ac:cxnSpMkLst>
        </pc:cxnChg>
        <pc:cxnChg chg="add mod">
          <ac:chgData name="Barenya Das" userId="e35ebc08-92ca-4f5c-ac07-71b9cfc27341" providerId="ADAL" clId="{957D9172-4998-40FF-97CD-C7C1153A75B6}" dt="2026-01-28T09:12:34.615" v="13544"/>
          <ac:cxnSpMkLst>
            <pc:docMk/>
            <pc:sldMk cId="3959129908" sldId="319"/>
            <ac:cxnSpMk id="15" creationId="{0B7C1274-C34D-9DE0-3113-1A4DBE2F4AAD}"/>
          </ac:cxnSpMkLst>
        </pc:cxnChg>
        <pc:cxnChg chg="add mod">
          <ac:chgData name="Barenya Das" userId="e35ebc08-92ca-4f5c-ac07-71b9cfc27341" providerId="ADAL" clId="{957D9172-4998-40FF-97CD-C7C1153A75B6}" dt="2026-01-28T09:12:34.615" v="13544"/>
          <ac:cxnSpMkLst>
            <pc:docMk/>
            <pc:sldMk cId="3959129908" sldId="319"/>
            <ac:cxnSpMk id="17" creationId="{C82F60A1-BD36-BCFA-EA1C-D1C12ED38342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2-02T10:44:50.018" v="16376" actId="6549"/>
        <pc:sldMkLst>
          <pc:docMk/>
          <pc:sldMk cId="1579063933" sldId="320"/>
        </pc:sldMkLst>
        <pc:spChg chg="add mod">
          <ac:chgData name="Barenya Das" userId="e35ebc08-92ca-4f5c-ac07-71b9cfc27341" providerId="ADAL" clId="{957D9172-4998-40FF-97CD-C7C1153A75B6}" dt="2026-01-28T09:12:33.418" v="13543"/>
          <ac:spMkLst>
            <pc:docMk/>
            <pc:sldMk cId="1579063933" sldId="320"/>
            <ac:spMk id="4" creationId="{99C1E13A-A18F-98F3-72E9-15731463E5F7}"/>
          </ac:spMkLst>
        </pc:spChg>
        <pc:spChg chg="add mod">
          <ac:chgData name="Barenya Das" userId="e35ebc08-92ca-4f5c-ac07-71b9cfc27341" providerId="ADAL" clId="{957D9172-4998-40FF-97CD-C7C1153A75B6}" dt="2026-01-28T09:12:33.418" v="13543"/>
          <ac:spMkLst>
            <pc:docMk/>
            <pc:sldMk cId="1579063933" sldId="320"/>
            <ac:spMk id="9" creationId="{18017800-1C72-9C5E-D9A9-7BFFA9DB1631}"/>
          </ac:spMkLst>
        </pc:spChg>
        <pc:spChg chg="add mod">
          <ac:chgData name="Barenya Das" userId="e35ebc08-92ca-4f5c-ac07-71b9cfc27341" providerId="ADAL" clId="{957D9172-4998-40FF-97CD-C7C1153A75B6}" dt="2026-01-28T09:12:33.418" v="13543"/>
          <ac:spMkLst>
            <pc:docMk/>
            <pc:sldMk cId="1579063933" sldId="320"/>
            <ac:spMk id="18" creationId="{DD4ABF6B-95A6-9C0C-2BBB-B8DD2E49B049}"/>
          </ac:spMkLst>
        </pc:spChg>
        <pc:spChg chg="add mod">
          <ac:chgData name="Barenya Das" userId="e35ebc08-92ca-4f5c-ac07-71b9cfc27341" providerId="ADAL" clId="{957D9172-4998-40FF-97CD-C7C1153A75B6}" dt="2026-01-28T09:12:33.418" v="13543"/>
          <ac:spMkLst>
            <pc:docMk/>
            <pc:sldMk cId="1579063933" sldId="320"/>
            <ac:spMk id="20" creationId="{6FA9286F-B14A-5949-2093-597F4D71CDC1}"/>
          </ac:spMkLst>
        </pc:spChg>
        <pc:spChg chg="add mod">
          <ac:chgData name="Barenya Das" userId="e35ebc08-92ca-4f5c-ac07-71b9cfc27341" providerId="ADAL" clId="{957D9172-4998-40FF-97CD-C7C1153A75B6}" dt="2026-01-29T11:46:26.775" v="14413" actId="1076"/>
          <ac:spMkLst>
            <pc:docMk/>
            <pc:sldMk cId="1579063933" sldId="320"/>
            <ac:spMk id="25" creationId="{D4F483D0-C152-F3A6-3368-F89A4AF42F53}"/>
          </ac:spMkLst>
        </pc:spChg>
        <pc:spChg chg="add mod">
          <ac:chgData name="Barenya Das" userId="e35ebc08-92ca-4f5c-ac07-71b9cfc27341" providerId="ADAL" clId="{957D9172-4998-40FF-97CD-C7C1153A75B6}" dt="2026-01-29T11:41:02.257" v="14092" actId="207"/>
          <ac:spMkLst>
            <pc:docMk/>
            <pc:sldMk cId="1579063933" sldId="320"/>
            <ac:spMk id="30" creationId="{E463255F-CC2F-35ED-E68B-882CABA31BF5}"/>
          </ac:spMkLst>
        </pc:spChg>
        <pc:spChg chg="add mod">
          <ac:chgData name="Barenya Das" userId="e35ebc08-92ca-4f5c-ac07-71b9cfc27341" providerId="ADAL" clId="{957D9172-4998-40FF-97CD-C7C1153A75B6}" dt="2026-01-29T11:41:28.660" v="14094" actId="207"/>
          <ac:spMkLst>
            <pc:docMk/>
            <pc:sldMk cId="1579063933" sldId="320"/>
            <ac:spMk id="33" creationId="{0481639E-BE59-390C-B270-8B95BC3A9095}"/>
          </ac:spMkLst>
        </pc:spChg>
        <pc:spChg chg="add mod">
          <ac:chgData name="Barenya Das" userId="e35ebc08-92ca-4f5c-ac07-71b9cfc27341" providerId="ADAL" clId="{957D9172-4998-40FF-97CD-C7C1153A75B6}" dt="2026-01-29T11:41:12.087" v="14093" actId="207"/>
          <ac:spMkLst>
            <pc:docMk/>
            <pc:sldMk cId="1579063933" sldId="320"/>
            <ac:spMk id="34" creationId="{C88314F2-2EFB-D943-7169-B075DD98D491}"/>
          </ac:spMkLst>
        </pc:spChg>
        <pc:spChg chg="add mod">
          <ac:chgData name="Barenya Das" userId="e35ebc08-92ca-4f5c-ac07-71b9cfc27341" providerId="ADAL" clId="{957D9172-4998-40FF-97CD-C7C1153A75B6}" dt="2026-01-29T11:41:56.760" v="14099" actId="207"/>
          <ac:spMkLst>
            <pc:docMk/>
            <pc:sldMk cId="1579063933" sldId="320"/>
            <ac:spMk id="38" creationId="{B5ACA0F4-FF80-0B11-F606-DD04683CA877}"/>
          </ac:spMkLst>
        </pc:spChg>
        <pc:spChg chg="add mod">
          <ac:chgData name="Barenya Das" userId="e35ebc08-92ca-4f5c-ac07-71b9cfc27341" providerId="ADAL" clId="{957D9172-4998-40FF-97CD-C7C1153A75B6}" dt="2026-01-29T11:42:12.944" v="14100" actId="207"/>
          <ac:spMkLst>
            <pc:docMk/>
            <pc:sldMk cId="1579063933" sldId="320"/>
            <ac:spMk id="42" creationId="{3959FC94-19E8-B2E6-C675-BF478A96EC1B}"/>
          </ac:spMkLst>
        </pc:spChg>
        <pc:spChg chg="add mod">
          <ac:chgData name="Barenya Das" userId="e35ebc08-92ca-4f5c-ac07-71b9cfc27341" providerId="ADAL" clId="{957D9172-4998-40FF-97CD-C7C1153A75B6}" dt="2026-01-29T11:42:19.261" v="14101" actId="207"/>
          <ac:spMkLst>
            <pc:docMk/>
            <pc:sldMk cId="1579063933" sldId="320"/>
            <ac:spMk id="45" creationId="{80CBED9B-97E6-239C-8ADC-D11DDBB19727}"/>
          </ac:spMkLst>
        </pc:spChg>
        <pc:spChg chg="add mod">
          <ac:chgData name="Barenya Das" userId="e35ebc08-92ca-4f5c-ac07-71b9cfc27341" providerId="ADAL" clId="{957D9172-4998-40FF-97CD-C7C1153A75B6}" dt="2026-01-29T11:44:34.610" v="14365" actId="1035"/>
          <ac:spMkLst>
            <pc:docMk/>
            <pc:sldMk cId="1579063933" sldId="320"/>
            <ac:spMk id="47" creationId="{BD5D3540-4D71-F223-9675-36021B6EA559}"/>
          </ac:spMkLst>
        </pc:spChg>
        <pc:spChg chg="add mod">
          <ac:chgData name="Barenya Das" userId="e35ebc08-92ca-4f5c-ac07-71b9cfc27341" providerId="ADAL" clId="{957D9172-4998-40FF-97CD-C7C1153A75B6}" dt="2026-01-29T11:46:31.302" v="14414" actId="1076"/>
          <ac:spMkLst>
            <pc:docMk/>
            <pc:sldMk cId="1579063933" sldId="320"/>
            <ac:spMk id="73" creationId="{8DA23968-3BB3-E9F6-6098-167B97E2A4A2}"/>
          </ac:spMkLst>
        </pc:spChg>
        <pc:spChg chg="add mod">
          <ac:chgData name="Barenya Das" userId="e35ebc08-92ca-4f5c-ac07-71b9cfc27341" providerId="ADAL" clId="{957D9172-4998-40FF-97CD-C7C1153A75B6}" dt="2026-01-29T11:46:35.836" v="14415" actId="1076"/>
          <ac:spMkLst>
            <pc:docMk/>
            <pc:sldMk cId="1579063933" sldId="320"/>
            <ac:spMk id="74" creationId="{0915CF0C-AC1F-B5EB-2600-55D2EC43C139}"/>
          </ac:spMkLst>
        </pc:spChg>
        <pc:spChg chg="add mod">
          <ac:chgData name="Barenya Das" userId="e35ebc08-92ca-4f5c-ac07-71b9cfc27341" providerId="ADAL" clId="{957D9172-4998-40FF-97CD-C7C1153A75B6}" dt="2026-01-29T11:46:41.495" v="14416" actId="1076"/>
          <ac:spMkLst>
            <pc:docMk/>
            <pc:sldMk cId="1579063933" sldId="320"/>
            <ac:spMk id="75" creationId="{719C1197-37DC-2DE4-5B09-2DB7D8378E2D}"/>
          </ac:spMkLst>
        </pc:spChg>
        <pc:spChg chg="add mod">
          <ac:chgData name="Barenya Das" userId="e35ebc08-92ca-4f5c-ac07-71b9cfc27341" providerId="ADAL" clId="{957D9172-4998-40FF-97CD-C7C1153A75B6}" dt="2026-01-29T11:46:49.073" v="14417" actId="1076"/>
          <ac:spMkLst>
            <pc:docMk/>
            <pc:sldMk cId="1579063933" sldId="320"/>
            <ac:spMk id="76" creationId="{C425E21E-072E-4C2C-AE67-047A2CFCC38A}"/>
          </ac:spMkLst>
        </pc:spChg>
        <pc:spChg chg="add mod">
          <ac:chgData name="Barenya Das" userId="e35ebc08-92ca-4f5c-ac07-71b9cfc27341" providerId="ADAL" clId="{957D9172-4998-40FF-97CD-C7C1153A75B6}" dt="2026-01-29T11:43:33.836" v="14182" actId="1076"/>
          <ac:spMkLst>
            <pc:docMk/>
            <pc:sldMk cId="1579063933" sldId="320"/>
            <ac:spMk id="77" creationId="{53157111-C9E7-FD23-B648-0857D3A55FB3}"/>
          </ac:spMkLst>
        </pc:spChg>
        <pc:spChg chg="add mod">
          <ac:chgData name="Barenya Das" userId="e35ebc08-92ca-4f5c-ac07-71b9cfc27341" providerId="ADAL" clId="{957D9172-4998-40FF-97CD-C7C1153A75B6}" dt="2026-01-29T11:45:02.911" v="14396" actId="1038"/>
          <ac:spMkLst>
            <pc:docMk/>
            <pc:sldMk cId="1579063933" sldId="320"/>
            <ac:spMk id="78" creationId="{678B92A7-0433-86A2-DDCA-81EB613CEC65}"/>
          </ac:spMkLst>
        </pc:spChg>
        <pc:spChg chg="add mod">
          <ac:chgData name="Barenya Das" userId="e35ebc08-92ca-4f5c-ac07-71b9cfc27341" providerId="ADAL" clId="{957D9172-4998-40FF-97CD-C7C1153A75B6}" dt="2026-01-22T17:24:36.279" v="8604"/>
          <ac:spMkLst>
            <pc:docMk/>
            <pc:sldMk cId="1579063933" sldId="320"/>
            <ac:spMk id="79" creationId="{CF44F580-ED7E-C180-79FC-B83664597228}"/>
          </ac:spMkLst>
        </pc:spChg>
        <pc:spChg chg="add mod">
          <ac:chgData name="Barenya Das" userId="e35ebc08-92ca-4f5c-ac07-71b9cfc27341" providerId="ADAL" clId="{957D9172-4998-40FF-97CD-C7C1153A75B6}" dt="2026-01-29T11:45:19.669" v="14402" actId="1036"/>
          <ac:spMkLst>
            <pc:docMk/>
            <pc:sldMk cId="1579063933" sldId="320"/>
            <ac:spMk id="81" creationId="{F0C8BA03-28D8-02F7-2278-197C90CD1F62}"/>
          </ac:spMkLst>
        </pc:spChg>
        <pc:spChg chg="add mod">
          <ac:chgData name="Barenya Das" userId="e35ebc08-92ca-4f5c-ac07-71b9cfc27341" providerId="ADAL" clId="{957D9172-4998-40FF-97CD-C7C1153A75B6}" dt="2026-01-29T11:45:41.483" v="14405" actId="1076"/>
          <ac:spMkLst>
            <pc:docMk/>
            <pc:sldMk cId="1579063933" sldId="320"/>
            <ac:spMk id="82" creationId="{E3B3F531-15F8-1E5C-33DC-981170E0B25E}"/>
          </ac:spMkLst>
        </pc:spChg>
        <pc:spChg chg="add mod">
          <ac:chgData name="Barenya Das" userId="e35ebc08-92ca-4f5c-ac07-71b9cfc27341" providerId="ADAL" clId="{957D9172-4998-40FF-97CD-C7C1153A75B6}" dt="2026-01-27T06:44:46.345" v="9502"/>
          <ac:spMkLst>
            <pc:docMk/>
            <pc:sldMk cId="1579063933" sldId="320"/>
            <ac:spMk id="94" creationId="{67F75E68-8DA2-A1EF-186D-864C76BA511A}"/>
          </ac:spMkLst>
        </pc:spChg>
        <pc:spChg chg="add mod">
          <ac:chgData name="Barenya Das" userId="e35ebc08-92ca-4f5c-ac07-71b9cfc27341" providerId="ADAL" clId="{957D9172-4998-40FF-97CD-C7C1153A75B6}" dt="2026-01-29T11:45:50.222" v="14407" actId="1076"/>
          <ac:spMkLst>
            <pc:docMk/>
            <pc:sldMk cId="1579063933" sldId="320"/>
            <ac:spMk id="99" creationId="{97B7BA11-DE3F-3579-CC0A-64B1172EF0F7}"/>
          </ac:spMkLst>
        </pc:spChg>
        <pc:spChg chg="add mod">
          <ac:chgData name="Barenya Das" userId="e35ebc08-92ca-4f5c-ac07-71b9cfc27341" providerId="ADAL" clId="{957D9172-4998-40FF-97CD-C7C1153A75B6}" dt="2026-01-29T11:46:01.296" v="14411" actId="1076"/>
          <ac:spMkLst>
            <pc:docMk/>
            <pc:sldMk cId="1579063933" sldId="320"/>
            <ac:spMk id="100" creationId="{C996E4E8-1685-AE5B-FA80-C8D51A7AF850}"/>
          </ac:spMkLst>
        </pc:spChg>
        <pc:spChg chg="add mod">
          <ac:chgData name="Barenya Das" userId="e35ebc08-92ca-4f5c-ac07-71b9cfc27341" providerId="ADAL" clId="{957D9172-4998-40FF-97CD-C7C1153A75B6}" dt="2026-01-29T11:47:14.189" v="14419" actId="1076"/>
          <ac:spMkLst>
            <pc:docMk/>
            <pc:sldMk cId="1579063933" sldId="320"/>
            <ac:spMk id="101" creationId="{F6D949F5-973C-A911-3574-42A4F6312649}"/>
          </ac:spMkLst>
        </pc:spChg>
        <pc:spChg chg="add mod">
          <ac:chgData name="Barenya Das" userId="e35ebc08-92ca-4f5c-ac07-71b9cfc27341" providerId="ADAL" clId="{957D9172-4998-40FF-97CD-C7C1153A75B6}" dt="2026-01-29T11:47:56.021" v="14426" actId="1076"/>
          <ac:spMkLst>
            <pc:docMk/>
            <pc:sldMk cId="1579063933" sldId="320"/>
            <ac:spMk id="102" creationId="{C07E1C9B-F346-B939-FD7C-417557A7AEB5}"/>
          </ac:spMkLst>
        </pc:spChg>
        <pc:spChg chg="add mod">
          <ac:chgData name="Barenya Das" userId="e35ebc08-92ca-4f5c-ac07-71b9cfc27341" providerId="ADAL" clId="{957D9172-4998-40FF-97CD-C7C1153A75B6}" dt="2026-01-29T11:47:40.200" v="14423" actId="1076"/>
          <ac:spMkLst>
            <pc:docMk/>
            <pc:sldMk cId="1579063933" sldId="320"/>
            <ac:spMk id="103" creationId="{8290C8DC-E95E-9019-8744-1E50C18607DF}"/>
          </ac:spMkLst>
        </pc:spChg>
        <pc:spChg chg="add mod">
          <ac:chgData name="Barenya Das" userId="e35ebc08-92ca-4f5c-ac07-71b9cfc27341" providerId="ADAL" clId="{957D9172-4998-40FF-97CD-C7C1153A75B6}" dt="2026-01-29T11:47:52.811" v="14425" actId="1076"/>
          <ac:spMkLst>
            <pc:docMk/>
            <pc:sldMk cId="1579063933" sldId="320"/>
            <ac:spMk id="104" creationId="{44BA6D5E-BB0E-D369-96F7-3EB0576C1E96}"/>
          </ac:spMkLst>
        </pc:spChg>
        <pc:spChg chg="add mod">
          <ac:chgData name="Barenya Das" userId="e35ebc08-92ca-4f5c-ac07-71b9cfc27341" providerId="ADAL" clId="{957D9172-4998-40FF-97CD-C7C1153A75B6}" dt="2026-01-29T11:48:15.399" v="14431" actId="1076"/>
          <ac:spMkLst>
            <pc:docMk/>
            <pc:sldMk cId="1579063933" sldId="320"/>
            <ac:spMk id="105" creationId="{40CD8D63-5E56-3622-53FA-988B577355DE}"/>
          </ac:spMkLst>
        </pc:spChg>
        <pc:spChg chg="add mod">
          <ac:chgData name="Barenya Das" userId="e35ebc08-92ca-4f5c-ac07-71b9cfc27341" providerId="ADAL" clId="{957D9172-4998-40FF-97CD-C7C1153A75B6}" dt="2026-01-29T11:48:27.528" v="14433" actId="1076"/>
          <ac:spMkLst>
            <pc:docMk/>
            <pc:sldMk cId="1579063933" sldId="320"/>
            <ac:spMk id="106" creationId="{4038FCD6-6C71-BA19-4937-CC9BA86E867A}"/>
          </ac:spMkLst>
        </pc:spChg>
        <pc:spChg chg="add mod">
          <ac:chgData name="Barenya Das" userId="e35ebc08-92ca-4f5c-ac07-71b9cfc27341" providerId="ADAL" clId="{957D9172-4998-40FF-97CD-C7C1153A75B6}" dt="2026-01-29T11:49:52.287" v="14443" actId="1076"/>
          <ac:spMkLst>
            <pc:docMk/>
            <pc:sldMk cId="1579063933" sldId="320"/>
            <ac:spMk id="107" creationId="{7882B0B7-4610-EF29-9790-A5C4E7C0CFCE}"/>
          </ac:spMkLst>
        </pc:spChg>
        <pc:spChg chg="add mod">
          <ac:chgData name="Barenya Das" userId="e35ebc08-92ca-4f5c-ac07-71b9cfc27341" providerId="ADAL" clId="{957D9172-4998-40FF-97CD-C7C1153A75B6}" dt="2026-01-29T11:49:56.223" v="14444" actId="1076"/>
          <ac:spMkLst>
            <pc:docMk/>
            <pc:sldMk cId="1579063933" sldId="320"/>
            <ac:spMk id="108" creationId="{0DCF54BF-D8EF-CE47-A4AE-D231AB6221B3}"/>
          </ac:spMkLst>
        </pc:spChg>
        <pc:spChg chg="add mod">
          <ac:chgData name="Barenya Das" userId="e35ebc08-92ca-4f5c-ac07-71b9cfc27341" providerId="ADAL" clId="{957D9172-4998-40FF-97CD-C7C1153A75B6}" dt="2026-01-29T11:49:47.702" v="14442" actId="1076"/>
          <ac:spMkLst>
            <pc:docMk/>
            <pc:sldMk cId="1579063933" sldId="320"/>
            <ac:spMk id="109" creationId="{8C79509D-529E-B387-419F-AD4154B245F1}"/>
          </ac:spMkLst>
        </pc:spChg>
        <pc:spChg chg="add mod">
          <ac:chgData name="Barenya Das" userId="e35ebc08-92ca-4f5c-ac07-71b9cfc27341" providerId="ADAL" clId="{957D9172-4998-40FF-97CD-C7C1153A75B6}" dt="2026-01-29T11:50:17.357" v="14446" actId="1076"/>
          <ac:spMkLst>
            <pc:docMk/>
            <pc:sldMk cId="1579063933" sldId="320"/>
            <ac:spMk id="110" creationId="{4146F549-3E41-9849-179C-D39E4D80D8F4}"/>
          </ac:spMkLst>
        </pc:spChg>
        <pc:spChg chg="add mod">
          <ac:chgData name="Barenya Das" userId="e35ebc08-92ca-4f5c-ac07-71b9cfc27341" providerId="ADAL" clId="{957D9172-4998-40FF-97CD-C7C1153A75B6}" dt="2026-01-29T11:50:27.267" v="14448" actId="1076"/>
          <ac:spMkLst>
            <pc:docMk/>
            <pc:sldMk cId="1579063933" sldId="320"/>
            <ac:spMk id="111" creationId="{DBC320ED-0EE6-C68D-1FE8-A69A64E760E5}"/>
          </ac:spMkLst>
        </pc:spChg>
        <pc:spChg chg="add mod">
          <ac:chgData name="Barenya Das" userId="e35ebc08-92ca-4f5c-ac07-71b9cfc27341" providerId="ADAL" clId="{957D9172-4998-40FF-97CD-C7C1153A75B6}" dt="2026-01-29T11:50:46.328" v="14455" actId="1035"/>
          <ac:spMkLst>
            <pc:docMk/>
            <pc:sldMk cId="1579063933" sldId="320"/>
            <ac:spMk id="112" creationId="{34E05F52-2ED4-6ACB-5D76-571DBE52A1AB}"/>
          </ac:spMkLst>
        </pc:spChg>
        <pc:spChg chg="add mod">
          <ac:chgData name="Barenya Das" userId="e35ebc08-92ca-4f5c-ac07-71b9cfc27341" providerId="ADAL" clId="{957D9172-4998-40FF-97CD-C7C1153A75B6}" dt="2026-01-29T12:01:57.106" v="14702" actId="1076"/>
          <ac:spMkLst>
            <pc:docMk/>
            <pc:sldMk cId="1579063933" sldId="320"/>
            <ac:spMk id="120" creationId="{BE6E8B31-8695-884C-0C3B-E6CF4F4B05A5}"/>
          </ac:spMkLst>
        </pc:spChg>
        <pc:spChg chg="add mod">
          <ac:chgData name="Barenya Das" userId="e35ebc08-92ca-4f5c-ac07-71b9cfc27341" providerId="ADAL" clId="{957D9172-4998-40FF-97CD-C7C1153A75B6}" dt="2026-01-29T12:02:23.082" v="14750" actId="1035"/>
          <ac:spMkLst>
            <pc:docMk/>
            <pc:sldMk cId="1579063933" sldId="320"/>
            <ac:spMk id="121" creationId="{EF40F98D-5F07-45CE-AC77-6D9DCACD5B97}"/>
          </ac:spMkLst>
        </pc:spChg>
        <pc:spChg chg="add mod">
          <ac:chgData name="Barenya Das" userId="e35ebc08-92ca-4f5c-ac07-71b9cfc27341" providerId="ADAL" clId="{957D9172-4998-40FF-97CD-C7C1153A75B6}" dt="2026-01-29T12:02:46.270" v="14835" actId="1037"/>
          <ac:spMkLst>
            <pc:docMk/>
            <pc:sldMk cId="1579063933" sldId="320"/>
            <ac:spMk id="122" creationId="{76BA4B52-CBEC-0F03-5320-8A84272864A9}"/>
          </ac:spMkLst>
        </pc:spChg>
        <pc:spChg chg="add mod">
          <ac:chgData name="Barenya Das" userId="e35ebc08-92ca-4f5c-ac07-71b9cfc27341" providerId="ADAL" clId="{957D9172-4998-40FF-97CD-C7C1153A75B6}" dt="2026-01-29T12:22:20.510" v="15176"/>
          <ac:spMkLst>
            <pc:docMk/>
            <pc:sldMk cId="1579063933" sldId="320"/>
            <ac:spMk id="125" creationId="{2BDD1FEC-E5A4-630E-4E6B-433B9A0C90DB}"/>
          </ac:spMkLst>
        </pc:spChg>
        <pc:spChg chg="add mod">
          <ac:chgData name="Barenya Das" userId="e35ebc08-92ca-4f5c-ac07-71b9cfc27341" providerId="ADAL" clId="{957D9172-4998-40FF-97CD-C7C1153A75B6}" dt="2026-01-29T12:40:20.710" v="15527"/>
          <ac:spMkLst>
            <pc:docMk/>
            <pc:sldMk cId="1579063933" sldId="320"/>
            <ac:spMk id="126" creationId="{5AF75123-5776-ED18-0F3D-FF6228594364}"/>
          </ac:spMkLst>
        </pc:spChg>
        <pc:spChg chg="add mod">
          <ac:chgData name="Barenya Das" userId="e35ebc08-92ca-4f5c-ac07-71b9cfc27341" providerId="ADAL" clId="{957D9172-4998-40FF-97CD-C7C1153A75B6}" dt="2026-01-29T12:44:45.774" v="15598"/>
          <ac:spMkLst>
            <pc:docMk/>
            <pc:sldMk cId="1579063933" sldId="320"/>
            <ac:spMk id="127" creationId="{9BF0C180-A314-5D86-9B01-013162EA8DA0}"/>
          </ac:spMkLst>
        </pc:spChg>
        <pc:spChg chg="add mod">
          <ac:chgData name="Barenya Das" userId="e35ebc08-92ca-4f5c-ac07-71b9cfc27341" providerId="ADAL" clId="{957D9172-4998-40FF-97CD-C7C1153A75B6}" dt="2026-01-29T12:44:45.774" v="15598"/>
          <ac:spMkLst>
            <pc:docMk/>
            <pc:sldMk cId="1579063933" sldId="320"/>
            <ac:spMk id="1024" creationId="{F9BB0997-7F18-4304-7766-DF4F1BEF5936}"/>
          </ac:spMkLst>
        </pc:spChg>
        <pc:spChg chg="add mod">
          <ac:chgData name="Barenya Das" userId="e35ebc08-92ca-4f5c-ac07-71b9cfc27341" providerId="ADAL" clId="{957D9172-4998-40FF-97CD-C7C1153A75B6}" dt="2026-01-29T12:44:45.774" v="15598"/>
          <ac:spMkLst>
            <pc:docMk/>
            <pc:sldMk cId="1579063933" sldId="320"/>
            <ac:spMk id="1025" creationId="{A09CADCF-1CAC-1616-CEE9-52DF95134E21}"/>
          </ac:spMkLst>
        </pc:spChg>
        <pc:spChg chg="add mod">
          <ac:chgData name="Barenya Das" userId="e35ebc08-92ca-4f5c-ac07-71b9cfc27341" providerId="ADAL" clId="{957D9172-4998-40FF-97CD-C7C1153A75B6}" dt="2026-01-29T12:44:45.774" v="15598"/>
          <ac:spMkLst>
            <pc:docMk/>
            <pc:sldMk cId="1579063933" sldId="320"/>
            <ac:spMk id="1027" creationId="{053C20F3-07B5-0024-016F-DA71463541D9}"/>
          </ac:spMkLst>
        </pc:spChg>
        <pc:spChg chg="add mod">
          <ac:chgData name="Barenya Das" userId="e35ebc08-92ca-4f5c-ac07-71b9cfc27341" providerId="ADAL" clId="{957D9172-4998-40FF-97CD-C7C1153A75B6}" dt="2026-01-29T12:48:15.320" v="15631"/>
          <ac:spMkLst>
            <pc:docMk/>
            <pc:sldMk cId="1579063933" sldId="320"/>
            <ac:spMk id="1029" creationId="{8142CC7D-7B76-F078-07FA-41C400162FA7}"/>
          </ac:spMkLst>
        </pc:spChg>
        <pc:spChg chg="add mod">
          <ac:chgData name="Barenya Das" userId="e35ebc08-92ca-4f5c-ac07-71b9cfc27341" providerId="ADAL" clId="{957D9172-4998-40FF-97CD-C7C1153A75B6}" dt="2026-01-29T12:48:15.320" v="15631"/>
          <ac:spMkLst>
            <pc:docMk/>
            <pc:sldMk cId="1579063933" sldId="320"/>
            <ac:spMk id="1031" creationId="{36505D8B-D303-4FFF-8B73-BA1620343375}"/>
          </ac:spMkLst>
        </pc:spChg>
        <pc:spChg chg="add mod">
          <ac:chgData name="Barenya Das" userId="e35ebc08-92ca-4f5c-ac07-71b9cfc27341" providerId="ADAL" clId="{957D9172-4998-40FF-97CD-C7C1153A75B6}" dt="2026-01-29T12:48:15.320" v="15631"/>
          <ac:spMkLst>
            <pc:docMk/>
            <pc:sldMk cId="1579063933" sldId="320"/>
            <ac:spMk id="1033" creationId="{D8DAAC50-B959-3459-35A7-1C750D0A068C}"/>
          </ac:spMkLst>
        </pc:spChg>
        <pc:spChg chg="add mod">
          <ac:chgData name="Barenya Das" userId="e35ebc08-92ca-4f5c-ac07-71b9cfc27341" providerId="ADAL" clId="{957D9172-4998-40FF-97CD-C7C1153A75B6}" dt="2026-01-29T12:48:15.320" v="15631"/>
          <ac:spMkLst>
            <pc:docMk/>
            <pc:sldMk cId="1579063933" sldId="320"/>
            <ac:spMk id="1035" creationId="{91D90A06-56F3-8AF8-7943-28302F290827}"/>
          </ac:spMkLst>
        </pc:spChg>
        <pc:spChg chg="add mod">
          <ac:chgData name="Barenya Das" userId="e35ebc08-92ca-4f5c-ac07-71b9cfc27341" providerId="ADAL" clId="{957D9172-4998-40FF-97CD-C7C1153A75B6}" dt="2026-01-29T12:48:15.320" v="15631"/>
          <ac:spMkLst>
            <pc:docMk/>
            <pc:sldMk cId="1579063933" sldId="320"/>
            <ac:spMk id="1037" creationId="{EABBE4C9-1F5C-396D-8623-3507ECFEFE87}"/>
          </ac:spMkLst>
        </pc:spChg>
        <pc:spChg chg="add mod">
          <ac:chgData name="Barenya Das" userId="e35ebc08-92ca-4f5c-ac07-71b9cfc27341" providerId="ADAL" clId="{957D9172-4998-40FF-97CD-C7C1153A75B6}" dt="2026-01-29T12:48:15.320" v="15631"/>
          <ac:spMkLst>
            <pc:docMk/>
            <pc:sldMk cId="1579063933" sldId="320"/>
            <ac:spMk id="1038" creationId="{AF559628-29FE-D233-893D-AB08CC3F6124}"/>
          </ac:spMkLst>
        </pc:spChg>
        <pc:spChg chg="add mod">
          <ac:chgData name="Barenya Das" userId="e35ebc08-92ca-4f5c-ac07-71b9cfc27341" providerId="ADAL" clId="{957D9172-4998-40FF-97CD-C7C1153A75B6}" dt="2026-01-29T12:48:15.320" v="15631"/>
          <ac:spMkLst>
            <pc:docMk/>
            <pc:sldMk cId="1579063933" sldId="320"/>
            <ac:spMk id="1039" creationId="{E6C575B1-D06D-302D-AABE-9A93C841A4A3}"/>
          </ac:spMkLst>
        </pc:spChg>
        <pc:picChg chg="mod">
          <ac:chgData name="Barenya Das" userId="e35ebc08-92ca-4f5c-ac07-71b9cfc27341" providerId="ADAL" clId="{957D9172-4998-40FF-97CD-C7C1153A75B6}" dt="2026-01-29T11:49:43.013" v="14441" actId="1076"/>
          <ac:picMkLst>
            <pc:docMk/>
            <pc:sldMk cId="1579063933" sldId="320"/>
            <ac:picMk id="2" creationId="{119CE2E3-99A7-A192-4C9D-BE633E423A1E}"/>
          </ac:picMkLst>
        </pc:picChg>
        <pc:inkChg chg="add mod">
          <ac:chgData name="Barenya Das" userId="e35ebc08-92ca-4f5c-ac07-71b9cfc27341" providerId="ADAL" clId="{957D9172-4998-40FF-97CD-C7C1153A75B6}" dt="2026-01-29T11:13:34.635" v="13701"/>
          <ac:inkMkLst>
            <pc:docMk/>
            <pc:sldMk cId="1579063933" sldId="320"/>
            <ac:inkMk id="21" creationId="{5F5DFAB0-B31E-6B4B-612B-C1B8258B66F2}"/>
          </ac:inkMkLst>
        </pc:inkChg>
        <pc:cxnChg chg="add mod">
          <ac:chgData name="Barenya Das" userId="e35ebc08-92ca-4f5c-ac07-71b9cfc27341" providerId="ADAL" clId="{957D9172-4998-40FF-97CD-C7C1153A75B6}" dt="2026-01-28T09:12:33.418" v="13543"/>
          <ac:cxnSpMkLst>
            <pc:docMk/>
            <pc:sldMk cId="1579063933" sldId="320"/>
            <ac:cxnSpMk id="11" creationId="{3396827E-2144-E2DA-D436-E6C00C029241}"/>
          </ac:cxnSpMkLst>
        </pc:cxnChg>
        <pc:cxnChg chg="add mod">
          <ac:chgData name="Barenya Das" userId="e35ebc08-92ca-4f5c-ac07-71b9cfc27341" providerId="ADAL" clId="{957D9172-4998-40FF-97CD-C7C1153A75B6}" dt="2026-01-28T09:12:33.418" v="13543"/>
          <ac:cxnSpMkLst>
            <pc:docMk/>
            <pc:sldMk cId="1579063933" sldId="320"/>
            <ac:cxnSpMk id="13" creationId="{3112B664-46AA-5E65-8C7F-B8DEC50B9549}"/>
          </ac:cxnSpMkLst>
        </pc:cxnChg>
        <pc:cxnChg chg="add mod">
          <ac:chgData name="Barenya Das" userId="e35ebc08-92ca-4f5c-ac07-71b9cfc27341" providerId="ADAL" clId="{957D9172-4998-40FF-97CD-C7C1153A75B6}" dt="2026-01-28T09:12:33.418" v="13543"/>
          <ac:cxnSpMkLst>
            <pc:docMk/>
            <pc:sldMk cId="1579063933" sldId="320"/>
            <ac:cxnSpMk id="15" creationId="{21E6389D-02C4-B3D7-95EA-6F5DF9A8A106}"/>
          </ac:cxnSpMkLst>
        </pc:cxnChg>
        <pc:cxnChg chg="add mod">
          <ac:chgData name="Barenya Das" userId="e35ebc08-92ca-4f5c-ac07-71b9cfc27341" providerId="ADAL" clId="{957D9172-4998-40FF-97CD-C7C1153A75B6}" dt="2026-01-28T09:12:33.418" v="13543"/>
          <ac:cxnSpMkLst>
            <pc:docMk/>
            <pc:sldMk cId="1579063933" sldId="320"/>
            <ac:cxnSpMk id="17" creationId="{4BC28906-3EDF-9959-3C98-D20FC9491D3A}"/>
          </ac:cxnSpMkLst>
        </pc:cxnChg>
        <pc:cxnChg chg="add mod">
          <ac:chgData name="Barenya Das" userId="e35ebc08-92ca-4f5c-ac07-71b9cfc27341" providerId="ADAL" clId="{957D9172-4998-40FF-97CD-C7C1153A75B6}" dt="2026-01-29T12:03:37.321" v="14837" actId="13822"/>
          <ac:cxnSpMkLst>
            <pc:docMk/>
            <pc:sldMk cId="1579063933" sldId="320"/>
            <ac:cxnSpMk id="124" creationId="{5DE5B45A-718D-90F7-721D-5C40EFBEE1FF}"/>
          </ac:cxnSpMkLst>
        </pc:cxnChg>
      </pc:sldChg>
      <pc:sldChg chg="addSp delSp modSp add mod modNotesTx">
        <pc:chgData name="Barenya Das" userId="e35ebc08-92ca-4f5c-ac07-71b9cfc27341" providerId="ADAL" clId="{957D9172-4998-40FF-97CD-C7C1153A75B6}" dt="2026-02-02T10:55:14.651" v="17072" actId="167"/>
        <pc:sldMkLst>
          <pc:docMk/>
          <pc:sldMk cId="182355987" sldId="324"/>
        </pc:sldMkLst>
        <pc:spChg chg="add mod">
          <ac:chgData name="Barenya Das" userId="e35ebc08-92ca-4f5c-ac07-71b9cfc27341" providerId="ADAL" clId="{957D9172-4998-40FF-97CD-C7C1153A75B6}" dt="2026-02-02T10:54:42.246" v="17068"/>
          <ac:spMkLst>
            <pc:docMk/>
            <pc:sldMk cId="182355987" sldId="324"/>
            <ac:spMk id="2" creationId="{2BFD0AF0-1584-6CF2-C10D-701AF3FE909E}"/>
          </ac:spMkLst>
        </pc:spChg>
        <pc:spChg chg="add mod ord">
          <ac:chgData name="Barenya Das" userId="e35ebc08-92ca-4f5c-ac07-71b9cfc27341" providerId="ADAL" clId="{957D9172-4998-40FF-97CD-C7C1153A75B6}" dt="2026-02-02T10:06:19.162" v="15844" actId="12788"/>
          <ac:spMkLst>
            <pc:docMk/>
            <pc:sldMk cId="182355987" sldId="324"/>
            <ac:spMk id="3" creationId="{7CF7CA6E-62D2-592D-88DE-835D607ABDBC}"/>
          </ac:spMkLst>
        </pc:spChg>
        <pc:spChg chg="add mod ord">
          <ac:chgData name="Barenya Das" userId="e35ebc08-92ca-4f5c-ac07-71b9cfc27341" providerId="ADAL" clId="{957D9172-4998-40FF-97CD-C7C1153A75B6}" dt="2026-02-02T10:06:19.162" v="15844" actId="12788"/>
          <ac:spMkLst>
            <pc:docMk/>
            <pc:sldMk cId="182355987" sldId="324"/>
            <ac:spMk id="4" creationId="{8887FC43-F9AF-6DD6-E1B0-292AB9EADA74}"/>
          </ac:spMkLst>
        </pc:spChg>
        <pc:spChg chg="add mod">
          <ac:chgData name="Barenya Das" userId="e35ebc08-92ca-4f5c-ac07-71b9cfc27341" providerId="ADAL" clId="{957D9172-4998-40FF-97CD-C7C1153A75B6}" dt="2026-02-02T10:05:59.767" v="15841" actId="12788"/>
          <ac:spMkLst>
            <pc:docMk/>
            <pc:sldMk cId="182355987" sldId="324"/>
            <ac:spMk id="5" creationId="{283750B8-9700-6BBC-A9BC-74BF282EDD43}"/>
          </ac:spMkLst>
        </pc:spChg>
        <pc:spChg chg="add mod">
          <ac:chgData name="Barenya Das" userId="e35ebc08-92ca-4f5c-ac07-71b9cfc27341" providerId="ADAL" clId="{957D9172-4998-40FF-97CD-C7C1153A75B6}" dt="2026-02-02T10:54:42.246" v="17068"/>
          <ac:spMkLst>
            <pc:docMk/>
            <pc:sldMk cId="182355987" sldId="324"/>
            <ac:spMk id="9" creationId="{41B5D414-EA9C-C9C2-4FEA-AE0459F376A7}"/>
          </ac:spMkLst>
        </pc:spChg>
        <pc:spChg chg="add mod ord">
          <ac:chgData name="Barenya Das" userId="e35ebc08-92ca-4f5c-ac07-71b9cfc27341" providerId="ADAL" clId="{957D9172-4998-40FF-97CD-C7C1153A75B6}" dt="2026-02-02T10:55:14.651" v="17072" actId="167"/>
          <ac:spMkLst>
            <pc:docMk/>
            <pc:sldMk cId="182355987" sldId="324"/>
            <ac:spMk id="10" creationId="{369405B6-F308-0645-60B8-A1F4E6538E8F}"/>
          </ac:spMkLst>
        </pc:spChg>
        <pc:spChg chg="add mod">
          <ac:chgData name="Barenya Das" userId="e35ebc08-92ca-4f5c-ac07-71b9cfc27341" providerId="ADAL" clId="{957D9172-4998-40FF-97CD-C7C1153A75B6}" dt="2026-01-29T12:39:14.320" v="15499"/>
          <ac:spMkLst>
            <pc:docMk/>
            <pc:sldMk cId="182355987" sldId="324"/>
            <ac:spMk id="24" creationId="{9A03AB60-73B8-8781-1EC7-FC0FF729E2B8}"/>
          </ac:spMkLst>
        </pc:spChg>
        <pc:spChg chg="mod">
          <ac:chgData name="Barenya Das" userId="e35ebc08-92ca-4f5c-ac07-71b9cfc27341" providerId="ADAL" clId="{957D9172-4998-40FF-97CD-C7C1153A75B6}" dt="2026-01-28T07:35:08.550" v="9672" actId="207"/>
          <ac:spMkLst>
            <pc:docMk/>
            <pc:sldMk cId="182355987" sldId="324"/>
            <ac:spMk id="35" creationId="{4614B17B-E551-9DED-C3AF-70575CB2B97A}"/>
          </ac:spMkLst>
        </pc:spChg>
        <pc:picChg chg="add mod">
          <ac:chgData name="Barenya Das" userId="e35ebc08-92ca-4f5c-ac07-71b9cfc27341" providerId="ADAL" clId="{957D9172-4998-40FF-97CD-C7C1153A75B6}" dt="2026-02-02T10:06:26.254" v="15845" actId="1076"/>
          <ac:picMkLst>
            <pc:docMk/>
            <pc:sldMk cId="182355987" sldId="324"/>
            <ac:picMk id="6" creationId="{1351B37E-46CE-D0C4-0DC1-6AEBCC6EE0A9}"/>
          </ac:picMkLst>
        </pc:picChg>
        <pc:picChg chg="ord">
          <ac:chgData name="Barenya Das" userId="e35ebc08-92ca-4f5c-ac07-71b9cfc27341" providerId="ADAL" clId="{957D9172-4998-40FF-97CD-C7C1153A75B6}" dt="2026-01-28T07:32:19.208" v="9628" actId="167"/>
          <ac:picMkLst>
            <pc:docMk/>
            <pc:sldMk cId="182355987" sldId="324"/>
            <ac:picMk id="23" creationId="{43EE2F91-63BA-6CF2-6DC0-C557F1E982DF}"/>
          </ac:picMkLst>
        </pc:picChg>
        <pc:inkChg chg="add">
          <ac:chgData name="Barenya Das" userId="e35ebc08-92ca-4f5c-ac07-71b9cfc27341" providerId="ADAL" clId="{957D9172-4998-40FF-97CD-C7C1153A75B6}" dt="2026-01-29T12:39:13.615" v="15498" actId="9405"/>
          <ac:inkMkLst>
            <pc:docMk/>
            <pc:sldMk cId="182355987" sldId="324"/>
            <ac:inkMk id="21" creationId="{FBE413CF-48E7-FFDF-FDB3-15A6CB0BD44B}"/>
          </ac:inkMkLst>
        </pc:inkChg>
      </pc:sldChg>
      <pc:sldChg chg="addSp delSp modSp add mod modNotesTx">
        <pc:chgData name="Barenya Das" userId="e35ebc08-92ca-4f5c-ac07-71b9cfc27341" providerId="ADAL" clId="{957D9172-4998-40FF-97CD-C7C1153A75B6}" dt="2026-02-02T10:55:55.327" v="17076" actId="20577"/>
        <pc:sldMkLst>
          <pc:docMk/>
          <pc:sldMk cId="2789578456" sldId="327"/>
        </pc:sldMkLst>
        <pc:spChg chg="add mod">
          <ac:chgData name="Barenya Das" userId="e35ebc08-92ca-4f5c-ac07-71b9cfc27341" providerId="ADAL" clId="{957D9172-4998-40FF-97CD-C7C1153A75B6}" dt="2026-02-02T10:55:55.327" v="17076" actId="20577"/>
          <ac:spMkLst>
            <pc:docMk/>
            <pc:sldMk cId="2789578456" sldId="327"/>
            <ac:spMk id="24" creationId="{53BEEB09-52CA-4073-A2CF-B2B539B04085}"/>
          </ac:spMkLst>
        </pc:spChg>
        <pc:spChg chg="add mod">
          <ac:chgData name="Barenya Das" userId="e35ebc08-92ca-4f5c-ac07-71b9cfc27341" providerId="ADAL" clId="{957D9172-4998-40FF-97CD-C7C1153A75B6}" dt="2026-01-29T12:04:30.505" v="14840"/>
          <ac:spMkLst>
            <pc:docMk/>
            <pc:sldMk cId="2789578456" sldId="327"/>
            <ac:spMk id="26" creationId="{42708279-E2DF-9176-668F-F469C4C9049A}"/>
          </ac:spMkLst>
        </pc:spChg>
        <pc:spChg chg="add mod">
          <ac:chgData name="Barenya Das" userId="e35ebc08-92ca-4f5c-ac07-71b9cfc27341" providerId="ADAL" clId="{957D9172-4998-40FF-97CD-C7C1153A75B6}" dt="2026-01-29T12:33:03.909" v="15336" actId="20577"/>
          <ac:spMkLst>
            <pc:docMk/>
            <pc:sldMk cId="2789578456" sldId="327"/>
            <ac:spMk id="27" creationId="{F46F734A-1D18-EFEB-0E03-67EF39F3BF97}"/>
          </ac:spMkLst>
        </pc:spChg>
        <pc:spChg chg="add mod">
          <ac:chgData name="Barenya Das" userId="e35ebc08-92ca-4f5c-ac07-71b9cfc27341" providerId="ADAL" clId="{957D9172-4998-40FF-97CD-C7C1153A75B6}" dt="2026-01-29T12:33:15.125" v="15351" actId="20577"/>
          <ac:spMkLst>
            <pc:docMk/>
            <pc:sldMk cId="2789578456" sldId="327"/>
            <ac:spMk id="28" creationId="{92A2CE25-D71C-DE82-927B-03A9BC47C758}"/>
          </ac:spMkLst>
        </pc:spChg>
        <pc:spChg chg="add mod">
          <ac:chgData name="Barenya Das" userId="e35ebc08-92ca-4f5c-ac07-71b9cfc27341" providerId="ADAL" clId="{957D9172-4998-40FF-97CD-C7C1153A75B6}" dt="2026-01-29T12:33:22.876" v="15364" actId="20577"/>
          <ac:spMkLst>
            <pc:docMk/>
            <pc:sldMk cId="2789578456" sldId="327"/>
            <ac:spMk id="29" creationId="{042696B9-2AF8-B08F-D316-1FE0A36B854E}"/>
          </ac:spMkLst>
        </pc:spChg>
        <pc:spChg chg="add mod">
          <ac:chgData name="Barenya Das" userId="e35ebc08-92ca-4f5c-ac07-71b9cfc27341" providerId="ADAL" clId="{957D9172-4998-40FF-97CD-C7C1153A75B6}" dt="2026-01-29T12:50:37.879" v="15655" actId="6549"/>
          <ac:spMkLst>
            <pc:docMk/>
            <pc:sldMk cId="2789578456" sldId="327"/>
            <ac:spMk id="31" creationId="{B065F6A1-47E2-ACC1-A716-FEB331C52AB9}"/>
          </ac:spMkLst>
        </pc:spChg>
        <pc:spChg chg="add mod">
          <ac:chgData name="Barenya Das" userId="e35ebc08-92ca-4f5c-ac07-71b9cfc27341" providerId="ADAL" clId="{957D9172-4998-40FF-97CD-C7C1153A75B6}" dt="2026-01-29T12:22:27.672" v="15178"/>
          <ac:spMkLst>
            <pc:docMk/>
            <pc:sldMk cId="2789578456" sldId="327"/>
            <ac:spMk id="39" creationId="{57513BC5-1F6C-7458-A206-D8610B6F3293}"/>
          </ac:spMkLst>
        </pc:spChg>
        <pc:spChg chg="add mod">
          <ac:chgData name="Barenya Das" userId="e35ebc08-92ca-4f5c-ac07-71b9cfc27341" providerId="ADAL" clId="{957D9172-4998-40FF-97CD-C7C1153A75B6}" dt="2026-01-29T12:40:25.467" v="15529"/>
          <ac:spMkLst>
            <pc:docMk/>
            <pc:sldMk cId="2789578456" sldId="327"/>
            <ac:spMk id="40" creationId="{9BB0ADE5-BF51-5FF5-BB41-E934171EB98E}"/>
          </ac:spMkLst>
        </pc:spChg>
        <pc:spChg chg="add mod">
          <ac:chgData name="Barenya Das" userId="e35ebc08-92ca-4f5c-ac07-71b9cfc27341" providerId="ADAL" clId="{957D9172-4998-40FF-97CD-C7C1153A75B6}" dt="2026-01-29T12:44:36.876" v="15596"/>
          <ac:spMkLst>
            <pc:docMk/>
            <pc:sldMk cId="2789578456" sldId="327"/>
            <ac:spMk id="41" creationId="{E0CD388D-ABA4-AE4B-3B75-C0675316D583}"/>
          </ac:spMkLst>
        </pc:spChg>
        <pc:spChg chg="add mod">
          <ac:chgData name="Barenya Das" userId="e35ebc08-92ca-4f5c-ac07-71b9cfc27341" providerId="ADAL" clId="{957D9172-4998-40FF-97CD-C7C1153A75B6}" dt="2026-01-29T12:44:36.876" v="15596"/>
          <ac:spMkLst>
            <pc:docMk/>
            <pc:sldMk cId="2789578456" sldId="327"/>
            <ac:spMk id="43" creationId="{D950ED65-FCAA-E683-CCDE-8EF203313D81}"/>
          </ac:spMkLst>
        </pc:spChg>
        <pc:spChg chg="add mod">
          <ac:chgData name="Barenya Das" userId="e35ebc08-92ca-4f5c-ac07-71b9cfc27341" providerId="ADAL" clId="{957D9172-4998-40FF-97CD-C7C1153A75B6}" dt="2026-01-29T12:44:36.876" v="15596"/>
          <ac:spMkLst>
            <pc:docMk/>
            <pc:sldMk cId="2789578456" sldId="327"/>
            <ac:spMk id="44" creationId="{AC478348-14D9-FB7C-1C77-AC2C0E2AF506}"/>
          </ac:spMkLst>
        </pc:spChg>
        <pc:spChg chg="add mod">
          <ac:chgData name="Barenya Das" userId="e35ebc08-92ca-4f5c-ac07-71b9cfc27341" providerId="ADAL" clId="{957D9172-4998-40FF-97CD-C7C1153A75B6}" dt="2026-01-29T12:44:36.876" v="15596"/>
          <ac:spMkLst>
            <pc:docMk/>
            <pc:sldMk cId="2789578456" sldId="327"/>
            <ac:spMk id="46" creationId="{0B2C3077-78DB-A57C-9647-E62C00772E3A}"/>
          </ac:spMkLst>
        </pc:spChg>
        <pc:spChg chg="add mod">
          <ac:chgData name="Barenya Das" userId="e35ebc08-92ca-4f5c-ac07-71b9cfc27341" providerId="ADAL" clId="{957D9172-4998-40FF-97CD-C7C1153A75B6}" dt="2026-01-29T12:48:09.339" v="15630"/>
          <ac:spMkLst>
            <pc:docMk/>
            <pc:sldMk cId="2789578456" sldId="327"/>
            <ac:spMk id="48" creationId="{C618C39A-F5E3-975F-5600-01E89842FB0D}"/>
          </ac:spMkLst>
        </pc:spChg>
        <pc:spChg chg="add mod">
          <ac:chgData name="Barenya Das" userId="e35ebc08-92ca-4f5c-ac07-71b9cfc27341" providerId="ADAL" clId="{957D9172-4998-40FF-97CD-C7C1153A75B6}" dt="2026-01-29T12:48:09.339" v="15630"/>
          <ac:spMkLst>
            <pc:docMk/>
            <pc:sldMk cId="2789578456" sldId="327"/>
            <ac:spMk id="49" creationId="{9B9D3F97-A0DB-639E-2692-8C1DD7A55E5F}"/>
          </ac:spMkLst>
        </pc:spChg>
        <pc:spChg chg="add mod">
          <ac:chgData name="Barenya Das" userId="e35ebc08-92ca-4f5c-ac07-71b9cfc27341" providerId="ADAL" clId="{957D9172-4998-40FF-97CD-C7C1153A75B6}" dt="2026-01-29T12:48:09.339" v="15630"/>
          <ac:spMkLst>
            <pc:docMk/>
            <pc:sldMk cId="2789578456" sldId="327"/>
            <ac:spMk id="50" creationId="{29CE0DC2-BD0F-E4DE-F19E-75A79D42C9DC}"/>
          </ac:spMkLst>
        </pc:spChg>
        <pc:spChg chg="add mod">
          <ac:chgData name="Barenya Das" userId="e35ebc08-92ca-4f5c-ac07-71b9cfc27341" providerId="ADAL" clId="{957D9172-4998-40FF-97CD-C7C1153A75B6}" dt="2026-01-29T12:48:09.339" v="15630"/>
          <ac:spMkLst>
            <pc:docMk/>
            <pc:sldMk cId="2789578456" sldId="327"/>
            <ac:spMk id="51" creationId="{8C0C37FF-85E9-62FF-0AA1-62AFA9A9C2A2}"/>
          </ac:spMkLst>
        </pc:spChg>
        <pc:spChg chg="add mod">
          <ac:chgData name="Barenya Das" userId="e35ebc08-92ca-4f5c-ac07-71b9cfc27341" providerId="ADAL" clId="{957D9172-4998-40FF-97CD-C7C1153A75B6}" dt="2026-01-29T12:48:09.339" v="15630"/>
          <ac:spMkLst>
            <pc:docMk/>
            <pc:sldMk cId="2789578456" sldId="327"/>
            <ac:spMk id="52" creationId="{FB88182F-A1DE-9C3B-E47E-BD75EF85CAC4}"/>
          </ac:spMkLst>
        </pc:spChg>
        <pc:spChg chg="add mod">
          <ac:chgData name="Barenya Das" userId="e35ebc08-92ca-4f5c-ac07-71b9cfc27341" providerId="ADAL" clId="{957D9172-4998-40FF-97CD-C7C1153A75B6}" dt="2026-01-29T12:48:09.339" v="15630"/>
          <ac:spMkLst>
            <pc:docMk/>
            <pc:sldMk cId="2789578456" sldId="327"/>
            <ac:spMk id="53" creationId="{9B9AADE4-B461-5EB2-C971-F56607D55005}"/>
          </ac:spMkLst>
        </pc:spChg>
        <pc:spChg chg="add mod">
          <ac:chgData name="Barenya Das" userId="e35ebc08-92ca-4f5c-ac07-71b9cfc27341" providerId="ADAL" clId="{957D9172-4998-40FF-97CD-C7C1153A75B6}" dt="2026-01-29T12:48:09.339" v="15630"/>
          <ac:spMkLst>
            <pc:docMk/>
            <pc:sldMk cId="2789578456" sldId="327"/>
            <ac:spMk id="54" creationId="{5D74A0D2-847C-9CB4-E69C-BAADD53CBA69}"/>
          </ac:spMkLst>
        </pc:spChg>
        <pc:picChg chg="add mod">
          <ac:chgData name="Barenya Das" userId="e35ebc08-92ca-4f5c-ac07-71b9cfc27341" providerId="ADAL" clId="{957D9172-4998-40FF-97CD-C7C1153A75B6}" dt="2026-01-29T12:04:30.505" v="14840"/>
          <ac:picMkLst>
            <pc:docMk/>
            <pc:sldMk cId="2789578456" sldId="327"/>
            <ac:picMk id="32" creationId="{150FA6F6-43E1-63A6-F830-651F7FB45010}"/>
          </ac:picMkLst>
        </pc:picChg>
        <pc:picChg chg="add mod">
          <ac:chgData name="Barenya Das" userId="e35ebc08-92ca-4f5c-ac07-71b9cfc27341" providerId="ADAL" clId="{957D9172-4998-40FF-97CD-C7C1153A75B6}" dt="2026-01-29T12:04:30.505" v="14840"/>
          <ac:picMkLst>
            <pc:docMk/>
            <pc:sldMk cId="2789578456" sldId="327"/>
            <ac:picMk id="35" creationId="{49945791-A7A0-CDED-DE14-21FDA6BC5E88}"/>
          </ac:picMkLst>
        </pc:picChg>
        <pc:picChg chg="add mod">
          <ac:chgData name="Barenya Das" userId="e35ebc08-92ca-4f5c-ac07-71b9cfc27341" providerId="ADAL" clId="{957D9172-4998-40FF-97CD-C7C1153A75B6}" dt="2026-01-29T12:04:30.505" v="14840"/>
          <ac:picMkLst>
            <pc:docMk/>
            <pc:sldMk cId="2789578456" sldId="327"/>
            <ac:picMk id="36" creationId="{09C1A0DA-A370-3296-7127-377AAF2F6E52}"/>
          </ac:picMkLst>
        </pc:picChg>
        <pc:picChg chg="add mod">
          <ac:chgData name="Barenya Das" userId="e35ebc08-92ca-4f5c-ac07-71b9cfc27341" providerId="ADAL" clId="{957D9172-4998-40FF-97CD-C7C1153A75B6}" dt="2026-01-29T12:04:30.505" v="14840"/>
          <ac:picMkLst>
            <pc:docMk/>
            <pc:sldMk cId="2789578456" sldId="327"/>
            <ac:picMk id="37" creationId="{51C242CC-12B6-CBE7-C0E6-366B255C79E9}"/>
          </ac:picMkLst>
        </pc:picChg>
      </pc:sldChg>
      <pc:sldChg chg="addSp delSp modSp add mod modNotesTx">
        <pc:chgData name="Barenya Das" userId="e35ebc08-92ca-4f5c-ac07-71b9cfc27341" providerId="ADAL" clId="{957D9172-4998-40FF-97CD-C7C1153A75B6}" dt="2026-02-02T10:56:03.878" v="17080" actId="20577"/>
        <pc:sldMkLst>
          <pc:docMk/>
          <pc:sldMk cId="47410260" sldId="328"/>
        </pc:sldMkLst>
        <pc:spChg chg="mod">
          <ac:chgData name="Barenya Das" userId="e35ebc08-92ca-4f5c-ac07-71b9cfc27341" providerId="ADAL" clId="{957D9172-4998-40FF-97CD-C7C1153A75B6}" dt="2026-02-02T10:56:03.878" v="17080" actId="20577"/>
          <ac:spMkLst>
            <pc:docMk/>
            <pc:sldMk cId="47410260" sldId="328"/>
            <ac:spMk id="24" creationId="{28EC4CF2-559D-4D9D-7CF5-618D0139ECB3}"/>
          </ac:spMkLst>
        </pc:spChg>
        <pc:spChg chg="add mod">
          <ac:chgData name="Barenya Das" userId="e35ebc08-92ca-4f5c-ac07-71b9cfc27341" providerId="ADAL" clId="{957D9172-4998-40FF-97CD-C7C1153A75B6}" dt="2026-01-29T12:33:58.789" v="15370" actId="1076"/>
          <ac:spMkLst>
            <pc:docMk/>
            <pc:sldMk cId="47410260" sldId="328"/>
            <ac:spMk id="39" creationId="{A16B263F-4733-D74E-BE82-D6E0C2B681E0}"/>
          </ac:spMkLst>
        </pc:spChg>
        <pc:spChg chg="add mod">
          <ac:chgData name="Barenya Das" userId="e35ebc08-92ca-4f5c-ac07-71b9cfc27341" providerId="ADAL" clId="{957D9172-4998-40FF-97CD-C7C1153A75B6}" dt="2026-01-29T12:22:33.533" v="15180"/>
          <ac:spMkLst>
            <pc:docMk/>
            <pc:sldMk cId="47410260" sldId="328"/>
            <ac:spMk id="46" creationId="{57AFA7BC-FABB-D5D8-8708-4C7AEDFB20E2}"/>
          </ac:spMkLst>
        </pc:spChg>
        <pc:spChg chg="add mod">
          <ac:chgData name="Barenya Das" userId="e35ebc08-92ca-4f5c-ac07-71b9cfc27341" providerId="ADAL" clId="{957D9172-4998-40FF-97CD-C7C1153A75B6}" dt="2026-01-29T12:33:38.203" v="15366"/>
          <ac:spMkLst>
            <pc:docMk/>
            <pc:sldMk cId="47410260" sldId="328"/>
            <ac:spMk id="48" creationId="{DA2F6DAD-4DDE-CAE9-59EC-1AEC4355D08E}"/>
          </ac:spMkLst>
        </pc:spChg>
        <pc:spChg chg="add mod">
          <ac:chgData name="Barenya Das" userId="e35ebc08-92ca-4f5c-ac07-71b9cfc27341" providerId="ADAL" clId="{957D9172-4998-40FF-97CD-C7C1153A75B6}" dt="2026-01-29T12:33:38.203" v="15366"/>
          <ac:spMkLst>
            <pc:docMk/>
            <pc:sldMk cId="47410260" sldId="328"/>
            <ac:spMk id="49" creationId="{5B051749-740C-D3CD-D990-ECDD975DE92E}"/>
          </ac:spMkLst>
        </pc:spChg>
        <pc:spChg chg="add mod">
          <ac:chgData name="Barenya Das" userId="e35ebc08-92ca-4f5c-ac07-71b9cfc27341" providerId="ADAL" clId="{957D9172-4998-40FF-97CD-C7C1153A75B6}" dt="2026-01-29T12:33:38.203" v="15366"/>
          <ac:spMkLst>
            <pc:docMk/>
            <pc:sldMk cId="47410260" sldId="328"/>
            <ac:spMk id="50" creationId="{ED848810-5EC3-FA37-BE08-0390F6D35903}"/>
          </ac:spMkLst>
        </pc:spChg>
        <pc:spChg chg="add mod">
          <ac:chgData name="Barenya Das" userId="e35ebc08-92ca-4f5c-ac07-71b9cfc27341" providerId="ADAL" clId="{957D9172-4998-40FF-97CD-C7C1153A75B6}" dt="2026-01-29T12:50:43.398" v="15656" actId="6549"/>
          <ac:spMkLst>
            <pc:docMk/>
            <pc:sldMk cId="47410260" sldId="328"/>
            <ac:spMk id="51" creationId="{011DB0CA-487B-9557-6E19-D76903A9BBFA}"/>
          </ac:spMkLst>
        </pc:spChg>
        <pc:spChg chg="add mod">
          <ac:chgData name="Barenya Das" userId="e35ebc08-92ca-4f5c-ac07-71b9cfc27341" providerId="ADAL" clId="{957D9172-4998-40FF-97CD-C7C1153A75B6}" dt="2026-01-29T12:40:29.376" v="15531"/>
          <ac:spMkLst>
            <pc:docMk/>
            <pc:sldMk cId="47410260" sldId="328"/>
            <ac:spMk id="52" creationId="{DB0F8561-E8A1-0A39-5B08-9153E2252571}"/>
          </ac:spMkLst>
        </pc:spChg>
        <pc:spChg chg="add mod">
          <ac:chgData name="Barenya Das" userId="e35ebc08-92ca-4f5c-ac07-71b9cfc27341" providerId="ADAL" clId="{957D9172-4998-40FF-97CD-C7C1153A75B6}" dt="2026-01-29T12:44:25.917" v="15594"/>
          <ac:spMkLst>
            <pc:docMk/>
            <pc:sldMk cId="47410260" sldId="328"/>
            <ac:spMk id="57" creationId="{4C1DAE81-9D2E-8BA4-8138-719495224AD1}"/>
          </ac:spMkLst>
        </pc:spChg>
        <pc:spChg chg="add mod">
          <ac:chgData name="Barenya Das" userId="e35ebc08-92ca-4f5c-ac07-71b9cfc27341" providerId="ADAL" clId="{957D9172-4998-40FF-97CD-C7C1153A75B6}" dt="2026-01-29T12:44:25.917" v="15594"/>
          <ac:spMkLst>
            <pc:docMk/>
            <pc:sldMk cId="47410260" sldId="328"/>
            <ac:spMk id="58" creationId="{4895F814-44D1-9BDB-2448-271E5CF99596}"/>
          </ac:spMkLst>
        </pc:spChg>
        <pc:spChg chg="add mod">
          <ac:chgData name="Barenya Das" userId="e35ebc08-92ca-4f5c-ac07-71b9cfc27341" providerId="ADAL" clId="{957D9172-4998-40FF-97CD-C7C1153A75B6}" dt="2026-01-29T12:44:25.917" v="15594"/>
          <ac:spMkLst>
            <pc:docMk/>
            <pc:sldMk cId="47410260" sldId="328"/>
            <ac:spMk id="59" creationId="{C3D3CC61-783E-B7B8-6E77-D80D35724449}"/>
          </ac:spMkLst>
        </pc:spChg>
        <pc:spChg chg="add mod">
          <ac:chgData name="Barenya Das" userId="e35ebc08-92ca-4f5c-ac07-71b9cfc27341" providerId="ADAL" clId="{957D9172-4998-40FF-97CD-C7C1153A75B6}" dt="2026-01-29T12:44:25.917" v="15594"/>
          <ac:spMkLst>
            <pc:docMk/>
            <pc:sldMk cId="47410260" sldId="328"/>
            <ac:spMk id="60" creationId="{1C343384-0960-7007-21E0-AD41091901A9}"/>
          </ac:spMkLst>
        </pc:spChg>
        <pc:spChg chg="mod">
          <ac:chgData name="Barenya Das" userId="e35ebc08-92ca-4f5c-ac07-71b9cfc27341" providerId="ADAL" clId="{957D9172-4998-40FF-97CD-C7C1153A75B6}" dt="2026-01-29T12:48:06.183" v="15629" actId="1076"/>
          <ac:spMkLst>
            <pc:docMk/>
            <pc:sldMk cId="47410260" sldId="328"/>
            <ac:spMk id="113" creationId="{037F96F3-2D25-5423-2988-237BA77D83E6}"/>
          </ac:spMkLst>
        </pc:spChg>
        <pc:spChg chg="mod">
          <ac:chgData name="Barenya Das" userId="e35ebc08-92ca-4f5c-ac07-71b9cfc27341" providerId="ADAL" clId="{957D9172-4998-40FF-97CD-C7C1153A75B6}" dt="2026-01-29T12:48:06.183" v="15629" actId="1076"/>
          <ac:spMkLst>
            <pc:docMk/>
            <pc:sldMk cId="47410260" sldId="328"/>
            <ac:spMk id="114" creationId="{09C55D97-6A5C-F1CB-CB88-DB5C5919A11E}"/>
          </ac:spMkLst>
        </pc:spChg>
        <pc:spChg chg="mod">
          <ac:chgData name="Barenya Das" userId="e35ebc08-92ca-4f5c-ac07-71b9cfc27341" providerId="ADAL" clId="{957D9172-4998-40FF-97CD-C7C1153A75B6}" dt="2026-01-29T12:48:06.183" v="15629" actId="1076"/>
          <ac:spMkLst>
            <pc:docMk/>
            <pc:sldMk cId="47410260" sldId="328"/>
            <ac:spMk id="115" creationId="{70CA632D-8546-93DC-EDE9-5CF5E3B541DB}"/>
          </ac:spMkLst>
        </pc:spChg>
        <pc:spChg chg="mod">
          <ac:chgData name="Barenya Das" userId="e35ebc08-92ca-4f5c-ac07-71b9cfc27341" providerId="ADAL" clId="{957D9172-4998-40FF-97CD-C7C1153A75B6}" dt="2026-01-29T12:48:06.183" v="15629" actId="1076"/>
          <ac:spMkLst>
            <pc:docMk/>
            <pc:sldMk cId="47410260" sldId="328"/>
            <ac:spMk id="116" creationId="{1713F134-5ABB-E2F9-862F-2D8F32722E21}"/>
          </ac:spMkLst>
        </pc:spChg>
        <pc:spChg chg="mod">
          <ac:chgData name="Barenya Das" userId="e35ebc08-92ca-4f5c-ac07-71b9cfc27341" providerId="ADAL" clId="{957D9172-4998-40FF-97CD-C7C1153A75B6}" dt="2026-01-29T12:48:06.183" v="15629" actId="1076"/>
          <ac:spMkLst>
            <pc:docMk/>
            <pc:sldMk cId="47410260" sldId="328"/>
            <ac:spMk id="117" creationId="{2FC06C40-0BEB-788A-5FAE-27C82C7F793E}"/>
          </ac:spMkLst>
        </pc:spChg>
        <pc:spChg chg="mod">
          <ac:chgData name="Barenya Das" userId="e35ebc08-92ca-4f5c-ac07-71b9cfc27341" providerId="ADAL" clId="{957D9172-4998-40FF-97CD-C7C1153A75B6}" dt="2026-01-29T12:48:06.183" v="15629" actId="1076"/>
          <ac:spMkLst>
            <pc:docMk/>
            <pc:sldMk cId="47410260" sldId="328"/>
            <ac:spMk id="118" creationId="{40FA69BF-1CFB-AB16-4A45-62FA969D4043}"/>
          </ac:spMkLst>
        </pc:spChg>
        <pc:spChg chg="mod">
          <ac:chgData name="Barenya Das" userId="e35ebc08-92ca-4f5c-ac07-71b9cfc27341" providerId="ADAL" clId="{957D9172-4998-40FF-97CD-C7C1153A75B6}" dt="2026-01-29T12:48:06.183" v="15629" actId="1076"/>
          <ac:spMkLst>
            <pc:docMk/>
            <pc:sldMk cId="47410260" sldId="328"/>
            <ac:spMk id="119" creationId="{79130B19-ECCD-5BC7-0DA0-4B56605F285D}"/>
          </ac:spMkLst>
        </pc:spChg>
        <pc:picChg chg="mod">
          <ac:chgData name="Barenya Das" userId="e35ebc08-92ca-4f5c-ac07-71b9cfc27341" providerId="ADAL" clId="{957D9172-4998-40FF-97CD-C7C1153A75B6}" dt="2026-01-29T12:09:06.520" v="14851" actId="1582"/>
          <ac:picMkLst>
            <pc:docMk/>
            <pc:sldMk cId="47410260" sldId="328"/>
            <ac:picMk id="36" creationId="{1249D0BC-D02B-BF85-A3C3-66019FCC53AB}"/>
          </ac:picMkLst>
        </pc:picChg>
      </pc:sldChg>
      <pc:sldChg chg="addSp delSp modSp add mod modNotesTx">
        <pc:chgData name="Barenya Das" userId="e35ebc08-92ca-4f5c-ac07-71b9cfc27341" providerId="ADAL" clId="{957D9172-4998-40FF-97CD-C7C1153A75B6}" dt="2026-02-02T11:03:01.068" v="17081" actId="113"/>
        <pc:sldMkLst>
          <pc:docMk/>
          <pc:sldMk cId="3353613145" sldId="329"/>
        </pc:sldMkLst>
        <pc:spChg chg="add mod">
          <ac:chgData name="Barenya Das" userId="e35ebc08-92ca-4f5c-ac07-71b9cfc27341" providerId="ADAL" clId="{957D9172-4998-40FF-97CD-C7C1153A75B6}" dt="2026-02-02T09:53:24.287" v="15670"/>
          <ac:spMkLst>
            <pc:docMk/>
            <pc:sldMk cId="3353613145" sldId="329"/>
            <ac:spMk id="24" creationId="{2C9792BD-F6D0-399F-56E2-D849A5C90950}"/>
          </ac:spMkLst>
        </pc:spChg>
        <pc:spChg chg="mod">
          <ac:chgData name="Barenya Das" userId="e35ebc08-92ca-4f5c-ac07-71b9cfc27341" providerId="ADAL" clId="{957D9172-4998-40FF-97CD-C7C1153A75B6}" dt="2026-01-29T12:33:53.714" v="15369" actId="1076"/>
          <ac:spMkLst>
            <pc:docMk/>
            <pc:sldMk cId="3353613145" sldId="329"/>
            <ac:spMk id="39" creationId="{647BC15D-5B2F-23C3-9EE7-0DB200E0C5A8}"/>
          </ac:spMkLst>
        </pc:spChg>
        <pc:spChg chg="add mod">
          <ac:chgData name="Barenya Das" userId="e35ebc08-92ca-4f5c-ac07-71b9cfc27341" providerId="ADAL" clId="{957D9172-4998-40FF-97CD-C7C1153A75B6}" dt="2026-01-29T12:11:40.961" v="15001"/>
          <ac:spMkLst>
            <pc:docMk/>
            <pc:sldMk cId="3353613145" sldId="329"/>
            <ac:spMk id="40" creationId="{E79A3F01-88E5-8644-73FC-FD1F1EF4AD9A}"/>
          </ac:spMkLst>
        </pc:spChg>
        <pc:spChg chg="add mod">
          <ac:chgData name="Barenya Das" userId="e35ebc08-92ca-4f5c-ac07-71b9cfc27341" providerId="ADAL" clId="{957D9172-4998-40FF-97CD-C7C1153A75B6}" dt="2026-01-29T12:22:38.255" v="15182"/>
          <ac:spMkLst>
            <pc:docMk/>
            <pc:sldMk cId="3353613145" sldId="329"/>
            <ac:spMk id="48" creationId="{B254DF58-D9AC-311F-5159-CD7674A13EC7}"/>
          </ac:spMkLst>
        </pc:spChg>
        <pc:spChg chg="add mod">
          <ac:chgData name="Barenya Das" userId="e35ebc08-92ca-4f5c-ac07-71b9cfc27341" providerId="ADAL" clId="{957D9172-4998-40FF-97CD-C7C1153A75B6}" dt="2026-01-29T12:33:47.101" v="15368"/>
          <ac:spMkLst>
            <pc:docMk/>
            <pc:sldMk cId="3353613145" sldId="329"/>
            <ac:spMk id="49" creationId="{E762E862-9CDC-9B87-4C1E-118BB34D4ADB}"/>
          </ac:spMkLst>
        </pc:spChg>
        <pc:spChg chg="add mod">
          <ac:chgData name="Barenya Das" userId="e35ebc08-92ca-4f5c-ac07-71b9cfc27341" providerId="ADAL" clId="{957D9172-4998-40FF-97CD-C7C1153A75B6}" dt="2026-01-29T12:33:47.101" v="15368"/>
          <ac:spMkLst>
            <pc:docMk/>
            <pc:sldMk cId="3353613145" sldId="329"/>
            <ac:spMk id="50" creationId="{8F81E53E-FAAA-8BC8-95F7-6D73C23D2970}"/>
          </ac:spMkLst>
        </pc:spChg>
        <pc:spChg chg="add mod">
          <ac:chgData name="Barenya Das" userId="e35ebc08-92ca-4f5c-ac07-71b9cfc27341" providerId="ADAL" clId="{957D9172-4998-40FF-97CD-C7C1153A75B6}" dt="2026-01-29T12:33:47.101" v="15368"/>
          <ac:spMkLst>
            <pc:docMk/>
            <pc:sldMk cId="3353613145" sldId="329"/>
            <ac:spMk id="51" creationId="{873A2835-B292-ECF1-577E-59C719C3AE41}"/>
          </ac:spMkLst>
        </pc:spChg>
        <pc:spChg chg="add mod">
          <ac:chgData name="Barenya Das" userId="e35ebc08-92ca-4f5c-ac07-71b9cfc27341" providerId="ADAL" clId="{957D9172-4998-40FF-97CD-C7C1153A75B6}" dt="2026-01-29T12:50:49.201" v="15657" actId="6549"/>
          <ac:spMkLst>
            <pc:docMk/>
            <pc:sldMk cId="3353613145" sldId="329"/>
            <ac:spMk id="52" creationId="{626186F0-79C1-EE9E-7F0A-EA03C90EFCB7}"/>
          </ac:spMkLst>
        </pc:spChg>
        <pc:spChg chg="add mod">
          <ac:chgData name="Barenya Das" userId="e35ebc08-92ca-4f5c-ac07-71b9cfc27341" providerId="ADAL" clId="{957D9172-4998-40FF-97CD-C7C1153A75B6}" dt="2026-01-29T12:40:35.155" v="15533"/>
          <ac:spMkLst>
            <pc:docMk/>
            <pc:sldMk cId="3353613145" sldId="329"/>
            <ac:spMk id="53" creationId="{013FCFA0-127B-83B2-ACDF-306E67D00468}"/>
          </ac:spMkLst>
        </pc:spChg>
        <pc:spChg chg="add mod">
          <ac:chgData name="Barenya Das" userId="e35ebc08-92ca-4f5c-ac07-71b9cfc27341" providerId="ADAL" clId="{957D9172-4998-40FF-97CD-C7C1153A75B6}" dt="2026-01-29T12:51:18.678" v="15658"/>
          <ac:spMkLst>
            <pc:docMk/>
            <pc:sldMk cId="3353613145" sldId="329"/>
            <ac:spMk id="54" creationId="{ABB2D08B-882E-6845-EDC0-6EF0EDFE0476}"/>
          </ac:spMkLst>
        </pc:spChg>
        <pc:spChg chg="add mod">
          <ac:chgData name="Barenya Das" userId="e35ebc08-92ca-4f5c-ac07-71b9cfc27341" providerId="ADAL" clId="{957D9172-4998-40FF-97CD-C7C1153A75B6}" dt="2026-01-29T12:51:18.678" v="15658"/>
          <ac:spMkLst>
            <pc:docMk/>
            <pc:sldMk cId="3353613145" sldId="329"/>
            <ac:spMk id="55" creationId="{3F7880AA-F9E7-D4C9-B917-C9A9A9E0F49E}"/>
          </ac:spMkLst>
        </pc:spChg>
        <pc:spChg chg="add mod">
          <ac:chgData name="Barenya Das" userId="e35ebc08-92ca-4f5c-ac07-71b9cfc27341" providerId="ADAL" clId="{957D9172-4998-40FF-97CD-C7C1153A75B6}" dt="2026-01-29T12:51:18.678" v="15658"/>
          <ac:spMkLst>
            <pc:docMk/>
            <pc:sldMk cId="3353613145" sldId="329"/>
            <ac:spMk id="56" creationId="{1849E064-C413-A358-B1E7-1C4B399A0F5E}"/>
          </ac:spMkLst>
        </pc:spChg>
        <pc:spChg chg="add mod">
          <ac:chgData name="Barenya Das" userId="e35ebc08-92ca-4f5c-ac07-71b9cfc27341" providerId="ADAL" clId="{957D9172-4998-40FF-97CD-C7C1153A75B6}" dt="2026-01-29T12:51:18.678" v="15658"/>
          <ac:spMkLst>
            <pc:docMk/>
            <pc:sldMk cId="3353613145" sldId="329"/>
            <ac:spMk id="57" creationId="{A90C34DB-AB76-CB31-548F-BBECD0230BC0}"/>
          </ac:spMkLst>
        </pc:spChg>
        <pc:spChg chg="add mod">
          <ac:chgData name="Barenya Das" userId="e35ebc08-92ca-4f5c-ac07-71b9cfc27341" providerId="ADAL" clId="{957D9172-4998-40FF-97CD-C7C1153A75B6}" dt="2026-01-29T12:51:18.678" v="15658"/>
          <ac:spMkLst>
            <pc:docMk/>
            <pc:sldMk cId="3353613145" sldId="329"/>
            <ac:spMk id="58" creationId="{5C91EF1A-07F1-E50E-45DB-754E1D126987}"/>
          </ac:spMkLst>
        </pc:spChg>
        <pc:spChg chg="add mod">
          <ac:chgData name="Barenya Das" userId="e35ebc08-92ca-4f5c-ac07-71b9cfc27341" providerId="ADAL" clId="{957D9172-4998-40FF-97CD-C7C1153A75B6}" dt="2026-01-29T12:51:18.678" v="15658"/>
          <ac:spMkLst>
            <pc:docMk/>
            <pc:sldMk cId="3353613145" sldId="329"/>
            <ac:spMk id="59" creationId="{8ECB3146-46FC-F795-A206-6ED4B3E6DBF3}"/>
          </ac:spMkLst>
        </pc:spChg>
        <pc:spChg chg="mod ord">
          <ac:chgData name="Barenya Das" userId="e35ebc08-92ca-4f5c-ac07-71b9cfc27341" providerId="ADAL" clId="{957D9172-4998-40FF-97CD-C7C1153A75B6}" dt="2026-01-29T12:42:27.766" v="15557" actId="14100"/>
          <ac:spMkLst>
            <pc:docMk/>
            <pc:sldMk cId="3353613145" sldId="329"/>
            <ac:spMk id="95" creationId="{E0E06929-1BBA-DB4D-9E86-7631DC1F92AB}"/>
          </ac:spMkLst>
        </pc:spChg>
        <pc:spChg chg="mod">
          <ac:chgData name="Barenya Das" userId="e35ebc08-92ca-4f5c-ac07-71b9cfc27341" providerId="ADAL" clId="{957D9172-4998-40FF-97CD-C7C1153A75B6}" dt="2026-01-29T12:43:04.392" v="15564" actId="14100"/>
          <ac:spMkLst>
            <pc:docMk/>
            <pc:sldMk cId="3353613145" sldId="329"/>
            <ac:spMk id="96" creationId="{91AC83DD-1E56-474B-1CD5-BA19AD350528}"/>
          </ac:spMkLst>
        </pc:spChg>
        <pc:spChg chg="mod">
          <ac:chgData name="Barenya Das" userId="e35ebc08-92ca-4f5c-ac07-71b9cfc27341" providerId="ADAL" clId="{957D9172-4998-40FF-97CD-C7C1153A75B6}" dt="2026-01-29T12:43:32.978" v="15581" actId="14100"/>
          <ac:spMkLst>
            <pc:docMk/>
            <pc:sldMk cId="3353613145" sldId="329"/>
            <ac:spMk id="97" creationId="{AE780119-BEC5-571A-7A20-C7AAF51781A2}"/>
          </ac:spMkLst>
        </pc:spChg>
        <pc:spChg chg="mod">
          <ac:chgData name="Barenya Das" userId="e35ebc08-92ca-4f5c-ac07-71b9cfc27341" providerId="ADAL" clId="{957D9172-4998-40FF-97CD-C7C1153A75B6}" dt="2026-01-29T12:44:04.793" v="15591" actId="1036"/>
          <ac:spMkLst>
            <pc:docMk/>
            <pc:sldMk cId="3353613145" sldId="329"/>
            <ac:spMk id="98" creationId="{9261AED6-4C42-3533-2C24-68FB50C36717}"/>
          </ac:spMkLst>
        </pc:spChg>
        <pc:picChg chg="mod">
          <ac:chgData name="Barenya Das" userId="e35ebc08-92ca-4f5c-ac07-71b9cfc27341" providerId="ADAL" clId="{957D9172-4998-40FF-97CD-C7C1153A75B6}" dt="2026-01-29T12:11:51.181" v="15003" actId="208"/>
          <ac:picMkLst>
            <pc:docMk/>
            <pc:sldMk cId="3353613145" sldId="329"/>
            <ac:picMk id="36" creationId="{B3717934-C3D7-5ECF-6F8E-4408ABB4D910}"/>
          </ac:picMkLst>
        </pc:picChg>
        <pc:picChg chg="mod">
          <ac:chgData name="Barenya Das" userId="e35ebc08-92ca-4f5c-ac07-71b9cfc27341" providerId="ADAL" clId="{957D9172-4998-40FF-97CD-C7C1153A75B6}" dt="2026-01-29T12:12:18.764" v="15007" actId="1582"/>
          <ac:picMkLst>
            <pc:docMk/>
            <pc:sldMk cId="3353613145" sldId="329"/>
            <ac:picMk id="37" creationId="{B814DBC7-9E4C-C874-BFFA-DCC031B26982}"/>
          </ac:picMkLst>
        </pc:picChg>
      </pc:sldChg>
      <pc:sldChg chg="addSp delSp modSp add mod modNotesTx">
        <pc:chgData name="Barenya Das" userId="e35ebc08-92ca-4f5c-ac07-71b9cfc27341" providerId="ADAL" clId="{957D9172-4998-40FF-97CD-C7C1153A75B6}" dt="2026-02-02T10:51:26.017" v="16985" actId="20577"/>
        <pc:sldMkLst>
          <pc:docMk/>
          <pc:sldMk cId="1270960889" sldId="330"/>
        </pc:sldMkLst>
        <pc:spChg chg="mod">
          <ac:chgData name="Barenya Das" userId="e35ebc08-92ca-4f5c-ac07-71b9cfc27341" providerId="ADAL" clId="{957D9172-4998-40FF-97CD-C7C1153A75B6}" dt="2026-02-02T10:32:02.057" v="16001" actId="207"/>
          <ac:spMkLst>
            <pc:docMk/>
            <pc:sldMk cId="1270960889" sldId="330"/>
            <ac:spMk id="25" creationId="{5B5F7B64-6964-DC31-6159-C03FC925D814}"/>
          </ac:spMkLst>
        </pc:spChg>
        <pc:spChg chg="mod">
          <ac:chgData name="Barenya Das" userId="e35ebc08-92ca-4f5c-ac07-71b9cfc27341" providerId="ADAL" clId="{957D9172-4998-40FF-97CD-C7C1153A75B6}" dt="2026-02-02T10:32:02.057" v="16001" actId="207"/>
          <ac:spMkLst>
            <pc:docMk/>
            <pc:sldMk cId="1270960889" sldId="330"/>
            <ac:spMk id="30" creationId="{97F601BF-A8DD-4FE1-EE00-F0D15908B491}"/>
          </ac:spMkLst>
        </pc:spChg>
        <pc:spChg chg="mod">
          <ac:chgData name="Barenya Das" userId="e35ebc08-92ca-4f5c-ac07-71b9cfc27341" providerId="ADAL" clId="{957D9172-4998-40FF-97CD-C7C1153A75B6}" dt="2026-02-02T10:07:48.599" v="15858" actId="1076"/>
          <ac:spMkLst>
            <pc:docMk/>
            <pc:sldMk cId="1270960889" sldId="330"/>
            <ac:spMk id="33" creationId="{D320BD08-1447-7976-49AF-473C5F484928}"/>
          </ac:spMkLst>
        </pc:spChg>
        <pc:spChg chg="mod">
          <ac:chgData name="Barenya Das" userId="e35ebc08-92ca-4f5c-ac07-71b9cfc27341" providerId="ADAL" clId="{957D9172-4998-40FF-97CD-C7C1153A75B6}" dt="2026-02-02T10:32:02.057" v="16001" actId="207"/>
          <ac:spMkLst>
            <pc:docMk/>
            <pc:sldMk cId="1270960889" sldId="330"/>
            <ac:spMk id="34" creationId="{B4032958-1143-CEFB-CD35-1757905C7AFF}"/>
          </ac:spMkLst>
        </pc:spChg>
        <pc:spChg chg="mod">
          <ac:chgData name="Barenya Das" userId="e35ebc08-92ca-4f5c-ac07-71b9cfc27341" providerId="ADAL" clId="{957D9172-4998-40FF-97CD-C7C1153A75B6}" dt="2026-02-02T10:14:17.892" v="15895" actId="1076"/>
          <ac:spMkLst>
            <pc:docMk/>
            <pc:sldMk cId="1270960889" sldId="330"/>
            <ac:spMk id="39" creationId="{A8BE25B9-65BD-B386-9760-8A871DC028F1}"/>
          </ac:spMkLst>
        </pc:spChg>
        <pc:spChg chg="mod">
          <ac:chgData name="Barenya Das" userId="e35ebc08-92ca-4f5c-ac07-71b9cfc27341" providerId="ADAL" clId="{957D9172-4998-40FF-97CD-C7C1153A75B6}" dt="2026-02-02T10:32:23.100" v="16002" actId="207"/>
          <ac:spMkLst>
            <pc:docMk/>
            <pc:sldMk cId="1270960889" sldId="330"/>
            <ac:spMk id="42" creationId="{91FA1010-F09F-4447-F327-C8D37034A78A}"/>
          </ac:spMkLst>
        </pc:spChg>
        <pc:spChg chg="mod">
          <ac:chgData name="Barenya Das" userId="e35ebc08-92ca-4f5c-ac07-71b9cfc27341" providerId="ADAL" clId="{957D9172-4998-40FF-97CD-C7C1153A75B6}" dt="2026-02-02T10:32:23.100" v="16002" actId="207"/>
          <ac:spMkLst>
            <pc:docMk/>
            <pc:sldMk cId="1270960889" sldId="330"/>
            <ac:spMk id="45" creationId="{BF7A9540-688E-2A49-B14B-6F1970098BDF}"/>
          </ac:spMkLst>
        </pc:spChg>
        <pc:spChg chg="mod">
          <ac:chgData name="Barenya Das" userId="e35ebc08-92ca-4f5c-ac07-71b9cfc27341" providerId="ADAL" clId="{957D9172-4998-40FF-97CD-C7C1153A75B6}" dt="2026-02-02T10:32:23.100" v="16002" actId="207"/>
          <ac:spMkLst>
            <pc:docMk/>
            <pc:sldMk cId="1270960889" sldId="330"/>
            <ac:spMk id="47" creationId="{3C0C58F3-049B-9CCB-D870-2F2D3553C4F2}"/>
          </ac:spMkLst>
        </pc:spChg>
        <pc:spChg chg="mod">
          <ac:chgData name="Barenya Das" userId="e35ebc08-92ca-4f5c-ac07-71b9cfc27341" providerId="ADAL" clId="{957D9172-4998-40FF-97CD-C7C1153A75B6}" dt="2026-02-02T10:07:10.411" v="15848" actId="20577"/>
          <ac:spMkLst>
            <pc:docMk/>
            <pc:sldMk cId="1270960889" sldId="330"/>
            <ac:spMk id="57" creationId="{6451FA46-7469-2F51-190B-D583C01CCE79}"/>
          </ac:spMkLst>
        </pc:spChg>
        <pc:spChg chg="mod">
          <ac:chgData name="Barenya Das" userId="e35ebc08-92ca-4f5c-ac07-71b9cfc27341" providerId="ADAL" clId="{957D9172-4998-40FF-97CD-C7C1153A75B6}" dt="2026-02-02T10:07:15.199" v="15850" actId="20577"/>
          <ac:spMkLst>
            <pc:docMk/>
            <pc:sldMk cId="1270960889" sldId="330"/>
            <ac:spMk id="58" creationId="{53E13046-5412-994A-9E05-AA68552697C4}"/>
          </ac:spMkLst>
        </pc:spChg>
        <pc:spChg chg="mod">
          <ac:chgData name="Barenya Das" userId="e35ebc08-92ca-4f5c-ac07-71b9cfc27341" providerId="ADAL" clId="{957D9172-4998-40FF-97CD-C7C1153A75B6}" dt="2026-02-02T10:07:19.870" v="15854" actId="20577"/>
          <ac:spMkLst>
            <pc:docMk/>
            <pc:sldMk cId="1270960889" sldId="330"/>
            <ac:spMk id="59" creationId="{75DBD0AC-326B-47B7-8156-6564DE4B1F25}"/>
          </ac:spMkLst>
        </pc:spChg>
        <pc:spChg chg="mod">
          <ac:chgData name="Barenya Das" userId="e35ebc08-92ca-4f5c-ac07-71b9cfc27341" providerId="ADAL" clId="{957D9172-4998-40FF-97CD-C7C1153A75B6}" dt="2026-02-02T10:11:09.491" v="15875" actId="1076"/>
          <ac:spMkLst>
            <pc:docMk/>
            <pc:sldMk cId="1270960889" sldId="330"/>
            <ac:spMk id="73" creationId="{184F362E-BAF9-4C17-379E-5B19DB74AE5C}"/>
          </ac:spMkLst>
        </pc:spChg>
        <pc:spChg chg="mod">
          <ac:chgData name="Barenya Das" userId="e35ebc08-92ca-4f5c-ac07-71b9cfc27341" providerId="ADAL" clId="{957D9172-4998-40FF-97CD-C7C1153A75B6}" dt="2026-02-02T10:32:02.057" v="16001" actId="207"/>
          <ac:spMkLst>
            <pc:docMk/>
            <pc:sldMk cId="1270960889" sldId="330"/>
            <ac:spMk id="74" creationId="{ED7707DB-E007-7525-A5C3-C2228498E8A9}"/>
          </ac:spMkLst>
        </pc:spChg>
        <pc:spChg chg="mod">
          <ac:chgData name="Barenya Das" userId="e35ebc08-92ca-4f5c-ac07-71b9cfc27341" providerId="ADAL" clId="{957D9172-4998-40FF-97CD-C7C1153A75B6}" dt="2026-02-02T10:32:23.100" v="16002" actId="207"/>
          <ac:spMkLst>
            <pc:docMk/>
            <pc:sldMk cId="1270960889" sldId="330"/>
            <ac:spMk id="76" creationId="{C47E33CB-7D68-5EDE-5126-BB5411E7A3C6}"/>
          </ac:spMkLst>
        </pc:spChg>
        <pc:spChg chg="mod">
          <ac:chgData name="Barenya Das" userId="e35ebc08-92ca-4f5c-ac07-71b9cfc27341" providerId="ADAL" clId="{957D9172-4998-40FF-97CD-C7C1153A75B6}" dt="2026-02-02T10:32:23.100" v="16002" actId="207"/>
          <ac:spMkLst>
            <pc:docMk/>
            <pc:sldMk cId="1270960889" sldId="330"/>
            <ac:spMk id="77" creationId="{74108FDF-F422-EAE1-50F8-A831F76431DA}"/>
          </ac:spMkLst>
        </pc:spChg>
        <pc:spChg chg="mod">
          <ac:chgData name="Barenya Das" userId="e35ebc08-92ca-4f5c-ac07-71b9cfc27341" providerId="ADAL" clId="{957D9172-4998-40FF-97CD-C7C1153A75B6}" dt="2026-02-02T10:32:23.100" v="16002" actId="207"/>
          <ac:spMkLst>
            <pc:docMk/>
            <pc:sldMk cId="1270960889" sldId="330"/>
            <ac:spMk id="78" creationId="{740F4DF6-4155-EE1D-B734-7C895F7BD4D8}"/>
          </ac:spMkLst>
        </pc:spChg>
        <pc:spChg chg="mod">
          <ac:chgData name="Barenya Das" userId="e35ebc08-92ca-4f5c-ac07-71b9cfc27341" providerId="ADAL" clId="{957D9172-4998-40FF-97CD-C7C1153A75B6}" dt="2026-02-02T10:08:50.349" v="15861" actId="1076"/>
          <ac:spMkLst>
            <pc:docMk/>
            <pc:sldMk cId="1270960889" sldId="330"/>
            <ac:spMk id="82" creationId="{17D847F4-45DD-A65E-9BE2-EF348B85B32C}"/>
          </ac:spMkLst>
        </pc:spChg>
        <pc:spChg chg="mod">
          <ac:chgData name="Barenya Das" userId="e35ebc08-92ca-4f5c-ac07-71b9cfc27341" providerId="ADAL" clId="{957D9172-4998-40FF-97CD-C7C1153A75B6}" dt="2026-02-02T10:32:02.057" v="16001" actId="207"/>
          <ac:spMkLst>
            <pc:docMk/>
            <pc:sldMk cId="1270960889" sldId="330"/>
            <ac:spMk id="99" creationId="{DF5DDC37-C06D-E5FB-082E-D9B710EA9470}"/>
          </ac:spMkLst>
        </pc:spChg>
        <pc:spChg chg="mod">
          <ac:chgData name="Barenya Das" userId="e35ebc08-92ca-4f5c-ac07-71b9cfc27341" providerId="ADAL" clId="{957D9172-4998-40FF-97CD-C7C1153A75B6}" dt="2026-02-02T10:32:02.057" v="16001" actId="207"/>
          <ac:spMkLst>
            <pc:docMk/>
            <pc:sldMk cId="1270960889" sldId="330"/>
            <ac:spMk id="100" creationId="{FD5B8BA8-7AA9-91F9-ACD8-8D95D2C85171}"/>
          </ac:spMkLst>
        </pc:spChg>
        <pc:spChg chg="mod">
          <ac:chgData name="Barenya Das" userId="e35ebc08-92ca-4f5c-ac07-71b9cfc27341" providerId="ADAL" clId="{957D9172-4998-40FF-97CD-C7C1153A75B6}" dt="2026-02-02T10:32:02.057" v="16001" actId="207"/>
          <ac:spMkLst>
            <pc:docMk/>
            <pc:sldMk cId="1270960889" sldId="330"/>
            <ac:spMk id="101" creationId="{6875A09E-D2ED-60CA-1620-6C785C567A4E}"/>
          </ac:spMkLst>
        </pc:spChg>
        <pc:spChg chg="mod">
          <ac:chgData name="Barenya Das" userId="e35ebc08-92ca-4f5c-ac07-71b9cfc27341" providerId="ADAL" clId="{957D9172-4998-40FF-97CD-C7C1153A75B6}" dt="2026-02-02T10:32:02.057" v="16001" actId="207"/>
          <ac:spMkLst>
            <pc:docMk/>
            <pc:sldMk cId="1270960889" sldId="330"/>
            <ac:spMk id="102" creationId="{1933D107-129B-D28B-BD9F-E1D6244CEF85}"/>
          </ac:spMkLst>
        </pc:spChg>
        <pc:spChg chg="mod">
          <ac:chgData name="Barenya Das" userId="e35ebc08-92ca-4f5c-ac07-71b9cfc27341" providerId="ADAL" clId="{957D9172-4998-40FF-97CD-C7C1153A75B6}" dt="2026-02-02T10:09:33.179" v="15866" actId="1076"/>
          <ac:spMkLst>
            <pc:docMk/>
            <pc:sldMk cId="1270960889" sldId="330"/>
            <ac:spMk id="103" creationId="{BD3BAD2A-D5B0-3566-8492-B35B56914E61}"/>
          </ac:spMkLst>
        </pc:spChg>
        <pc:spChg chg="mod">
          <ac:chgData name="Barenya Das" userId="e35ebc08-92ca-4f5c-ac07-71b9cfc27341" providerId="ADAL" clId="{957D9172-4998-40FF-97CD-C7C1153A75B6}" dt="2026-02-02T10:11:00.576" v="15874" actId="1076"/>
          <ac:spMkLst>
            <pc:docMk/>
            <pc:sldMk cId="1270960889" sldId="330"/>
            <ac:spMk id="104" creationId="{D865AFC5-EC98-89EE-3FDF-BF2A0B7A6302}"/>
          </ac:spMkLst>
        </pc:spChg>
        <pc:spChg chg="mod">
          <ac:chgData name="Barenya Das" userId="e35ebc08-92ca-4f5c-ac07-71b9cfc27341" providerId="ADAL" clId="{957D9172-4998-40FF-97CD-C7C1153A75B6}" dt="2026-02-02T10:32:23.100" v="16002" actId="207"/>
          <ac:spMkLst>
            <pc:docMk/>
            <pc:sldMk cId="1270960889" sldId="330"/>
            <ac:spMk id="105" creationId="{BB04D9CB-64CD-DAFA-6B5E-6D8E62CF5A47}"/>
          </ac:spMkLst>
        </pc:spChg>
        <pc:spChg chg="mod">
          <ac:chgData name="Barenya Das" userId="e35ebc08-92ca-4f5c-ac07-71b9cfc27341" providerId="ADAL" clId="{957D9172-4998-40FF-97CD-C7C1153A75B6}" dt="2026-02-02T10:32:23.100" v="16002" actId="207"/>
          <ac:spMkLst>
            <pc:docMk/>
            <pc:sldMk cId="1270960889" sldId="330"/>
            <ac:spMk id="106" creationId="{A11B2074-5C4B-FCE3-8E80-E2F1AB80E58B}"/>
          </ac:spMkLst>
        </pc:spChg>
        <pc:spChg chg="mod">
          <ac:chgData name="Barenya Das" userId="e35ebc08-92ca-4f5c-ac07-71b9cfc27341" providerId="ADAL" clId="{957D9172-4998-40FF-97CD-C7C1153A75B6}" dt="2026-02-02T10:12:11.714" v="15884" actId="1076"/>
          <ac:spMkLst>
            <pc:docMk/>
            <pc:sldMk cId="1270960889" sldId="330"/>
            <ac:spMk id="107" creationId="{8568B6D7-74BC-154C-747C-586150042B33}"/>
          </ac:spMkLst>
        </pc:spChg>
        <pc:spChg chg="mod">
          <ac:chgData name="Barenya Das" userId="e35ebc08-92ca-4f5c-ac07-71b9cfc27341" providerId="ADAL" clId="{957D9172-4998-40FF-97CD-C7C1153A75B6}" dt="2026-02-02T10:12:16.908" v="15886" actId="1076"/>
          <ac:spMkLst>
            <pc:docMk/>
            <pc:sldMk cId="1270960889" sldId="330"/>
            <ac:spMk id="108" creationId="{31796549-F131-278A-32EE-4B478F6DF14E}"/>
          </ac:spMkLst>
        </pc:spChg>
        <pc:spChg chg="mod">
          <ac:chgData name="Barenya Das" userId="e35ebc08-92ca-4f5c-ac07-71b9cfc27341" providerId="ADAL" clId="{957D9172-4998-40FF-97CD-C7C1153A75B6}" dt="2026-02-02T10:32:02.057" v="16001" actId="207"/>
          <ac:spMkLst>
            <pc:docMk/>
            <pc:sldMk cId="1270960889" sldId="330"/>
            <ac:spMk id="109" creationId="{CDFFA1BB-2AC3-AFCE-51E3-04A5EC2AF44E}"/>
          </ac:spMkLst>
        </pc:spChg>
        <pc:spChg chg="mod">
          <ac:chgData name="Barenya Das" userId="e35ebc08-92ca-4f5c-ac07-71b9cfc27341" providerId="ADAL" clId="{957D9172-4998-40FF-97CD-C7C1153A75B6}" dt="2026-02-02T10:32:02.057" v="16001" actId="207"/>
          <ac:spMkLst>
            <pc:docMk/>
            <pc:sldMk cId="1270960889" sldId="330"/>
            <ac:spMk id="110" creationId="{EDB8E30A-FEBE-0F2C-2029-4E5AD30B042B}"/>
          </ac:spMkLst>
        </pc:spChg>
        <pc:spChg chg="mod">
          <ac:chgData name="Barenya Das" userId="e35ebc08-92ca-4f5c-ac07-71b9cfc27341" providerId="ADAL" clId="{957D9172-4998-40FF-97CD-C7C1153A75B6}" dt="2026-02-02T10:32:33.643" v="16003" actId="207"/>
          <ac:spMkLst>
            <pc:docMk/>
            <pc:sldMk cId="1270960889" sldId="330"/>
            <ac:spMk id="111" creationId="{2F64F7E8-F60A-51E9-DC69-F0AB16D7765F}"/>
          </ac:spMkLst>
        </pc:spChg>
        <pc:spChg chg="mod">
          <ac:chgData name="Barenya Das" userId="e35ebc08-92ca-4f5c-ac07-71b9cfc27341" providerId="ADAL" clId="{957D9172-4998-40FF-97CD-C7C1153A75B6}" dt="2026-02-02T10:32:23.100" v="16002" actId="207"/>
          <ac:spMkLst>
            <pc:docMk/>
            <pc:sldMk cId="1270960889" sldId="330"/>
            <ac:spMk id="112" creationId="{F68624FE-5BDD-9C35-A3AD-AF8875EBC103}"/>
          </ac:spMkLst>
        </pc:spChg>
        <pc:picChg chg="add mod ord">
          <ac:chgData name="Barenya Das" userId="e35ebc08-92ca-4f5c-ac07-71b9cfc27341" providerId="ADAL" clId="{957D9172-4998-40FF-97CD-C7C1153A75B6}" dt="2026-02-02T10:13:32.464" v="15892" actId="167"/>
          <ac:picMkLst>
            <pc:docMk/>
            <pc:sldMk cId="1270960889" sldId="330"/>
            <ac:picMk id="23" creationId="{AC29EC8B-4B6C-37AC-26BE-F397B998CC51}"/>
          </ac:picMkLst>
        </pc:picChg>
        <pc:picChg chg="mod">
          <ac:chgData name="Barenya Das" userId="e35ebc08-92ca-4f5c-ac07-71b9cfc27341" providerId="ADAL" clId="{957D9172-4998-40FF-97CD-C7C1153A75B6}" dt="2026-02-02T10:14:08.478" v="15894" actId="208"/>
          <ac:picMkLst>
            <pc:docMk/>
            <pc:sldMk cId="1270960889" sldId="330"/>
            <ac:picMk id="36" creationId="{2BFFA2F7-CCF8-A752-803A-A8A2A5AAC109}"/>
          </ac:picMkLst>
        </pc:picChg>
        <pc:picChg chg="mod">
          <ac:chgData name="Barenya Das" userId="e35ebc08-92ca-4f5c-ac07-71b9cfc27341" providerId="ADAL" clId="{957D9172-4998-40FF-97CD-C7C1153A75B6}" dt="2026-02-02T10:13:59.762" v="15893" actId="208"/>
          <ac:picMkLst>
            <pc:docMk/>
            <pc:sldMk cId="1270960889" sldId="330"/>
            <ac:picMk id="37" creationId="{EAA3F1EE-D7C5-4F0D-3DA3-ADBA3438557F}"/>
          </ac:picMkLst>
        </pc:picChg>
      </pc:sldChg>
      <pc:sldChg chg="addSp delSp modSp add mod modNotesTx">
        <pc:chgData name="Barenya Das" userId="e35ebc08-92ca-4f5c-ac07-71b9cfc27341" providerId="ADAL" clId="{957D9172-4998-40FF-97CD-C7C1153A75B6}" dt="2026-02-02T10:51:34.299" v="17002" actId="20577"/>
        <pc:sldMkLst>
          <pc:docMk/>
          <pc:sldMk cId="1618962814" sldId="331"/>
        </pc:sldMkLst>
        <pc:spChg chg="add mod">
          <ac:chgData name="Barenya Das" userId="e35ebc08-92ca-4f5c-ac07-71b9cfc27341" providerId="ADAL" clId="{957D9172-4998-40FF-97CD-C7C1153A75B6}" dt="2026-02-02T10:20:08.587" v="15927" actId="1076"/>
          <ac:spMkLst>
            <pc:docMk/>
            <pc:sldMk cId="1618962814" sldId="331"/>
            <ac:spMk id="2" creationId="{3925ABC4-9FB7-D545-952B-E8ADBB7DB86C}"/>
          </ac:spMkLst>
        </pc:spChg>
        <pc:spChg chg="mod">
          <ac:chgData name="Barenya Das" userId="e35ebc08-92ca-4f5c-ac07-71b9cfc27341" providerId="ADAL" clId="{957D9172-4998-40FF-97CD-C7C1153A75B6}" dt="2026-02-02T10:20:44.921" v="15933" actId="1076"/>
          <ac:spMkLst>
            <pc:docMk/>
            <pc:sldMk cId="1618962814" sldId="331"/>
            <ac:spMk id="25" creationId="{2EFC529F-8810-68C8-12F6-F6BE7A3B726D}"/>
          </ac:spMkLst>
        </pc:spChg>
        <pc:spChg chg="add mod">
          <ac:chgData name="Barenya Das" userId="e35ebc08-92ca-4f5c-ac07-71b9cfc27341" providerId="ADAL" clId="{957D9172-4998-40FF-97CD-C7C1153A75B6}" dt="2026-02-02T10:20:08.587" v="15927" actId="1076"/>
          <ac:spMkLst>
            <pc:docMk/>
            <pc:sldMk cId="1618962814" sldId="331"/>
            <ac:spMk id="27" creationId="{FFF51F42-D3B8-1A95-B5D5-2CBB083970CF}"/>
          </ac:spMkLst>
        </pc:spChg>
        <pc:spChg chg="add mod">
          <ac:chgData name="Barenya Das" userId="e35ebc08-92ca-4f5c-ac07-71b9cfc27341" providerId="ADAL" clId="{957D9172-4998-40FF-97CD-C7C1153A75B6}" dt="2026-02-02T10:20:08.587" v="15927" actId="1076"/>
          <ac:spMkLst>
            <pc:docMk/>
            <pc:sldMk cId="1618962814" sldId="331"/>
            <ac:spMk id="28" creationId="{1104BA0A-F587-F0FA-C707-8D2757BB4C58}"/>
          </ac:spMkLst>
        </pc:spChg>
        <pc:spChg chg="add mod">
          <ac:chgData name="Barenya Das" userId="e35ebc08-92ca-4f5c-ac07-71b9cfc27341" providerId="ADAL" clId="{957D9172-4998-40FF-97CD-C7C1153A75B6}" dt="2026-02-02T10:20:08.587" v="15927" actId="1076"/>
          <ac:spMkLst>
            <pc:docMk/>
            <pc:sldMk cId="1618962814" sldId="331"/>
            <ac:spMk id="29" creationId="{FD787A2E-459E-CC9F-4688-FDB52C060551}"/>
          </ac:spMkLst>
        </pc:spChg>
        <pc:spChg chg="mod">
          <ac:chgData name="Barenya Das" userId="e35ebc08-92ca-4f5c-ac07-71b9cfc27341" providerId="ADAL" clId="{957D9172-4998-40FF-97CD-C7C1153A75B6}" dt="2026-02-02T10:17:12.442" v="15905" actId="1076"/>
          <ac:spMkLst>
            <pc:docMk/>
            <pc:sldMk cId="1618962814" sldId="331"/>
            <ac:spMk id="30" creationId="{EF784B9E-322A-089E-09F2-03B5F0C4E002}"/>
          </ac:spMkLst>
        </pc:spChg>
        <pc:spChg chg="add mod">
          <ac:chgData name="Barenya Das" userId="e35ebc08-92ca-4f5c-ac07-71b9cfc27341" providerId="ADAL" clId="{957D9172-4998-40FF-97CD-C7C1153A75B6}" dt="2026-02-02T10:20:08.587" v="15927" actId="1076"/>
          <ac:spMkLst>
            <pc:docMk/>
            <pc:sldMk cId="1618962814" sldId="331"/>
            <ac:spMk id="31" creationId="{60E0820B-D899-AD63-86EA-17AB24A2A9DB}"/>
          </ac:spMkLst>
        </pc:spChg>
        <pc:spChg chg="mod">
          <ac:chgData name="Barenya Das" userId="e35ebc08-92ca-4f5c-ac07-71b9cfc27341" providerId="ADAL" clId="{957D9172-4998-40FF-97CD-C7C1153A75B6}" dt="2026-02-02T10:17:38.018" v="15907" actId="1076"/>
          <ac:spMkLst>
            <pc:docMk/>
            <pc:sldMk cId="1618962814" sldId="331"/>
            <ac:spMk id="33" creationId="{6978DBD3-A82D-19CF-F1A3-EFB6203FD42F}"/>
          </ac:spMkLst>
        </pc:spChg>
        <pc:spChg chg="mod">
          <ac:chgData name="Barenya Das" userId="e35ebc08-92ca-4f5c-ac07-71b9cfc27341" providerId="ADAL" clId="{957D9172-4998-40FF-97CD-C7C1153A75B6}" dt="2026-02-02T10:17:33.635" v="15906" actId="1076"/>
          <ac:spMkLst>
            <pc:docMk/>
            <pc:sldMk cId="1618962814" sldId="331"/>
            <ac:spMk id="34" creationId="{71199581-A33A-18FA-2CE8-5C0FD4C891C7}"/>
          </ac:spMkLst>
        </pc:spChg>
        <pc:spChg chg="mod">
          <ac:chgData name="Barenya Das" userId="e35ebc08-92ca-4f5c-ac07-71b9cfc27341" providerId="ADAL" clId="{957D9172-4998-40FF-97CD-C7C1153A75B6}" dt="2026-02-02T10:17:48.909" v="15908" actId="1076"/>
          <ac:spMkLst>
            <pc:docMk/>
            <pc:sldMk cId="1618962814" sldId="331"/>
            <ac:spMk id="38" creationId="{CB842B34-A6DF-28F3-53AD-1FC4EEE267F5}"/>
          </ac:spMkLst>
        </pc:spChg>
        <pc:spChg chg="mod">
          <ac:chgData name="Barenya Das" userId="e35ebc08-92ca-4f5c-ac07-71b9cfc27341" providerId="ADAL" clId="{957D9172-4998-40FF-97CD-C7C1153A75B6}" dt="2026-02-02T10:22:43.167" v="15952" actId="1076"/>
          <ac:spMkLst>
            <pc:docMk/>
            <pc:sldMk cId="1618962814" sldId="331"/>
            <ac:spMk id="39" creationId="{1D61350F-6DD4-0424-3F01-FD052F6ED99D}"/>
          </ac:spMkLst>
        </pc:spChg>
        <pc:spChg chg="add mod">
          <ac:chgData name="Barenya Das" userId="e35ebc08-92ca-4f5c-ac07-71b9cfc27341" providerId="ADAL" clId="{957D9172-4998-40FF-97CD-C7C1153A75B6}" dt="2026-02-02T10:20:08.587" v="15927" actId="1076"/>
          <ac:spMkLst>
            <pc:docMk/>
            <pc:sldMk cId="1618962814" sldId="331"/>
            <ac:spMk id="41" creationId="{D5D68350-0612-6405-7884-570F35C6057B}"/>
          </ac:spMkLst>
        </pc:spChg>
        <pc:spChg chg="mod">
          <ac:chgData name="Barenya Das" userId="e35ebc08-92ca-4f5c-ac07-71b9cfc27341" providerId="ADAL" clId="{957D9172-4998-40FF-97CD-C7C1153A75B6}" dt="2026-02-02T10:17:55.367" v="15909" actId="1076"/>
          <ac:spMkLst>
            <pc:docMk/>
            <pc:sldMk cId="1618962814" sldId="331"/>
            <ac:spMk id="42" creationId="{7AC98410-9B70-DB89-AB31-556F9C1BB510}"/>
          </ac:spMkLst>
        </pc:spChg>
        <pc:spChg chg="mod">
          <ac:chgData name="Barenya Das" userId="e35ebc08-92ca-4f5c-ac07-71b9cfc27341" providerId="ADAL" clId="{957D9172-4998-40FF-97CD-C7C1153A75B6}" dt="2026-02-02T10:18:03.522" v="15911" actId="1076"/>
          <ac:spMkLst>
            <pc:docMk/>
            <pc:sldMk cId="1618962814" sldId="331"/>
            <ac:spMk id="45" creationId="{D60BF1FE-FA3D-47CD-96F5-51FCF4221D78}"/>
          </ac:spMkLst>
        </pc:spChg>
        <pc:spChg chg="mod">
          <ac:chgData name="Barenya Das" userId="e35ebc08-92ca-4f5c-ac07-71b9cfc27341" providerId="ADAL" clId="{957D9172-4998-40FF-97CD-C7C1153A75B6}" dt="2026-02-02T10:18:49.346" v="15920" actId="1076"/>
          <ac:spMkLst>
            <pc:docMk/>
            <pc:sldMk cId="1618962814" sldId="331"/>
            <ac:spMk id="47" creationId="{C8A3255C-01F3-BE90-D909-058E2312D4D0}"/>
          </ac:spMkLst>
        </pc:spChg>
        <pc:spChg chg="mod">
          <ac:chgData name="Barenya Das" userId="e35ebc08-92ca-4f5c-ac07-71b9cfc27341" providerId="ADAL" clId="{957D9172-4998-40FF-97CD-C7C1153A75B6}" dt="2026-02-02T10:16:27.946" v="15899" actId="20577"/>
          <ac:spMkLst>
            <pc:docMk/>
            <pc:sldMk cId="1618962814" sldId="331"/>
            <ac:spMk id="57" creationId="{CBD40A74-E043-C638-0A61-07B120729E27}"/>
          </ac:spMkLst>
        </pc:spChg>
        <pc:spChg chg="mod">
          <ac:chgData name="Barenya Das" userId="e35ebc08-92ca-4f5c-ac07-71b9cfc27341" providerId="ADAL" clId="{957D9172-4998-40FF-97CD-C7C1153A75B6}" dt="2026-02-02T10:16:36.266" v="15902" actId="20577"/>
          <ac:spMkLst>
            <pc:docMk/>
            <pc:sldMk cId="1618962814" sldId="331"/>
            <ac:spMk id="58" creationId="{0D83B186-9552-7526-58CF-02D8E918350B}"/>
          </ac:spMkLst>
        </pc:spChg>
        <pc:spChg chg="mod">
          <ac:chgData name="Barenya Das" userId="e35ebc08-92ca-4f5c-ac07-71b9cfc27341" providerId="ADAL" clId="{957D9172-4998-40FF-97CD-C7C1153A75B6}" dt="2026-02-02T10:16:39.837" v="15904" actId="20577"/>
          <ac:spMkLst>
            <pc:docMk/>
            <pc:sldMk cId="1618962814" sldId="331"/>
            <ac:spMk id="59" creationId="{F3430FA7-93CF-FD06-931F-AEE24F7A12D2}"/>
          </ac:spMkLst>
        </pc:spChg>
        <pc:spChg chg="mod">
          <ac:chgData name="Barenya Das" userId="e35ebc08-92ca-4f5c-ac07-71b9cfc27341" providerId="ADAL" clId="{957D9172-4998-40FF-97CD-C7C1153A75B6}" dt="2026-02-02T10:21:10.661" v="15937" actId="1076"/>
          <ac:spMkLst>
            <pc:docMk/>
            <pc:sldMk cId="1618962814" sldId="331"/>
            <ac:spMk id="73" creationId="{17C105AE-1167-3AE5-FB4A-FC7F993E092F}"/>
          </ac:spMkLst>
        </pc:spChg>
        <pc:spChg chg="mod">
          <ac:chgData name="Barenya Das" userId="e35ebc08-92ca-4f5c-ac07-71b9cfc27341" providerId="ADAL" clId="{957D9172-4998-40FF-97CD-C7C1153A75B6}" dt="2026-02-02T10:21:15.016" v="15938" actId="1076"/>
          <ac:spMkLst>
            <pc:docMk/>
            <pc:sldMk cId="1618962814" sldId="331"/>
            <ac:spMk id="74" creationId="{F8864254-7CC2-C2B5-D211-BC312C5CD0C7}"/>
          </ac:spMkLst>
        </pc:spChg>
        <pc:spChg chg="mod">
          <ac:chgData name="Barenya Das" userId="e35ebc08-92ca-4f5c-ac07-71b9cfc27341" providerId="ADAL" clId="{957D9172-4998-40FF-97CD-C7C1153A75B6}" dt="2026-02-02T10:20:24.586" v="15929" actId="1076"/>
          <ac:spMkLst>
            <pc:docMk/>
            <pc:sldMk cId="1618962814" sldId="331"/>
            <ac:spMk id="75" creationId="{2DC57747-5478-8F78-0BA4-6601FCBBB2EF}"/>
          </ac:spMkLst>
        </pc:spChg>
        <pc:spChg chg="mod">
          <ac:chgData name="Barenya Das" userId="e35ebc08-92ca-4f5c-ac07-71b9cfc27341" providerId="ADAL" clId="{957D9172-4998-40FF-97CD-C7C1153A75B6}" dt="2026-02-02T10:20:31.082" v="15930" actId="1076"/>
          <ac:spMkLst>
            <pc:docMk/>
            <pc:sldMk cId="1618962814" sldId="331"/>
            <ac:spMk id="76" creationId="{660E2273-566F-4E0E-815E-A3955F229BEE}"/>
          </ac:spMkLst>
        </pc:spChg>
        <pc:spChg chg="mod">
          <ac:chgData name="Barenya Das" userId="e35ebc08-92ca-4f5c-ac07-71b9cfc27341" providerId="ADAL" clId="{957D9172-4998-40FF-97CD-C7C1153A75B6}" dt="2026-02-02T10:20:37.317" v="15931" actId="1076"/>
          <ac:spMkLst>
            <pc:docMk/>
            <pc:sldMk cId="1618962814" sldId="331"/>
            <ac:spMk id="77" creationId="{787475B2-E9DC-8F63-E946-EC2C2A642460}"/>
          </ac:spMkLst>
        </pc:spChg>
        <pc:spChg chg="mod">
          <ac:chgData name="Barenya Das" userId="e35ebc08-92ca-4f5c-ac07-71b9cfc27341" providerId="ADAL" clId="{957D9172-4998-40FF-97CD-C7C1153A75B6}" dt="2026-02-02T10:20:12.311" v="15928" actId="1076"/>
          <ac:spMkLst>
            <pc:docMk/>
            <pc:sldMk cId="1618962814" sldId="331"/>
            <ac:spMk id="78" creationId="{A376D8A7-5B24-DBC8-97A5-92E907B66C83}"/>
          </ac:spMkLst>
        </pc:spChg>
        <pc:spChg chg="mod">
          <ac:chgData name="Barenya Das" userId="e35ebc08-92ca-4f5c-ac07-71b9cfc27341" providerId="ADAL" clId="{957D9172-4998-40FF-97CD-C7C1153A75B6}" dt="2026-02-02T10:18:37.753" v="15916" actId="1076"/>
          <ac:spMkLst>
            <pc:docMk/>
            <pc:sldMk cId="1618962814" sldId="331"/>
            <ac:spMk id="81" creationId="{EF8D82FD-0428-578F-C29B-2528EDFCC137}"/>
          </ac:spMkLst>
        </pc:spChg>
        <pc:spChg chg="mod">
          <ac:chgData name="Barenya Das" userId="e35ebc08-92ca-4f5c-ac07-71b9cfc27341" providerId="ADAL" clId="{957D9172-4998-40FF-97CD-C7C1153A75B6}" dt="2026-02-02T10:18:24.621" v="15913" actId="1076"/>
          <ac:spMkLst>
            <pc:docMk/>
            <pc:sldMk cId="1618962814" sldId="331"/>
            <ac:spMk id="82" creationId="{F6930418-5F97-857A-0EF3-A7E08DB1EA28}"/>
          </ac:spMkLst>
        </pc:spChg>
        <pc:spChg chg="mod">
          <ac:chgData name="Barenya Das" userId="e35ebc08-92ca-4f5c-ac07-71b9cfc27341" providerId="ADAL" clId="{957D9172-4998-40FF-97CD-C7C1153A75B6}" dt="2026-02-02T10:18:40.661" v="15919" actId="1035"/>
          <ac:spMkLst>
            <pc:docMk/>
            <pc:sldMk cId="1618962814" sldId="331"/>
            <ac:spMk id="99" creationId="{76286886-9BD0-60A5-5C79-8215D3059434}"/>
          </ac:spMkLst>
        </pc:spChg>
        <pc:spChg chg="mod">
          <ac:chgData name="Barenya Das" userId="e35ebc08-92ca-4f5c-ac07-71b9cfc27341" providerId="ADAL" clId="{957D9172-4998-40FF-97CD-C7C1153A75B6}" dt="2026-02-02T10:18:17.895" v="15912" actId="1076"/>
          <ac:spMkLst>
            <pc:docMk/>
            <pc:sldMk cId="1618962814" sldId="331"/>
            <ac:spMk id="100" creationId="{76E6F752-7513-31A2-09D5-0CD4F62AC018}"/>
          </ac:spMkLst>
        </pc:spChg>
        <pc:spChg chg="mod">
          <ac:chgData name="Barenya Das" userId="e35ebc08-92ca-4f5c-ac07-71b9cfc27341" providerId="ADAL" clId="{957D9172-4998-40FF-97CD-C7C1153A75B6}" dt="2026-02-02T10:21:59.483" v="15946" actId="1076"/>
          <ac:spMkLst>
            <pc:docMk/>
            <pc:sldMk cId="1618962814" sldId="331"/>
            <ac:spMk id="107" creationId="{AA363F35-6C60-2619-3D15-A83037CC815D}"/>
          </ac:spMkLst>
        </pc:spChg>
        <pc:spChg chg="mod">
          <ac:chgData name="Barenya Das" userId="e35ebc08-92ca-4f5c-ac07-71b9cfc27341" providerId="ADAL" clId="{957D9172-4998-40FF-97CD-C7C1153A75B6}" dt="2026-02-02T10:22:08.412" v="15947" actId="1076"/>
          <ac:spMkLst>
            <pc:docMk/>
            <pc:sldMk cId="1618962814" sldId="331"/>
            <ac:spMk id="108" creationId="{F38805C1-D0B0-9C3F-6AEA-4C0CDE5342C6}"/>
          </ac:spMkLst>
        </pc:spChg>
        <pc:spChg chg="mod">
          <ac:chgData name="Barenya Das" userId="e35ebc08-92ca-4f5c-ac07-71b9cfc27341" providerId="ADAL" clId="{957D9172-4998-40FF-97CD-C7C1153A75B6}" dt="2026-02-02T10:21:40.271" v="15941" actId="1076"/>
          <ac:spMkLst>
            <pc:docMk/>
            <pc:sldMk cId="1618962814" sldId="331"/>
            <ac:spMk id="109" creationId="{C62B7F41-5D29-FF75-622D-29A0B81593CC}"/>
          </ac:spMkLst>
        </pc:spChg>
        <pc:spChg chg="mod">
          <ac:chgData name="Barenya Das" userId="e35ebc08-92ca-4f5c-ac07-71b9cfc27341" providerId="ADAL" clId="{957D9172-4998-40FF-97CD-C7C1153A75B6}" dt="2026-02-02T10:21:36.642" v="15940" actId="1076"/>
          <ac:spMkLst>
            <pc:docMk/>
            <pc:sldMk cId="1618962814" sldId="331"/>
            <ac:spMk id="110" creationId="{9C4FD33F-D3F9-3B7B-246C-3361FA481F67}"/>
          </ac:spMkLst>
        </pc:spChg>
        <pc:spChg chg="mod">
          <ac:chgData name="Barenya Das" userId="e35ebc08-92ca-4f5c-ac07-71b9cfc27341" providerId="ADAL" clId="{957D9172-4998-40FF-97CD-C7C1153A75B6}" dt="2026-02-02T10:23:10.227" v="15956" actId="1035"/>
          <ac:spMkLst>
            <pc:docMk/>
            <pc:sldMk cId="1618962814" sldId="331"/>
            <ac:spMk id="111" creationId="{59268ADD-F103-DC5D-D566-DBFCD526F299}"/>
          </ac:spMkLst>
        </pc:spChg>
        <pc:spChg chg="mod">
          <ac:chgData name="Barenya Das" userId="e35ebc08-92ca-4f5c-ac07-71b9cfc27341" providerId="ADAL" clId="{957D9172-4998-40FF-97CD-C7C1153A75B6}" dt="2026-02-02T10:21:56.307" v="15945" actId="1076"/>
          <ac:spMkLst>
            <pc:docMk/>
            <pc:sldMk cId="1618962814" sldId="331"/>
            <ac:spMk id="112" creationId="{9156A64B-9E9B-D30D-62B6-6CC21E114D81}"/>
          </ac:spMkLst>
        </pc:spChg>
        <pc:picChg chg="mod">
          <ac:chgData name="Barenya Das" userId="e35ebc08-92ca-4f5c-ac07-71b9cfc27341" providerId="ADAL" clId="{957D9172-4998-40FF-97CD-C7C1153A75B6}" dt="2026-02-02T10:21:51.894" v="15944" actId="1076"/>
          <ac:picMkLst>
            <pc:docMk/>
            <pc:sldMk cId="1618962814" sldId="331"/>
            <ac:picMk id="23" creationId="{83027173-E68A-B2F8-5910-9DAD7EFC4132}"/>
          </ac:picMkLst>
        </pc:picChg>
        <pc:picChg chg="mod">
          <ac:chgData name="Barenya Das" userId="e35ebc08-92ca-4f5c-ac07-71b9cfc27341" providerId="ADAL" clId="{957D9172-4998-40FF-97CD-C7C1153A75B6}" dt="2026-02-02T10:22:32.353" v="15950" actId="1582"/>
          <ac:picMkLst>
            <pc:docMk/>
            <pc:sldMk cId="1618962814" sldId="331"/>
            <ac:picMk id="35" creationId="{A0FA6EAF-8506-F9D3-17F4-38000976F60B}"/>
          </ac:picMkLst>
        </pc:picChg>
        <pc:picChg chg="mod">
          <ac:chgData name="Barenya Das" userId="e35ebc08-92ca-4f5c-ac07-71b9cfc27341" providerId="ADAL" clId="{957D9172-4998-40FF-97CD-C7C1153A75B6}" dt="2026-02-02T10:22:37.628" v="15951" actId="208"/>
          <ac:picMkLst>
            <pc:docMk/>
            <pc:sldMk cId="1618962814" sldId="331"/>
            <ac:picMk id="36" creationId="{59D33A85-384A-ED0B-1109-18794449A363}"/>
          </ac:picMkLst>
        </pc:picChg>
      </pc:sldChg>
      <pc:sldChg chg="addSp delSp modSp add mod modNotesTx">
        <pc:chgData name="Barenya Das" userId="e35ebc08-92ca-4f5c-ac07-71b9cfc27341" providerId="ADAL" clId="{957D9172-4998-40FF-97CD-C7C1153A75B6}" dt="2026-02-02T10:51:41.793" v="17021" actId="20577"/>
        <pc:sldMkLst>
          <pc:docMk/>
          <pc:sldMk cId="3789055938" sldId="332"/>
        </pc:sldMkLst>
        <pc:spChg chg="mod">
          <ac:chgData name="Barenya Das" userId="e35ebc08-92ca-4f5c-ac07-71b9cfc27341" providerId="ADAL" clId="{957D9172-4998-40FF-97CD-C7C1153A75B6}" dt="2026-02-02T10:28:52.602" v="15992" actId="1076"/>
          <ac:spMkLst>
            <pc:docMk/>
            <pc:sldMk cId="3789055938" sldId="332"/>
            <ac:spMk id="25" creationId="{FDC26ECB-D29F-FA55-C10A-17FF48E42787}"/>
          </ac:spMkLst>
        </pc:spChg>
        <pc:spChg chg="mod">
          <ac:chgData name="Barenya Das" userId="e35ebc08-92ca-4f5c-ac07-71b9cfc27341" providerId="ADAL" clId="{957D9172-4998-40FF-97CD-C7C1153A75B6}" dt="2026-02-02T10:27:22.164" v="15981" actId="1076"/>
          <ac:spMkLst>
            <pc:docMk/>
            <pc:sldMk cId="3789055938" sldId="332"/>
            <ac:spMk id="27" creationId="{CFE311B9-E7F5-97F2-2596-9000F9CC2BE6}"/>
          </ac:spMkLst>
        </pc:spChg>
        <pc:spChg chg="mod">
          <ac:chgData name="Barenya Das" userId="e35ebc08-92ca-4f5c-ac07-71b9cfc27341" providerId="ADAL" clId="{957D9172-4998-40FF-97CD-C7C1153A75B6}" dt="2026-02-02T10:28:10.294" v="15986" actId="1076"/>
          <ac:spMkLst>
            <pc:docMk/>
            <pc:sldMk cId="3789055938" sldId="332"/>
            <ac:spMk id="29" creationId="{E71358E5-5EE5-4E60-C388-492045EB97BD}"/>
          </ac:spMkLst>
        </pc:spChg>
        <pc:spChg chg="mod">
          <ac:chgData name="Barenya Das" userId="e35ebc08-92ca-4f5c-ac07-71b9cfc27341" providerId="ADAL" clId="{957D9172-4998-40FF-97CD-C7C1153A75B6}" dt="2026-02-02T10:27:46.720" v="15982" actId="1076"/>
          <ac:spMkLst>
            <pc:docMk/>
            <pc:sldMk cId="3789055938" sldId="332"/>
            <ac:spMk id="31" creationId="{FFCD61AA-DFFA-D4D6-59F0-407A9EF53E10}"/>
          </ac:spMkLst>
        </pc:spChg>
        <pc:spChg chg="mod">
          <ac:chgData name="Barenya Das" userId="e35ebc08-92ca-4f5c-ac07-71b9cfc27341" providerId="ADAL" clId="{957D9172-4998-40FF-97CD-C7C1153A75B6}" dt="2026-02-02T10:30:36.761" v="16000" actId="1038"/>
          <ac:spMkLst>
            <pc:docMk/>
            <pc:sldMk cId="3789055938" sldId="332"/>
            <ac:spMk id="33" creationId="{39375BC4-58F8-3004-401F-F8EFB373941F}"/>
          </ac:spMkLst>
        </pc:spChg>
        <pc:spChg chg="mod">
          <ac:chgData name="Barenya Das" userId="e35ebc08-92ca-4f5c-ac07-71b9cfc27341" providerId="ADAL" clId="{957D9172-4998-40FF-97CD-C7C1153A75B6}" dt="2026-02-02T10:25:39.632" v="15970" actId="1076"/>
          <ac:spMkLst>
            <pc:docMk/>
            <pc:sldMk cId="3789055938" sldId="332"/>
            <ac:spMk id="34" creationId="{C89661C3-FAB5-7027-E10D-C4A6CA626E20}"/>
          </ac:spMkLst>
        </pc:spChg>
        <pc:spChg chg="mod">
          <ac:chgData name="Barenya Das" userId="e35ebc08-92ca-4f5c-ac07-71b9cfc27341" providerId="ADAL" clId="{957D9172-4998-40FF-97CD-C7C1153A75B6}" dt="2026-02-02T10:25:47.152" v="15971" actId="1076"/>
          <ac:spMkLst>
            <pc:docMk/>
            <pc:sldMk cId="3789055938" sldId="332"/>
            <ac:spMk id="38" creationId="{60760B44-03EF-A004-B3E3-5C8AF426E752}"/>
          </ac:spMkLst>
        </pc:spChg>
        <pc:spChg chg="mod">
          <ac:chgData name="Barenya Das" userId="e35ebc08-92ca-4f5c-ac07-71b9cfc27341" providerId="ADAL" clId="{957D9172-4998-40FF-97CD-C7C1153A75B6}" dt="2026-02-02T10:29:36.373" v="15996" actId="1076"/>
          <ac:spMkLst>
            <pc:docMk/>
            <pc:sldMk cId="3789055938" sldId="332"/>
            <ac:spMk id="39" creationId="{1AD134CB-035C-1790-C40F-C2B5604F32E0}"/>
          </ac:spMkLst>
        </pc:spChg>
        <pc:spChg chg="mod">
          <ac:chgData name="Barenya Das" userId="e35ebc08-92ca-4f5c-ac07-71b9cfc27341" providerId="ADAL" clId="{957D9172-4998-40FF-97CD-C7C1153A75B6}" dt="2026-02-02T10:25:15.422" v="15967" actId="1076"/>
          <ac:spMkLst>
            <pc:docMk/>
            <pc:sldMk cId="3789055938" sldId="332"/>
            <ac:spMk id="42" creationId="{67FD212E-7B29-0A14-9BFA-91B3B0D9347C}"/>
          </ac:spMkLst>
        </pc:spChg>
        <pc:spChg chg="add mod">
          <ac:chgData name="Barenya Das" userId="e35ebc08-92ca-4f5c-ac07-71b9cfc27341" providerId="ADAL" clId="{957D9172-4998-40FF-97CD-C7C1153A75B6}" dt="2026-02-02T10:26:19.501" v="15974" actId="1076"/>
          <ac:spMkLst>
            <pc:docMk/>
            <pc:sldMk cId="3789055938" sldId="332"/>
            <ac:spMk id="43" creationId="{0B6F1C33-6066-03EA-9CFD-5B858801F987}"/>
          </ac:spMkLst>
        </pc:spChg>
        <pc:spChg chg="add mod">
          <ac:chgData name="Barenya Das" userId="e35ebc08-92ca-4f5c-ac07-71b9cfc27341" providerId="ADAL" clId="{957D9172-4998-40FF-97CD-C7C1153A75B6}" dt="2026-02-02T10:26:19.501" v="15974" actId="1076"/>
          <ac:spMkLst>
            <pc:docMk/>
            <pc:sldMk cId="3789055938" sldId="332"/>
            <ac:spMk id="44" creationId="{4BEC08C1-87B2-DF77-0795-C9111A6AA861}"/>
          </ac:spMkLst>
        </pc:spChg>
        <pc:spChg chg="add mod">
          <ac:chgData name="Barenya Das" userId="e35ebc08-92ca-4f5c-ac07-71b9cfc27341" providerId="ADAL" clId="{957D9172-4998-40FF-97CD-C7C1153A75B6}" dt="2026-02-02T10:26:19.501" v="15974" actId="1076"/>
          <ac:spMkLst>
            <pc:docMk/>
            <pc:sldMk cId="3789055938" sldId="332"/>
            <ac:spMk id="46" creationId="{D228EB7D-B187-8520-F5D9-AD93CB451C0F}"/>
          </ac:spMkLst>
        </pc:spChg>
        <pc:spChg chg="mod">
          <ac:chgData name="Barenya Das" userId="e35ebc08-92ca-4f5c-ac07-71b9cfc27341" providerId="ADAL" clId="{957D9172-4998-40FF-97CD-C7C1153A75B6}" dt="2026-02-02T10:27:52.088" v="15983" actId="1076"/>
          <ac:spMkLst>
            <pc:docMk/>
            <pc:sldMk cId="3789055938" sldId="332"/>
            <ac:spMk id="47" creationId="{E75E7C7E-A763-4B3F-902B-A6FE12E3FE71}"/>
          </ac:spMkLst>
        </pc:spChg>
        <pc:spChg chg="mod">
          <ac:chgData name="Barenya Das" userId="e35ebc08-92ca-4f5c-ac07-71b9cfc27341" providerId="ADAL" clId="{957D9172-4998-40FF-97CD-C7C1153A75B6}" dt="2026-02-02T10:23:56.581" v="15959" actId="20577"/>
          <ac:spMkLst>
            <pc:docMk/>
            <pc:sldMk cId="3789055938" sldId="332"/>
            <ac:spMk id="57" creationId="{5E8A873F-0F7D-3E64-FC69-69F90A723B09}"/>
          </ac:spMkLst>
        </pc:spChg>
        <pc:spChg chg="mod">
          <ac:chgData name="Barenya Das" userId="e35ebc08-92ca-4f5c-ac07-71b9cfc27341" providerId="ADAL" clId="{957D9172-4998-40FF-97CD-C7C1153A75B6}" dt="2026-02-02T10:24:01.684" v="15961" actId="20577"/>
          <ac:spMkLst>
            <pc:docMk/>
            <pc:sldMk cId="3789055938" sldId="332"/>
            <ac:spMk id="58" creationId="{5A0AB7B2-C3FD-EF66-AA51-81AB622C4F8C}"/>
          </ac:spMkLst>
        </pc:spChg>
        <pc:spChg chg="mod">
          <ac:chgData name="Barenya Das" userId="e35ebc08-92ca-4f5c-ac07-71b9cfc27341" providerId="ADAL" clId="{957D9172-4998-40FF-97CD-C7C1153A75B6}" dt="2026-02-02T10:24:05.953" v="15963" actId="20577"/>
          <ac:spMkLst>
            <pc:docMk/>
            <pc:sldMk cId="3789055938" sldId="332"/>
            <ac:spMk id="59" creationId="{2C1FBF5F-846A-4AF9-5A41-F5B1930D41E2}"/>
          </ac:spMkLst>
        </pc:spChg>
        <pc:spChg chg="add mod">
          <ac:chgData name="Barenya Das" userId="e35ebc08-92ca-4f5c-ac07-71b9cfc27341" providerId="ADAL" clId="{957D9172-4998-40FF-97CD-C7C1153A75B6}" dt="2026-02-02T10:26:19.501" v="15974" actId="1076"/>
          <ac:spMkLst>
            <pc:docMk/>
            <pc:sldMk cId="3789055938" sldId="332"/>
            <ac:spMk id="60" creationId="{364D49E9-2F0F-7967-5BFC-53B63391286E}"/>
          </ac:spMkLst>
        </pc:spChg>
        <pc:spChg chg="add mod">
          <ac:chgData name="Barenya Das" userId="e35ebc08-92ca-4f5c-ac07-71b9cfc27341" providerId="ADAL" clId="{957D9172-4998-40FF-97CD-C7C1153A75B6}" dt="2026-02-02T10:26:19.501" v="15974" actId="1076"/>
          <ac:spMkLst>
            <pc:docMk/>
            <pc:sldMk cId="3789055938" sldId="332"/>
            <ac:spMk id="61" creationId="{CAE441EE-4387-CF2A-5047-5CAC393280C9}"/>
          </ac:spMkLst>
        </pc:spChg>
        <pc:spChg chg="add mod">
          <ac:chgData name="Barenya Das" userId="e35ebc08-92ca-4f5c-ac07-71b9cfc27341" providerId="ADAL" clId="{957D9172-4998-40FF-97CD-C7C1153A75B6}" dt="2026-02-02T10:26:19.501" v="15974" actId="1076"/>
          <ac:spMkLst>
            <pc:docMk/>
            <pc:sldMk cId="3789055938" sldId="332"/>
            <ac:spMk id="62" creationId="{AB744451-3354-DBD1-04BA-450C345A9690}"/>
          </ac:spMkLst>
        </pc:spChg>
        <pc:spChg chg="mod">
          <ac:chgData name="Barenya Das" userId="e35ebc08-92ca-4f5c-ac07-71b9cfc27341" providerId="ADAL" clId="{957D9172-4998-40FF-97CD-C7C1153A75B6}" dt="2026-02-02T10:28:27.426" v="15989" actId="1076"/>
          <ac:spMkLst>
            <pc:docMk/>
            <pc:sldMk cId="3789055938" sldId="332"/>
            <ac:spMk id="73" creationId="{F33056B3-2DA1-E78E-00AD-19EC4921F2FA}"/>
          </ac:spMkLst>
        </pc:spChg>
        <pc:spChg chg="mod">
          <ac:chgData name="Barenya Das" userId="e35ebc08-92ca-4f5c-ac07-71b9cfc27341" providerId="ADAL" clId="{957D9172-4998-40FF-97CD-C7C1153A75B6}" dt="2026-02-02T10:28:47.168" v="15991" actId="1076"/>
          <ac:spMkLst>
            <pc:docMk/>
            <pc:sldMk cId="3789055938" sldId="332"/>
            <ac:spMk id="74" creationId="{9852C50F-CE63-8A19-42FE-2BB6C02770CD}"/>
          </ac:spMkLst>
        </pc:spChg>
        <pc:spChg chg="mod">
          <ac:chgData name="Barenya Das" userId="e35ebc08-92ca-4f5c-ac07-71b9cfc27341" providerId="ADAL" clId="{957D9172-4998-40FF-97CD-C7C1153A75B6}" dt="2026-02-02T10:28:07.759" v="15985" actId="1076"/>
          <ac:spMkLst>
            <pc:docMk/>
            <pc:sldMk cId="3789055938" sldId="332"/>
            <ac:spMk id="75" creationId="{EB450BCA-A8B2-5C97-A5F8-AE307D8B8D64}"/>
          </ac:spMkLst>
        </pc:spChg>
        <pc:spChg chg="mod">
          <ac:chgData name="Barenya Das" userId="e35ebc08-92ca-4f5c-ac07-71b9cfc27341" providerId="ADAL" clId="{957D9172-4998-40FF-97CD-C7C1153A75B6}" dt="2026-02-02T10:28:38.310" v="15990" actId="1076"/>
          <ac:spMkLst>
            <pc:docMk/>
            <pc:sldMk cId="3789055938" sldId="332"/>
            <ac:spMk id="77" creationId="{63983EDB-7D99-989B-3DD1-1F15F1A99520}"/>
          </ac:spMkLst>
        </pc:spChg>
        <pc:spChg chg="mod">
          <ac:chgData name="Barenya Das" userId="e35ebc08-92ca-4f5c-ac07-71b9cfc27341" providerId="ADAL" clId="{957D9172-4998-40FF-97CD-C7C1153A75B6}" dt="2026-02-02T10:26:36.588" v="15975" actId="1076"/>
          <ac:spMkLst>
            <pc:docMk/>
            <pc:sldMk cId="3789055938" sldId="332"/>
            <ac:spMk id="81" creationId="{DCE218F4-F7DD-5EAD-3A64-11DDDB64C5E6}"/>
          </ac:spMkLst>
        </pc:spChg>
        <pc:spChg chg="mod">
          <ac:chgData name="Barenya Das" userId="e35ebc08-92ca-4f5c-ac07-71b9cfc27341" providerId="ADAL" clId="{957D9172-4998-40FF-97CD-C7C1153A75B6}" dt="2026-02-02T10:26:44.087" v="15977" actId="1076"/>
          <ac:spMkLst>
            <pc:docMk/>
            <pc:sldMk cId="3789055938" sldId="332"/>
            <ac:spMk id="82" creationId="{B48B1C5A-7B7D-1D4B-E0E6-D8BD1AD4E6AA}"/>
          </ac:spMkLst>
        </pc:spChg>
        <pc:picChg chg="mod">
          <ac:chgData name="Barenya Das" userId="e35ebc08-92ca-4f5c-ac07-71b9cfc27341" providerId="ADAL" clId="{957D9172-4998-40FF-97CD-C7C1153A75B6}" dt="2026-02-02T10:29:28.587" v="15995" actId="1582"/>
          <ac:picMkLst>
            <pc:docMk/>
            <pc:sldMk cId="3789055938" sldId="332"/>
            <ac:picMk id="32" creationId="{67581978-AA8E-D7AF-EDDB-E96BAFBDAC82}"/>
          </ac:picMkLst>
        </pc:picChg>
        <pc:picChg chg="mod">
          <ac:chgData name="Barenya Das" userId="e35ebc08-92ca-4f5c-ac07-71b9cfc27341" providerId="ADAL" clId="{957D9172-4998-40FF-97CD-C7C1153A75B6}" dt="2026-02-02T10:29:20.254" v="15993" actId="208"/>
          <ac:picMkLst>
            <pc:docMk/>
            <pc:sldMk cId="3789055938" sldId="332"/>
            <ac:picMk id="35" creationId="{44424DEC-4CCA-48C1-7039-D63E8E4010A6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08:12.9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32 24575,'2'-1'0,"0"0"0,0 0 0,1 0 0,-1 0 0,0 1 0,0-1 0,0 1 0,1 0 0,-1-1 0,0 1 0,1 0 0,-1 0 0,3 1 0,-1-1 0,15-2 0,32-8 0,-35 6 0,1 1 0,26-2 0,374 4 0,-199 2 0,142 5 0,-347-5 0,1 1 0,0 0 0,16 4 0,19 4 0,93-1 0,-121-10 0,-13 0 0,-1 1 0,1 0 0,0 0 0,-1 1 0,11 2 0,-16-2 0,0-1 0,-1 1 0,1-1 0,-1 1 0,1 0 0,-1-1 0,1 1 0,-1 0 0,0 0 0,0 0 0,1 0 0,-1 1 0,0-1 0,0 0 0,0 0 0,0 1 0,0-1 0,0 0 0,0 1 0,-1-1 0,1 1 0,-1 0 0,1-1 0,-1 1 0,1-1 0,-1 1 0,0 0 0,0-1 0,0 1 0,0 2 0,1 0 0,-1 0 0,0-1 0,0 1 0,-1 0 0,1 0 0,-1 0 0,0-1 0,0 1 0,-2 4 0,2-6 0,0-1 0,0 0 0,0 0 0,0 1 0,0-1 0,-1 0 0,1 0 0,0 0 0,-1 0 0,1-1 0,0 1 0,-1 0 0,1 0 0,-1-1 0,0 1 0,1-1 0,-1 0 0,1 1 0,-1-1 0,0 0 0,1 0 0,-1 0 0,-2 0 0,-18-1 0,1 0 0,0-1 0,0-2 0,0 0 0,0-1 0,-23-9 0,-19-4 0,51 15 0,-1 0 0,0 2 0,0-1 0,0 2 0,0 0 0,-16 2 0,-7-1 0,-514-6 0,240 4 0,158 2 0,147-1 0,1 1 0,-1 0 0,1 0 0,-1 0 0,1 0 0,-1 1 0,1-1 0,0 1 0,-4 3 0,4-3 0,0 0 0,-1 0 0,1 0 0,0 0 0,-1-1 0,1 0 0,-1 0 0,1 0 0,-7 0 0,-8-1-1365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2:39:13.6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 1 24575,'-2'2'0,"0"0"0,0 0 0,0 1 0,0-1 0,0 0 0,1 1 0,-1 0 0,1-1 0,-1 1 0,1 0 0,-2 5 0,3-7 0,0 1 0,0 0 0,0 0 0,0-1 0,0 1 0,0 0 0,0 0 0,1-1 0,-1 1 0,0 0 0,1-1 0,0 1 0,-1 0 0,1-1 0,0 1 0,0-1 0,0 1 0,0-1 0,0 0 0,0 1 0,2 1 0,0 0 0,0 1 0,0 0 0,-1-1 0,1 1 0,-1 0 0,0 1 0,0-1 0,-1 0 0,1 1 0,-1-1 0,0 0 0,0 1 0,0 0 0,-1-1 0,0 1 0,1-1 0,-2 8 0,2 16 0,-1-28 0,0 0 0,0 0 0,0 1 0,0-1 0,0 0 0,-1 1 0,1-1 0,0 0 0,0 0 0,0 1 0,1-1 0,-1 0 0,0 0 0,0 1 0,0-1 0,0 0 0,0 1 0,0-1 0,0 0 0,0 0 0,0 1 0,1-1 0,-1 0 0,0 0 0,0 0 0,0 1 0,0-1 0,1 0 0,-1 0 0,0 0 0,0 0 0,1 1 0,-1-1 0,0 0 0,0 0 0,1 0 0,-1 0 0,0 0 0,0 0 0,1 0 0,8-9 0,6-19 0,6-26 0,-15 37 0,0 1 0,16-31 0,-22 47 0,0 0 0,0 0 0,0 0 0,0 0 0,0 0 0,0 0 0,0 0 0,0 0 0,0-1 0,1 1 0,-1 0 0,0 0 0,0 0 0,0 0 0,0 0 0,0 0 0,0 0 0,0 0 0,0-1 0,0 1 0,0 0 0,0 0 0,0 0 0,0 0 0,0 0 0,1 0 0,-1 0 0,0 0 0,0 0 0,0 0 0,0 0 0,0 0 0,0 0 0,0 0 0,0 0 0,1 0 0,-1 0 0,0 0 0,0 0 0,0 0 0,0 0 0,0 0 0,0 0 0,0 0 0,0 0 0,1 0 0,-1 0 0,0 0 0,0 0 0,0 0 0,0 0 0,0 0 0,0 0 0,0 0 0,0 0 0,0 0 0,1 0 0,-1 0 0,0 0 0,0 1 0,0-1 0,0 0 0,0 0 0,0 0 0,0 0 0,0 0 0,0 0 0,0 0 0,2 13 0,-4 16 0,-2 0 0,0-9 0,1 1 0,1 0 0,1 24 0,1-45 0,0 1 0,0-1 0,0 0 0,0 1 0,0-1 0,0 0 0,0 0 0,0 1 0,0-1 0,0 0 0,0 0 0,0 1 0,0-1 0,0 0 0,0 1 0,1-1 0,-1 0 0,0 0 0,0 0 0,0 1 0,0-1 0,1 0 0,-1 0 0,0 0 0,0 1 0,0-1 0,1 0 0,-1 0 0,0 0 0,0 0 0,1 0 0,-1 1 0,0-1 0,1 0 0,-1 0 0,0 0 0,1 0 0,11-6 0,14-17 0,-23 19 0,0 2 0,-1 0 0,1 0 0,0 0 0,0 0 0,0 0 0,1 0 0,-1 1 0,0-1 0,0 1 0,1 0 0,-1 0 0,1 1 0,4-2 0,5 2 0,0-1 0,18 3 0,22-1 0,-31-4 0,-1-2 0,21-6 0,31-7 0,15-5 0,-164 19 0,-273 4 0,348 0 0,0 0 0,0 0 0,0 0 0,0 0 0,0 0 0,0 0 0,0-1 0,0 1 0,0 0 0,0-1 0,0 1 0,0 0 0,0-1 0,0 1 0,-1-2 0,2 2 0,-1-1 0,1 1 0,0 0 0,-1-1 0,1 1 0,0-1 0,0 1 0,0-1 0,-1 1 0,1-1 0,0 1 0,0 0 0,0-1 0,0 1 0,0-1 0,0 1 0,0-1 0,0 1 0,0-1 0,0 1 0,0-1 0,0 1 0,1-1 0,-1-1 0,1 0 0,0 0 0,0 1 0,0-1 0,0 0 0,0 1 0,0-1 0,1 1 0,-1 0 0,0-1 0,1 1 0,-1 0 0,1 0 0,-1 0 0,3-1 0,2-1 0,1 0 0,0 1 0,-1 0 0,1 0 0,0 1 0,0-1 0,12 1 0,54 2 0,-27 1 0,142-6 0,119 2 0,-306 2 0,-1 0 0,1 0 0,0 0 0,-1 0 0,1 0 0,-1 0 0,1 0 0,0 0 0,-1 1 0,1-1 0,-1 0 0,1 0 0,0 0 0,-1 1 0,1-1 0,-1 0 0,1 1 0,-1-1 0,1 0 0,-1 1 0,1-1 0,-1 1 0,0-1 0,1 0 0,-1 1 0,1 0 0,-1 0 0,0 0 0,0 0 0,0-1 0,0 1 0,0 0 0,-1 0 0,1-1 0,0 1 0,0 0 0,-1-1 0,1 1 0,0 0 0,-1-1 0,1 1 0,-1 0 0,1-1 0,-2 2 0,-1 1 0,0 0 0,0 0 0,-1 0 0,1-1 0,-1 1 0,-5 2 0,-20 5 0,-1-2 0,0-1 0,0-1 0,0-2 0,-1-1 0,-46-1 0,64-5 0,22-3 0,22-3 0,104-8 0,-4 1 0,-102 12 0,0 3 0,53 2 0,-21 1 0,-33-2 0,0 1 0,-1 2 0,38 8 0,-44-8 0,-15-2 0,-1-1 0,0 1 0,0 1 0,0-1 0,10 4 0,-15-5 0,0 0 0,0 0 0,0 0 0,0 0 0,1 0 0,-1 1 0,0-1 0,0 0 0,0 0 0,0 0 0,1 0 0,-1 0 0,0 0 0,0 0 0,0 1 0,0-1 0,0 0 0,0 0 0,1 0 0,-1 0 0,0 0 0,0 1 0,0-1 0,0 0 0,0 0 0,0 0 0,0 0 0,0 1 0,0-1 0,0 0 0,0 0 0,0 0 0,0 1 0,0-1 0,0 0 0,0 0 0,0 0 0,0 0 0,0 1 0,-7 3 0,-13 1 0,-48 2 0,-74-2 0,31-2 0,-64-2 0,268-3 0,0-4 0,-1-4 0,94-22 0,-165 28 0,-14 3 0,0 0 0,-1-1 0,1 0 0,0 0 0,0-1 0,6-3 0,14-5 0,-22 9 0,1 0 0,-1 0 0,0 0 0,1-1 0,5-4 0,-11 7 0,0 0 0,0 0 0,0 0 0,1 0 0,-1 0 0,0 0 0,0 0 0,0-1 0,0 1 0,0 0 0,0 0 0,0 0 0,1 0 0,-1 0 0,0 0 0,0 0 0,0-1 0,0 1 0,0 0 0,0 0 0,0 0 0,0 0 0,0 0 0,0-1 0,0 1 0,0 0 0,0 0 0,0 0 0,0 0 0,0 0 0,0-1 0,0 1 0,0 0 0,0 0 0,0 0 0,0 0 0,0 0 0,0 0 0,0-1 0,0 1 0,0 0 0,0 0 0,-1 0 0,1 0 0,0 0 0,0 0 0,0-1 0,0 1 0,0 0 0,0 0 0,0 0 0,-1 0 0,-10-4 0,-16 2 0,-179 2 0,452 6 0,-212-7 0,-11 0 0,0 1 0,0 1 0,0 1 0,24 5 0,-45-6 0,0 0 0,1 0 0,-1 0 0,-1 0 0,1 0 0,0 0 0,0 0 0,0 1 0,-1-1 0,1 1 0,0-1 0,-1 1 0,0 0 0,1 0 0,-1-1 0,0 1 0,0 0 0,0 0 0,0 0 0,0 0 0,0 1 0,0 3 0,0-3 0,0 1 0,-1-1 0,1 0 0,-1 1 0,0-1 0,0 0 0,0 1 0,-1-1 0,1 0 0,-1 1 0,0-1 0,0 0 0,0 1 0,-3 4 0,3-7 0,0 0 0,1 0 0,-1 0 0,-1 0 0,1 0 0,0-1 0,0 1 0,0 0 0,0-1 0,0 1 0,-1-1 0,1 1 0,0-1 0,0 0 0,-1 0 0,1 1 0,0-1 0,-1 0 0,0 0 0,-32-1 0,22 0 0,-96 0-1365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12:02.1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24557,'33'109'0,"1572"-109"0,-1638-109 0,-1572 109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12:05.6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12:44.8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24557,'33'109'0,"1572"-109"0,-1638-109 0,-1572 109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1:58.23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25 191 24415,'0'8'0,"0"-1"0,0 1 0,0-1 0,-1 1 0,1-1 0,0 0 0,0 0 0,0 1 0,0-1 0,0-1 0,-1 1 0,1 0 0,0-1 0,0 1 0,-1-1 0,1 0 0,0 0 0,-1-1 0,1 1 0,0-1 0,-1 0 0,1 0 0,0-1 0,-1 0 0,1 0 0,-1 0 0,1 0 0,-1-1 0,1 0 0,0 0 0,-1-1 0,1 0 0,-1 0 0,1 0 0,-1-1 0,1 0 0,-1 0 0,1 0 0,-1-1 0,1 0 0,-1-1 0,1 0 0,-1 0 0,1 0 0,-1-1 0,1 0 0,0 0 0,-1 0 0,1-1 0,-1 0 0,1 0 0,-1-1 0,1 0 0,-1 0 0,1 0 0,0 0 0,-1-1 0,1 0 0,0 0 0,-1-1 0,1 1 0,0-1 0,-1 0 0,1 0 0,0-1 0,0 1 0,-1-1 0,1 0 0,0 1 0,0-1 0,0-1 0,-1 1 0,1 0 0,0 0 0,0-1 0,0 1 0,0-1 0,0 1 0,0-1 0,0 1 0,0-1 0,0 1 0,0-1 0,0 1 0,0 0 0,0-1 0,1 1 0,-1 0 0,0 0 0,0 0 0,0 0 0,1 1 0,-1-1 0,0 1 0,0 0 0,1 0 0,-1 0 0,0 0 0,1 1 0,-1 0 0,0 0 0,1 0 0,-1 1 0,0-1 0,1 1 0,-1 0 0,1 1 0,-1 0 0,1 0 0,-1 0 0,1 0 0,-1 1 0,0 0 0,1 1 0,-1-1 0,1 1 0,-1 1 0,1-1 0,-1 1 0,1 0 0,-1 1 0,1-1 0,-1 1 0,1 1 0,-1-1 0,1 1 0,-1 0 0,1 1 0,-1 0 0,0 0 0,1 0 0,-1 0 0,1 1 0,-1 0 0,1 1 0,-1-1 0,0 1 0,1 0 0,-1 0 0,0 0 0,1 1 0,-1 0 0,0 0 0,1 0 0,-1 0 0,0 1 0,0-1 0,1 1 0,-1 0 0,0 0 0,0 0 0,0 0 0,0 1 0,0-1 0,1 0 0,-1 1 0,0-1 0,0 1 0,0-1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12:48.8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24557,'33'109'0,"1572"-109"0,-1638-109 0,-1572 109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21.72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40 410 22857,'-39'-409'0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25.16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24575,'62'9'0,"-61"-9"3,-1 0-1,1 0 0,0 0 1,-1 0-1,1 0 0,0 0 1,-1 1-1,1-1 1,-1 0-1,1 0 0,0 0 1,-1 1-1,1-1 0,-1 0 1,1 1-1,0-1 0,-1 0 1,1 1-1,-1-1 1,0 1-1,1-1 0,-1 1 1,1-1-1,-1 1 0,0-1 1,1 1-1,-1 0 0,0-1 1,1 1-1,-1-1 1,0 1-1,0 0 0,0-1 1,0 1-1,0 0 0,1-1 1,-1 2-1,-7 26-768,5-23 77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28.21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30 25 24575,'-1'15'0,"-1"0"0,0 0 0,-1 0 0,0 0 0,-7 15 0,7-18 0,-3 27 0,7-31 0,4-27 0,-1-1 0,-1 1 0,-1-1 0,-2-38 0,-4 41 0,3 15 0,0 0 0,1 0 0,-1 0 0,0-1 0,1 1 0,-1 0 0,1-1 0,0 1 0,0-1 0,0 1 0,0 0 0,0-1 0,1-2 0,1 7 0,-1 0 0,0 0 0,0 0 0,0 0 0,0 1 0,-1-1 0,1 0 0,0 0 0,-1 4 0,4 30-8,-1 0-1,-4 49 1,0-26-1332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12:56.7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24557,'33'109'0,"1572"-109"0,-1638-109 0,-1572 109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13:05.6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24557,'33'109'0,"1572"-109"0,-1638-109 0,-1572 109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13:12.9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24557,'33'109'0,"1572"-109"0,-1638-109 0,-1572 109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13:17.0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24557,'33'109'0,"1572"-109"0,-1638-109 0,-1572 109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8:34.44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24475,'0'285'0,"43"-285"0,-43-285 0,-43 285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13:19.8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24557,'33'109'0,"1572"-109"0,-1638-109 0,-1572 109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9:59.41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34 332 24575,'2'-36'0,"-1"23"0,0 1 0,-1-1 0,-1 0 0,-3-17 0,-20-29 0,21 47 0,1 0 0,0 0 0,1 0 0,1 0 0,0-1 0,0 1 0,1 0 0,1 0 0,4-18 0,-6 29 0,1 0 0,-1 0 0,1 0 0,-1 0 0,1 0 0,0 0 0,0 0 0,0 1 0,-1-1 0,1 0 0,0 0 0,0 0 0,0 1 0,0-1 0,0 1 0,0-1 0,0 1 0,0-1 0,1 1 0,-1 0 0,0-1 0,0 1 0,0 0 0,0 0 0,1 0 0,-1 0 0,0 0 0,0 0 0,0 0 0,1 0 0,-1 0 0,0 1 0,0-1 0,0 0 0,0 1 0,0-1 0,0 1 0,0-1 0,0 1 0,0 0 0,0-1 0,0 1 0,0 0 0,0 0 0,0 0 0,0 0 0,-1-1 0,1 1 0,0 0 0,-1 0 0,1 0 0,-1 1 0,1-1 0,-1 0 0,1 0 0,-1 0 0,0 0 0,0 0 0,1 1 0,-1-1 0,0 0 0,0 0 0,0 2 0,0 8 0,-1 0 0,1 0 0,-2 0 0,0 1 0,0-1 0,-1-1 0,0 1 0,-8 17 0,11-28 0,0-1 0,0 1 0,0 0 0,0-1 0,0 1 0,0 0 0,-1-1 0,1 1 0,0 0 0,0-1 0,0 1 0,0 0 0,-1-1 0,1 1 0,0 0 0,0 0 0,0-1 0,-1 1 0,1 0 0,0 0 0,-1 0 0,1-1 0,0 1 0,0 0 0,-1 0 0,1 0 0,0 0 0,-1 0 0,1 0 0,0 0 0,-1 0 0,1-1 0,0 1 0,-1 0 0,1 0 0,0 0 0,-1 1 0,1-1 0,0 0 0,-1 0 0,1 0 0,0 0 0,-1 0 0,1 0 0,0 0 0,-1 0 0,1 1 0,0-1 0,0 0 0,-1 0 0,1 0 0,0 1 0,0-1 0,-1 0 0,1 0 0,0 1 0,0-1 0,0 0 0,-1 1 0,1-1 0,0 0 0,0 1 0,0-1 0,0 0 0,0 0 0,0 1 0,0-1 0,0 1 0,-7-26 0,7 14 0,-2 0 0,2 0 0,-1-1 0,2 1 0,-1-1 0,1 1 0,5-19 0,-1 72 0,-5-30 0,0-1 0,1 1 0,0 0 0,1-1 0,5 17 0,-4-17-136,0 0-1,-1 0 1,0 0-1,-1 0 1,0 0-1,-1 0 1,-1 0-1,1 0 0,-4 14 1,2-19-6690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13:22.9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24557,'33'109'0,"1572"-109"0,-1638-109 0,-1572 109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29.7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32.9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13:25.6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24557,'33'109'0,"1572"-109"0,-1638-109 0,-1572 109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29.7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32.9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13:28.7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24557,'33'109'0,"1572"-109"0,-1638-109 0,-1572 109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29.7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32.9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13:29.9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24557,'33'109'0,"1572"-109"0,-1638-109 0,-1572 109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29.7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32.9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13:31.4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24557,'33'109'0,"1572"-109"0,-1638-109 0,-1572 109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29.7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32.9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13:34.6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24557,'33'109'0,"1572"-109"0,-1638-109 0,-1572 109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29.7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32.9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13:34.6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24557,'33'109'0,"1572"-109"0,-1638-109 0,-1572 109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29.7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32.9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13:34.6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24557,'33'109'0,"1572"-109"0,-1638-109 0,-1572 109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29.7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32.9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13:34.6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24557,'33'109'0,"1572"-109"0,-1638-109 0,-1572 109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29.7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32.9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13:34.6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24557,'33'109'0,"1572"-109"0,-1638-109 0,-1572 109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29.7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32.9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13:34.6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24557,'33'109'0,"1572"-109"0,-1638-109 0,-1572 109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24506,'1116'-13'0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0:35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24233,'1152'22'0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03:5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24575,'0'0'-8191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29.7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0:32.9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35.9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1.7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24575,'982'-4'0,"-859"-1"0,-112 5-1365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6:15:48.7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24233,'1146'17'0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13:34.6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24557,'33'109'0,"1572"-109"0,-1638-109 0,-1572 109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9C737F-D935-417F-B57A-7911EEDD1F6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D1367-78D7-4992-93C6-1CC46C643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076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The user can select any of the five tubes in any order. </a:t>
            </a:r>
          </a:p>
          <a:p>
            <a:pPr marL="228600" indent="-228600">
              <a:buAutoNum type="arabicPeriod"/>
            </a:pPr>
            <a:r>
              <a:rPr lang="en-US" dirty="0"/>
              <a:t>The user can press “Insight” button for having an insight about the widget’s topic.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978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06578-8159-3259-9F67-9AD324FF4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D0028-5D2D-7D66-4EEB-7245EA222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47D35C-04FD-C610-67C7-1B3563AF1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If the user presses the “Insights” button, then the given information pops up. </a:t>
            </a:r>
          </a:p>
          <a:p>
            <a:pPr marL="228600" indent="-228600">
              <a:buAutoNum type="arabicPeriod"/>
            </a:pPr>
            <a:r>
              <a:rPr lang="en-US" dirty="0"/>
              <a:t>The user can close it by tapping on the cross button.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ACC4B-4E3E-8DE1-C488-C7491D1E1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077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When the user selects any tube. It gets highlighted.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207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After selecting the tube, automatically a micropipette appears.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349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The mixture is sucked in the micropipette.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978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The micropipette goes to the Lane 1 for “Crime scene sample”. (Note for DNA ladder the animation should always show the micropipette going to the Lane 1).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766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The sample is loaded in the Lane 1 through animation.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162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After the first sample is loaded it is marked with a different </a:t>
            </a:r>
            <a:r>
              <a:rPr lang="en-US" dirty="0" err="1"/>
              <a:t>colour</a:t>
            </a:r>
            <a:r>
              <a:rPr lang="en-US" dirty="0"/>
              <a:t>. </a:t>
            </a:r>
          </a:p>
          <a:p>
            <a:pPr marL="228600" indent="-228600">
              <a:buAutoNum type="arabicPeriod"/>
            </a:pPr>
            <a:r>
              <a:rPr lang="en-US" dirty="0"/>
              <a:t>The user can then select the second sample.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303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Repeat the animation of slide 6.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9746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 Repeat the animation of slide 7. 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8853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For samples other than the “Crime scene sample”, the animation should show that the micropipette going to the next lane of “Crime scene sample”. </a:t>
            </a:r>
          </a:p>
          <a:p>
            <a:pPr marL="228600" indent="-228600">
              <a:buAutoNum type="arabicPeriod"/>
            </a:pPr>
            <a:r>
              <a:rPr lang="en-US" b="1" dirty="0"/>
              <a:t>NOTE: </a:t>
            </a:r>
            <a:r>
              <a:rPr lang="en-US" b="0" dirty="0"/>
              <a:t>Although the samples (1 to 4) can be selected in any order, they should be loaded in the order from Lane 2 to Lane 5. </a:t>
            </a:r>
            <a:endParaRPr lang="en-IN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5195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 The sample is loaded in the Lane 2 through animation. 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9637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 After the second sample is loaded it is marked with a different </a:t>
            </a:r>
            <a:r>
              <a:rPr lang="en-US" dirty="0" err="1"/>
              <a:t>colour</a:t>
            </a:r>
            <a:r>
              <a:rPr lang="en-US" dirty="0"/>
              <a:t>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5721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This way all the lanes are loaded with the sample.</a:t>
            </a:r>
          </a:p>
          <a:p>
            <a:pPr marL="228600" indent="-228600">
              <a:buAutoNum type="arabicPeriod"/>
            </a:pPr>
            <a:r>
              <a:rPr lang="en-US" dirty="0"/>
              <a:t>All the sample tubes are marked with a different color.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2686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After all the lanes are loaded, the Start and Reset button appear. </a:t>
            </a:r>
          </a:p>
          <a:p>
            <a:pPr marL="228600" indent="-228600">
              <a:buAutoNum type="arabicPeriod"/>
            </a:pPr>
            <a:r>
              <a:rPr lang="en-US" dirty="0"/>
              <a:t>If the user presses “Reset” button the user can again reload all the samples from slide 5 to slide 16.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2042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If the user presses “Start” button, the DNA samples start running and bands form. </a:t>
            </a:r>
          </a:p>
          <a:p>
            <a:pPr marL="228600" indent="-228600">
              <a:buAutoNum type="arabicPeriod"/>
            </a:pPr>
            <a:r>
              <a:rPr lang="en-US" dirty="0"/>
              <a:t>Then the bands form.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8006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22B8B-CE70-593F-562F-F61C6998F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A5A3D4-384D-F87F-3C74-A79EDE807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6A82A3-1898-6BD9-EB13-938119862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The silhouette image of four suspects appear on the screen. </a:t>
            </a:r>
          </a:p>
          <a:p>
            <a:pPr marL="228600" indent="-228600">
              <a:buAutoNum type="arabicPeriod"/>
            </a:pPr>
            <a:r>
              <a:rPr lang="en-US" dirty="0"/>
              <a:t>The user can select any one image at a time.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31AD0-10A0-3B85-636D-F75CA779EB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5723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07D4C-6000-629E-D1AD-78A3B7852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73CA2-D001-7549-FD9B-A6C552E4EB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9569E5-DDCA-057A-CAE8-86719129C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The band pattern (the </a:t>
            </a:r>
            <a:r>
              <a:rPr lang="en-US" dirty="0" err="1"/>
              <a:t>colour</a:t>
            </a:r>
            <a:r>
              <a:rPr lang="en-US" dirty="0"/>
              <a:t> pattern of the bands) of the Crime scene sample and the criminal should match 100%. Here Suspect 4’s band patterns are similar to the crime scene sample in the electrophoresis gel. </a:t>
            </a:r>
          </a:p>
          <a:p>
            <a:pPr marL="228600" indent="-228600">
              <a:buAutoNum type="arabicPeriod"/>
            </a:pPr>
            <a:r>
              <a:rPr lang="en-US" dirty="0"/>
              <a:t>If the user selects the wrong suspect, it gets a red mark around it with a wrong feedback.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164CB-1CD8-C087-FBD5-FF7F0F92AE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1355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538EF-1448-B738-DB6E-25E382778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229CF-83D3-300D-F2D3-0308A2084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C0EB63-F5C5-650F-1842-7EB9265E0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If the user selects the correct suspect, it gets a green mark around it with a correct feedback.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Slide 22-24 contain </a:t>
            </a:r>
            <a:r>
              <a:rPr lang="en-US" b="1" dirty="0"/>
              <a:t>3 more sets </a:t>
            </a:r>
            <a:r>
              <a:rPr lang="en-US" dirty="0"/>
              <a:t>of DNA band patterns with 3 different correct suspects (criminals.)</a:t>
            </a:r>
            <a:endParaRPr lang="en-IN" dirty="0"/>
          </a:p>
          <a:p>
            <a:pPr marL="228600" indent="-228600">
              <a:buAutoNum type="arabicPeriod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ADB4-E254-537E-A95C-76AF502F2B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336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D2C54-1D2C-A3AE-145D-2159B0FEE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79D56-C71E-DFE2-80B9-F481231C0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4BCDEC-833D-856F-D47A-D4DBBBC80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Set 2 of suspects.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58D00-BA43-069F-5802-5770A21B90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0791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F9534-0242-5888-261C-FE86E015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39E85C-97D7-F8C8-2AF6-A5C7F0116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1E48F6-9865-2E1A-59A7-832576F2A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Set 3 of suspects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7C081-2F9D-FBA7-4E1F-8D9D6EEAB4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0028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D9EC5-E42A-1AF3-F980-184801039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9F503A-01BD-97DB-1839-2C91168E2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E4A2F6-78CF-1DF1-4580-40E0D19F8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Set 4 of suspects.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5BC9A-7305-7835-F02C-EBC289073F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1367-78D7-4992-93C6-1CC46C643736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403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7AD7A-2F98-E7C6-2F3F-218A7C412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EEA846-5B9D-8769-0596-A6EFDA1075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C26A2-8FA7-0843-6A98-68DE0A231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2569-F4F6-4DF3-BB23-2A4A1BC8D3A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6B7A3-02F4-84FC-3863-5BB830642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917D9-97C7-9E90-A1D6-1DCBADABE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EEF5-7EAE-4CA9-AEAD-5E17AFFD7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753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1009B-6560-CC1C-14FA-A26517F93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C3BEC-85AE-3AF7-3A8E-C10A0B0A6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C1B70-3091-EBAE-3F1C-99EF7D3D2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2569-F4F6-4DF3-BB23-2A4A1BC8D3A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4B21C-868E-E494-15A1-C80EB27AD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9F555-C17E-2D23-E69B-09E4963A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EEF5-7EAE-4CA9-AEAD-5E17AFFD7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848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9211-B576-E72F-D07D-2CE3719B5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054C3-06F7-77CD-B6FB-6D2FCFBC0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5B86F-BFB9-4C60-C9DF-78E3DF4F4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2569-F4F6-4DF3-BB23-2A4A1BC8D3A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A4075-E9F7-83F8-45B0-82ACC8BB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1EBDE-0FDC-618C-FCD3-1A6ECC924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EEF5-7EAE-4CA9-AEAD-5E17AFFD7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548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AF2C5-32B9-D8A5-4AC0-18A7245C0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B8C67-90D7-F330-38F5-8BB20B19CF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A483C-671B-D14F-A27E-35BD7E099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55CB2C-B486-4DD1-12A8-3C0C488CF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2569-F4F6-4DF3-BB23-2A4A1BC8D3A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7CB28-4462-D15D-EF25-989362BCC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5B32E-3793-E94A-8F78-EBC0675D6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EEF5-7EAE-4CA9-AEAD-5E17AFFD7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748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4DBB5-B4B4-428E-8CF0-8413585C3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12915-B8A8-6E13-F4FD-4B6D7395C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4822F-EF08-9A2C-E7B9-E025CD50F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E30627-39C5-0895-7503-8CF5E4991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7E3F-FD58-8759-112F-4292BF9415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BD4B2C-9CA2-1B6D-75B6-C33852F26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2569-F4F6-4DF3-BB23-2A4A1BC8D3A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5FA182-36EC-0CBF-1ECE-9E1B59BB8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524919-613B-F8DC-0C43-58045050B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EEF5-7EAE-4CA9-AEAD-5E17AFFD7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29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9ECD5-95B0-1C94-6569-D87A6A4A2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F8DCF-5272-BE80-95A2-6CA9D87A3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2569-F4F6-4DF3-BB23-2A4A1BC8D3A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372CBB-E53C-D7A4-3ACB-235930AFF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ABF970-9093-7214-A70F-A7F0041C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EEF5-7EAE-4CA9-AEAD-5E17AFFD7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170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A65A5A-9793-4B30-B9C1-19E09BFB9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2569-F4F6-4DF3-BB23-2A4A1BC8D3A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FE42CF-9C11-9181-15FF-6A20B4FF4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4AE7B-D017-D3DD-6BF5-18DF5D18A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EEF5-7EAE-4CA9-AEAD-5E17AFFD7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015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081BA-7B07-1219-153E-34F0F0B09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39191-F1A6-F8AF-FF14-5188B6C0C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0CEBD9-BE24-1382-9070-C5446A665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DB006-AEA9-ACC6-8D7C-EF23A6BFF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2569-F4F6-4DF3-BB23-2A4A1BC8D3A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313518-BEB6-5401-1CEF-2AA14ED77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AC5E2-6442-9073-9282-F303E6990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EEF5-7EAE-4CA9-AEAD-5E17AFFD7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923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9E5FC-FBD0-D7DB-6692-4FB078890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4BEDF4-F0B7-4EC2-263D-EF5A398094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BE708-D3B7-5057-B311-DFB5255FB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9B893-8134-C180-FC05-7D6282CC7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2569-F4F6-4DF3-BB23-2A4A1BC8D3A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5D824-65B3-E771-1432-058B6DB8F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DBF18-68A7-F484-918A-EF5BDE600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EEF5-7EAE-4CA9-AEAD-5E17AFFD7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609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918D8-1808-F1C3-49B4-399621662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8A80F-452C-A971-5315-1D0C4C082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72E8E-F558-BB56-5AC7-BF2934FC4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2569-F4F6-4DF3-BB23-2A4A1BC8D3A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2FBB5-CA37-6AAB-2E02-ED3214A50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7DAF2-4019-FD22-E220-157E4DB0B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EEF5-7EAE-4CA9-AEAD-5E17AFFD7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899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EBB33C-CECD-CFD4-FB85-8D7FA95864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A87B52-1CDC-8F61-086F-135293F82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D8A88-86A3-49F6-D431-EA5F886CA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2569-F4F6-4DF3-BB23-2A4A1BC8D3A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A4DB1-CDEB-CE9E-E7E1-E57F2FF5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11491-FD25-5D14-27B5-4EC19079E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8EEF5-7EAE-4CA9-AEAD-5E17AFFD7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551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E08662-F62E-B5EB-6730-B981FE113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F494B-036F-8FF6-6C00-ED3D55B3A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1F7FA-6EDF-7FE2-C239-9E5C860A70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802569-F4F6-4DF3-BB23-2A4A1BC8D3A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DF9F0-85D5-2FBD-02E9-A2DA4F04A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8FBE7-F216-AA8F-EE8B-AB2B96BAEB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8EEF5-7EAE-4CA9-AEAD-5E17AFFD75A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C7036B-6EDF-A5BD-9DF7-DA8DB788AF3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2275" y="6642100"/>
            <a:ext cx="71278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Unrestricted</a:t>
            </a:r>
          </a:p>
        </p:txBody>
      </p:sp>
    </p:spTree>
    <p:extLst>
      <p:ext uri="{BB962C8B-B14F-4D97-AF65-F5344CB8AC3E}">
        <p14:creationId xmlns:p14="http://schemas.microsoft.com/office/powerpoint/2010/main" val="1836541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8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customXml" Target="../ink/ink9.xml"/><Relationship Id="rId12" Type="http://schemas.openxmlformats.org/officeDocument/2006/relationships/customXml" Target="../ink/ink1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10" Type="http://schemas.openxmlformats.org/officeDocument/2006/relationships/image" Target="../media/image13.png"/><Relationship Id="rId4" Type="http://schemas.openxmlformats.org/officeDocument/2006/relationships/customXml" Target="../ink/ink8.xml"/><Relationship Id="rId9" Type="http://schemas.openxmlformats.org/officeDocument/2006/relationships/customXml" Target="../ink/ink10.xml"/><Relationship Id="rId1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customXml" Target="../ink/ink1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11" Type="http://schemas.openxmlformats.org/officeDocument/2006/relationships/image" Target="../media/image2.png"/><Relationship Id="rId5" Type="http://schemas.openxmlformats.org/officeDocument/2006/relationships/image" Target="../media/image14.png"/><Relationship Id="rId10" Type="http://schemas.openxmlformats.org/officeDocument/2006/relationships/image" Target="../media/image16.png"/><Relationship Id="rId4" Type="http://schemas.openxmlformats.org/officeDocument/2006/relationships/customXml" Target="../ink/ink12.xml"/><Relationship Id="rId1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11" Type="http://schemas.openxmlformats.org/officeDocument/2006/relationships/customXml" Target="../ink/ink19.xml"/><Relationship Id="rId5" Type="http://schemas.openxmlformats.org/officeDocument/2006/relationships/image" Target="../media/image14.png"/><Relationship Id="rId10" Type="http://schemas.openxmlformats.org/officeDocument/2006/relationships/image" Target="../media/image2.png"/><Relationship Id="rId4" Type="http://schemas.openxmlformats.org/officeDocument/2006/relationships/customXml" Target="../ink/ink16.xml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.xml"/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customXml" Target="../ink/ink2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.xml"/><Relationship Id="rId11" Type="http://schemas.openxmlformats.org/officeDocument/2006/relationships/image" Target="../media/image8.png"/><Relationship Id="rId5" Type="http://schemas.openxmlformats.org/officeDocument/2006/relationships/image" Target="../media/image14.png"/><Relationship Id="rId10" Type="http://schemas.openxmlformats.org/officeDocument/2006/relationships/image" Target="../media/image2.png"/><Relationship Id="rId4" Type="http://schemas.openxmlformats.org/officeDocument/2006/relationships/customXml" Target="../ink/ink20.xml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13" Type="http://schemas.openxmlformats.org/officeDocument/2006/relationships/image" Target="../media/image50.png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12" Type="http://schemas.openxmlformats.org/officeDocument/2006/relationships/customXml" Target="../ink/ink2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.xml"/><Relationship Id="rId11" Type="http://schemas.openxmlformats.org/officeDocument/2006/relationships/image" Target="../media/image16.png"/><Relationship Id="rId5" Type="http://schemas.openxmlformats.org/officeDocument/2006/relationships/image" Target="../media/image1.png"/><Relationship Id="rId15" Type="http://schemas.openxmlformats.org/officeDocument/2006/relationships/image" Target="../media/image6.png"/><Relationship Id="rId10" Type="http://schemas.openxmlformats.org/officeDocument/2006/relationships/customXml" Target="../ink/ink26.xml"/><Relationship Id="rId4" Type="http://schemas.openxmlformats.org/officeDocument/2006/relationships/image" Target="../media/image2.png"/><Relationship Id="rId9" Type="http://schemas.openxmlformats.org/officeDocument/2006/relationships/image" Target="../media/image15.png"/><Relationship Id="rId14" Type="http://schemas.openxmlformats.org/officeDocument/2006/relationships/customXml" Target="../ink/ink2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1.xml"/><Relationship Id="rId13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.xml"/><Relationship Id="rId11" Type="http://schemas.openxmlformats.org/officeDocument/2006/relationships/customXml" Target="../ink/ink32.xml"/><Relationship Id="rId5" Type="http://schemas.openxmlformats.org/officeDocument/2006/relationships/image" Target="../media/image14.png"/><Relationship Id="rId15" Type="http://schemas.openxmlformats.org/officeDocument/2006/relationships/image" Target="../media/image6.png"/><Relationship Id="rId10" Type="http://schemas.openxmlformats.org/officeDocument/2006/relationships/image" Target="../media/image8.png"/><Relationship Id="rId4" Type="http://schemas.openxmlformats.org/officeDocument/2006/relationships/customXml" Target="../ink/ink29.xml"/><Relationship Id="rId9" Type="http://schemas.openxmlformats.org/officeDocument/2006/relationships/image" Target="../media/image16.png"/><Relationship Id="rId14" Type="http://schemas.openxmlformats.org/officeDocument/2006/relationships/customXml" Target="../ink/ink3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13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customXml" Target="../ink/ink38.xml"/><Relationship Id="rId1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6" Type="http://schemas.openxmlformats.org/officeDocument/2006/relationships/customXml" Target="../ink/ink3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5.xml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image" Target="../media/image2.png"/><Relationship Id="rId10" Type="http://schemas.openxmlformats.org/officeDocument/2006/relationships/customXml" Target="../ink/ink37.xml"/><Relationship Id="rId4" Type="http://schemas.openxmlformats.org/officeDocument/2006/relationships/customXml" Target="../ink/ink34.xml"/><Relationship Id="rId9" Type="http://schemas.openxmlformats.org/officeDocument/2006/relationships/image" Target="../media/image16.png"/><Relationship Id="rId1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2.xml"/><Relationship Id="rId13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customXml" Target="../ink/ink44.xml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1.xml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customXml" Target="../ink/ink45.xml"/><Relationship Id="rId10" Type="http://schemas.openxmlformats.org/officeDocument/2006/relationships/customXml" Target="../ink/ink43.xml"/><Relationship Id="rId4" Type="http://schemas.openxmlformats.org/officeDocument/2006/relationships/customXml" Target="../ink/ink40.xml"/><Relationship Id="rId9" Type="http://schemas.openxmlformats.org/officeDocument/2006/relationships/image" Target="../media/image16.png"/><Relationship Id="rId1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8.xml"/><Relationship Id="rId13" Type="http://schemas.openxmlformats.org/officeDocument/2006/relationships/image" Target="../media/image20.png"/><Relationship Id="rId18" Type="http://schemas.openxmlformats.org/officeDocument/2006/relationships/customXml" Target="../ink/ink55.xml"/><Relationship Id="rId3" Type="http://schemas.openxmlformats.org/officeDocument/2006/relationships/image" Target="../media/image1.png"/><Relationship Id="rId21" Type="http://schemas.openxmlformats.org/officeDocument/2006/relationships/customXml" Target="../ink/ink57.xml"/><Relationship Id="rId7" Type="http://schemas.openxmlformats.org/officeDocument/2006/relationships/image" Target="../media/image15.png"/><Relationship Id="rId12" Type="http://schemas.openxmlformats.org/officeDocument/2006/relationships/customXml" Target="../ink/ink50.xml"/><Relationship Id="rId17" Type="http://schemas.openxmlformats.org/officeDocument/2006/relationships/customXml" Target="../ink/ink54.xml"/><Relationship Id="rId2" Type="http://schemas.openxmlformats.org/officeDocument/2006/relationships/notesSlide" Target="../notesSlides/notesSlide14.xml"/><Relationship Id="rId16" Type="http://schemas.openxmlformats.org/officeDocument/2006/relationships/customXml" Target="../ink/ink53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7.xml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customXml" Target="../ink/ink52.xml"/><Relationship Id="rId10" Type="http://schemas.openxmlformats.org/officeDocument/2006/relationships/customXml" Target="../ink/ink49.xml"/><Relationship Id="rId19" Type="http://schemas.openxmlformats.org/officeDocument/2006/relationships/customXml" Target="../ink/ink56.xml"/><Relationship Id="rId4" Type="http://schemas.openxmlformats.org/officeDocument/2006/relationships/customXml" Target="../ink/ink46.xml"/><Relationship Id="rId9" Type="http://schemas.openxmlformats.org/officeDocument/2006/relationships/image" Target="../media/image16.png"/><Relationship Id="rId14" Type="http://schemas.openxmlformats.org/officeDocument/2006/relationships/customXml" Target="../ink/ink51.xml"/><Relationship Id="rId22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60.xml"/><Relationship Id="rId13" Type="http://schemas.openxmlformats.org/officeDocument/2006/relationships/image" Target="../media/image20.png"/><Relationship Id="rId18" Type="http://schemas.openxmlformats.org/officeDocument/2006/relationships/customXml" Target="../ink/ink67.xml"/><Relationship Id="rId3" Type="http://schemas.openxmlformats.org/officeDocument/2006/relationships/image" Target="../media/image1.png"/><Relationship Id="rId21" Type="http://schemas.openxmlformats.org/officeDocument/2006/relationships/customXml" Target="../ink/ink69.xml"/><Relationship Id="rId7" Type="http://schemas.openxmlformats.org/officeDocument/2006/relationships/image" Target="../media/image15.png"/><Relationship Id="rId12" Type="http://schemas.openxmlformats.org/officeDocument/2006/relationships/customXml" Target="../ink/ink62.xml"/><Relationship Id="rId17" Type="http://schemas.openxmlformats.org/officeDocument/2006/relationships/customXml" Target="../ink/ink66.xml"/><Relationship Id="rId2" Type="http://schemas.openxmlformats.org/officeDocument/2006/relationships/notesSlide" Target="../notesSlides/notesSlide15.xml"/><Relationship Id="rId16" Type="http://schemas.openxmlformats.org/officeDocument/2006/relationships/customXml" Target="../ink/ink65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9.xml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customXml" Target="../ink/ink64.xml"/><Relationship Id="rId10" Type="http://schemas.openxmlformats.org/officeDocument/2006/relationships/customXml" Target="../ink/ink61.xml"/><Relationship Id="rId19" Type="http://schemas.openxmlformats.org/officeDocument/2006/relationships/customXml" Target="../ink/ink68.xml"/><Relationship Id="rId4" Type="http://schemas.openxmlformats.org/officeDocument/2006/relationships/customXml" Target="../ink/ink58.xml"/><Relationship Id="rId9" Type="http://schemas.openxmlformats.org/officeDocument/2006/relationships/image" Target="../media/image16.png"/><Relationship Id="rId14" Type="http://schemas.openxmlformats.org/officeDocument/2006/relationships/customXml" Target="../ink/ink63.xml"/><Relationship Id="rId22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customXml" Target="../ink/ink75.xml"/><Relationship Id="rId3" Type="http://schemas.openxmlformats.org/officeDocument/2006/relationships/image" Target="../media/image1.png"/><Relationship Id="rId21" Type="http://schemas.openxmlformats.org/officeDocument/2006/relationships/customXml" Target="../ink/ink78.xml"/><Relationship Id="rId12" Type="http://schemas.openxmlformats.org/officeDocument/2006/relationships/customXml" Target="../ink/ink72.xml"/><Relationship Id="rId17" Type="http://schemas.openxmlformats.org/officeDocument/2006/relationships/image" Target="../media/image20.png"/><Relationship Id="rId25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6" Type="http://schemas.openxmlformats.org/officeDocument/2006/relationships/customXml" Target="../ink/ink74.xml"/><Relationship Id="rId20" Type="http://schemas.openxmlformats.org/officeDocument/2006/relationships/customXml" Target="../ink/ink77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5.png"/><Relationship Id="rId24" Type="http://schemas.openxmlformats.org/officeDocument/2006/relationships/customXml" Target="../ink/ink81.xml"/><Relationship Id="rId15" Type="http://schemas.openxmlformats.org/officeDocument/2006/relationships/image" Target="../media/image19.png"/><Relationship Id="rId23" Type="http://schemas.openxmlformats.org/officeDocument/2006/relationships/customXml" Target="../ink/ink80.xml"/><Relationship Id="rId10" Type="http://schemas.openxmlformats.org/officeDocument/2006/relationships/customXml" Target="../ink/ink71.xml"/><Relationship Id="rId19" Type="http://schemas.openxmlformats.org/officeDocument/2006/relationships/customXml" Target="../ink/ink76.xml"/><Relationship Id="rId4" Type="http://schemas.openxmlformats.org/officeDocument/2006/relationships/customXml" Target="../ink/ink70.xml"/><Relationship Id="rId9" Type="http://schemas.openxmlformats.org/officeDocument/2006/relationships/image" Target="../media/image14.png"/><Relationship Id="rId14" Type="http://schemas.openxmlformats.org/officeDocument/2006/relationships/customXml" Target="../ink/ink73.xml"/><Relationship Id="rId22" Type="http://schemas.openxmlformats.org/officeDocument/2006/relationships/customXml" Target="../ink/ink79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customXml" Target="../ink/ink87.xml"/><Relationship Id="rId26" Type="http://schemas.openxmlformats.org/officeDocument/2006/relationships/image" Target="../media/image9.jpeg"/><Relationship Id="rId3" Type="http://schemas.openxmlformats.org/officeDocument/2006/relationships/image" Target="../media/image1.png"/><Relationship Id="rId21" Type="http://schemas.openxmlformats.org/officeDocument/2006/relationships/customXml" Target="../ink/ink90.xml"/><Relationship Id="rId12" Type="http://schemas.openxmlformats.org/officeDocument/2006/relationships/customXml" Target="../ink/ink84.xml"/><Relationship Id="rId17" Type="http://schemas.openxmlformats.org/officeDocument/2006/relationships/image" Target="../media/image20.png"/><Relationship Id="rId25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6" Type="http://schemas.openxmlformats.org/officeDocument/2006/relationships/customXml" Target="../ink/ink86.xml"/><Relationship Id="rId20" Type="http://schemas.openxmlformats.org/officeDocument/2006/relationships/customXml" Target="../ink/ink89.xml"/><Relationship Id="rId29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5.png"/><Relationship Id="rId24" Type="http://schemas.openxmlformats.org/officeDocument/2006/relationships/customXml" Target="../ink/ink93.xml"/><Relationship Id="rId15" Type="http://schemas.openxmlformats.org/officeDocument/2006/relationships/image" Target="../media/image19.png"/><Relationship Id="rId23" Type="http://schemas.openxmlformats.org/officeDocument/2006/relationships/customXml" Target="../ink/ink92.xml"/><Relationship Id="rId28" Type="http://schemas.openxmlformats.org/officeDocument/2006/relationships/image" Target="../media/image17.png"/><Relationship Id="rId10" Type="http://schemas.openxmlformats.org/officeDocument/2006/relationships/customXml" Target="../ink/ink83.xml"/><Relationship Id="rId19" Type="http://schemas.openxmlformats.org/officeDocument/2006/relationships/customXml" Target="../ink/ink88.xml"/><Relationship Id="rId4" Type="http://schemas.openxmlformats.org/officeDocument/2006/relationships/customXml" Target="../ink/ink82.xml"/><Relationship Id="rId9" Type="http://schemas.openxmlformats.org/officeDocument/2006/relationships/image" Target="../media/image14.png"/><Relationship Id="rId14" Type="http://schemas.openxmlformats.org/officeDocument/2006/relationships/customXml" Target="../ink/ink85.xml"/><Relationship Id="rId22" Type="http://schemas.openxmlformats.org/officeDocument/2006/relationships/customXml" Target="../ink/ink91.xml"/><Relationship Id="rId27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customXml" Target="../ink/ink99.xml"/><Relationship Id="rId26" Type="http://schemas.openxmlformats.org/officeDocument/2006/relationships/image" Target="../media/image9.jpeg"/><Relationship Id="rId3" Type="http://schemas.openxmlformats.org/officeDocument/2006/relationships/image" Target="../media/image1.png"/><Relationship Id="rId21" Type="http://schemas.openxmlformats.org/officeDocument/2006/relationships/customXml" Target="../ink/ink102.xml"/><Relationship Id="rId12" Type="http://schemas.openxmlformats.org/officeDocument/2006/relationships/customXml" Target="../ink/ink96.xml"/><Relationship Id="rId17" Type="http://schemas.openxmlformats.org/officeDocument/2006/relationships/image" Target="../media/image20.png"/><Relationship Id="rId25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6" Type="http://schemas.openxmlformats.org/officeDocument/2006/relationships/customXml" Target="../ink/ink98.xml"/><Relationship Id="rId20" Type="http://schemas.openxmlformats.org/officeDocument/2006/relationships/customXml" Target="../ink/ink101.xml"/><Relationship Id="rId29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5.png"/><Relationship Id="rId24" Type="http://schemas.openxmlformats.org/officeDocument/2006/relationships/customXml" Target="../ink/ink105.xml"/><Relationship Id="rId15" Type="http://schemas.openxmlformats.org/officeDocument/2006/relationships/image" Target="../media/image19.png"/><Relationship Id="rId23" Type="http://schemas.openxmlformats.org/officeDocument/2006/relationships/customXml" Target="../ink/ink104.xml"/><Relationship Id="rId28" Type="http://schemas.openxmlformats.org/officeDocument/2006/relationships/image" Target="../media/image17.png"/><Relationship Id="rId10" Type="http://schemas.openxmlformats.org/officeDocument/2006/relationships/customXml" Target="../ink/ink95.xml"/><Relationship Id="rId19" Type="http://schemas.openxmlformats.org/officeDocument/2006/relationships/customXml" Target="../ink/ink100.xml"/><Relationship Id="rId4" Type="http://schemas.openxmlformats.org/officeDocument/2006/relationships/customXml" Target="../ink/ink94.xml"/><Relationship Id="rId9" Type="http://schemas.openxmlformats.org/officeDocument/2006/relationships/image" Target="../media/image14.png"/><Relationship Id="rId14" Type="http://schemas.openxmlformats.org/officeDocument/2006/relationships/customXml" Target="../ink/ink97.xml"/><Relationship Id="rId22" Type="http://schemas.openxmlformats.org/officeDocument/2006/relationships/customXml" Target="../ink/ink103.xml"/><Relationship Id="rId27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customXml" Target="../ink/ink111.xml"/><Relationship Id="rId26" Type="http://schemas.openxmlformats.org/officeDocument/2006/relationships/image" Target="../media/image9.jpeg"/><Relationship Id="rId3" Type="http://schemas.openxmlformats.org/officeDocument/2006/relationships/image" Target="../media/image1.png"/><Relationship Id="rId21" Type="http://schemas.openxmlformats.org/officeDocument/2006/relationships/customXml" Target="../ink/ink114.xml"/><Relationship Id="rId12" Type="http://schemas.openxmlformats.org/officeDocument/2006/relationships/customXml" Target="../ink/ink108.xml"/><Relationship Id="rId17" Type="http://schemas.openxmlformats.org/officeDocument/2006/relationships/image" Target="../media/image20.png"/><Relationship Id="rId25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6" Type="http://schemas.openxmlformats.org/officeDocument/2006/relationships/customXml" Target="../ink/ink110.xml"/><Relationship Id="rId20" Type="http://schemas.openxmlformats.org/officeDocument/2006/relationships/customXml" Target="../ink/ink113.xml"/><Relationship Id="rId29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5.png"/><Relationship Id="rId24" Type="http://schemas.openxmlformats.org/officeDocument/2006/relationships/customXml" Target="../ink/ink117.xml"/><Relationship Id="rId15" Type="http://schemas.openxmlformats.org/officeDocument/2006/relationships/image" Target="../media/image19.png"/><Relationship Id="rId23" Type="http://schemas.openxmlformats.org/officeDocument/2006/relationships/customXml" Target="../ink/ink116.xml"/><Relationship Id="rId28" Type="http://schemas.openxmlformats.org/officeDocument/2006/relationships/image" Target="../media/image17.png"/><Relationship Id="rId10" Type="http://schemas.openxmlformats.org/officeDocument/2006/relationships/customXml" Target="../ink/ink107.xml"/><Relationship Id="rId19" Type="http://schemas.openxmlformats.org/officeDocument/2006/relationships/customXml" Target="../ink/ink112.xml"/><Relationship Id="rId4" Type="http://schemas.openxmlformats.org/officeDocument/2006/relationships/customXml" Target="../ink/ink106.xml"/><Relationship Id="rId9" Type="http://schemas.openxmlformats.org/officeDocument/2006/relationships/image" Target="../media/image14.png"/><Relationship Id="rId14" Type="http://schemas.openxmlformats.org/officeDocument/2006/relationships/customXml" Target="../ink/ink109.xml"/><Relationship Id="rId22" Type="http://schemas.openxmlformats.org/officeDocument/2006/relationships/customXml" Target="../ink/ink115.xml"/><Relationship Id="rId27" Type="http://schemas.openxmlformats.org/officeDocument/2006/relationships/image" Target="../media/image10.jpe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customXml" Target="../ink/ink123.xml"/><Relationship Id="rId26" Type="http://schemas.openxmlformats.org/officeDocument/2006/relationships/image" Target="../media/image9.jpeg"/><Relationship Id="rId3" Type="http://schemas.openxmlformats.org/officeDocument/2006/relationships/image" Target="../media/image1.png"/><Relationship Id="rId21" Type="http://schemas.openxmlformats.org/officeDocument/2006/relationships/customXml" Target="../ink/ink126.xml"/><Relationship Id="rId12" Type="http://schemas.openxmlformats.org/officeDocument/2006/relationships/customXml" Target="../ink/ink120.xml"/><Relationship Id="rId17" Type="http://schemas.openxmlformats.org/officeDocument/2006/relationships/image" Target="../media/image20.png"/><Relationship Id="rId25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6" Type="http://schemas.openxmlformats.org/officeDocument/2006/relationships/customXml" Target="../ink/ink122.xml"/><Relationship Id="rId20" Type="http://schemas.openxmlformats.org/officeDocument/2006/relationships/customXml" Target="../ink/ink125.xml"/><Relationship Id="rId29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5.png"/><Relationship Id="rId24" Type="http://schemas.openxmlformats.org/officeDocument/2006/relationships/customXml" Target="../ink/ink129.xml"/><Relationship Id="rId15" Type="http://schemas.openxmlformats.org/officeDocument/2006/relationships/image" Target="../media/image19.png"/><Relationship Id="rId23" Type="http://schemas.openxmlformats.org/officeDocument/2006/relationships/customXml" Target="../ink/ink128.xml"/><Relationship Id="rId28" Type="http://schemas.openxmlformats.org/officeDocument/2006/relationships/image" Target="../media/image17.png"/><Relationship Id="rId10" Type="http://schemas.openxmlformats.org/officeDocument/2006/relationships/customXml" Target="../ink/ink119.xml"/><Relationship Id="rId19" Type="http://schemas.openxmlformats.org/officeDocument/2006/relationships/customXml" Target="../ink/ink124.xml"/><Relationship Id="rId4" Type="http://schemas.openxmlformats.org/officeDocument/2006/relationships/customXml" Target="../ink/ink118.xml"/><Relationship Id="rId9" Type="http://schemas.openxmlformats.org/officeDocument/2006/relationships/image" Target="../media/image14.png"/><Relationship Id="rId14" Type="http://schemas.openxmlformats.org/officeDocument/2006/relationships/customXml" Target="../ink/ink121.xml"/><Relationship Id="rId22" Type="http://schemas.openxmlformats.org/officeDocument/2006/relationships/customXml" Target="../ink/ink127.xml"/><Relationship Id="rId27" Type="http://schemas.openxmlformats.org/officeDocument/2006/relationships/image" Target="../media/image10.jpe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customXml" Target="../ink/ink135.xml"/><Relationship Id="rId26" Type="http://schemas.openxmlformats.org/officeDocument/2006/relationships/image" Target="../media/image9.jpeg"/><Relationship Id="rId3" Type="http://schemas.openxmlformats.org/officeDocument/2006/relationships/image" Target="../media/image1.png"/><Relationship Id="rId21" Type="http://schemas.openxmlformats.org/officeDocument/2006/relationships/customXml" Target="../ink/ink138.xml"/><Relationship Id="rId12" Type="http://schemas.openxmlformats.org/officeDocument/2006/relationships/customXml" Target="../ink/ink132.xml"/><Relationship Id="rId17" Type="http://schemas.openxmlformats.org/officeDocument/2006/relationships/image" Target="../media/image20.png"/><Relationship Id="rId25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6" Type="http://schemas.openxmlformats.org/officeDocument/2006/relationships/customXml" Target="../ink/ink134.xml"/><Relationship Id="rId20" Type="http://schemas.openxmlformats.org/officeDocument/2006/relationships/customXml" Target="../ink/ink137.xml"/><Relationship Id="rId29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5.png"/><Relationship Id="rId24" Type="http://schemas.openxmlformats.org/officeDocument/2006/relationships/customXml" Target="../ink/ink141.xml"/><Relationship Id="rId15" Type="http://schemas.openxmlformats.org/officeDocument/2006/relationships/image" Target="../media/image19.png"/><Relationship Id="rId23" Type="http://schemas.openxmlformats.org/officeDocument/2006/relationships/customXml" Target="../ink/ink140.xml"/><Relationship Id="rId28" Type="http://schemas.openxmlformats.org/officeDocument/2006/relationships/image" Target="../media/image17.png"/><Relationship Id="rId10" Type="http://schemas.openxmlformats.org/officeDocument/2006/relationships/customXml" Target="../ink/ink131.xml"/><Relationship Id="rId19" Type="http://schemas.openxmlformats.org/officeDocument/2006/relationships/customXml" Target="../ink/ink136.xml"/><Relationship Id="rId4" Type="http://schemas.openxmlformats.org/officeDocument/2006/relationships/customXml" Target="../ink/ink130.xml"/><Relationship Id="rId9" Type="http://schemas.openxmlformats.org/officeDocument/2006/relationships/image" Target="../media/image14.png"/><Relationship Id="rId14" Type="http://schemas.openxmlformats.org/officeDocument/2006/relationships/customXml" Target="../ink/ink133.xml"/><Relationship Id="rId22" Type="http://schemas.openxmlformats.org/officeDocument/2006/relationships/customXml" Target="../ink/ink139.xml"/><Relationship Id="rId27" Type="http://schemas.openxmlformats.org/officeDocument/2006/relationships/image" Target="../media/image10.jpe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customXml" Target="../ink/ink147.xml"/><Relationship Id="rId26" Type="http://schemas.openxmlformats.org/officeDocument/2006/relationships/image" Target="../media/image9.jpeg"/><Relationship Id="rId3" Type="http://schemas.openxmlformats.org/officeDocument/2006/relationships/image" Target="../media/image1.png"/><Relationship Id="rId21" Type="http://schemas.openxmlformats.org/officeDocument/2006/relationships/customXml" Target="../ink/ink150.xml"/><Relationship Id="rId12" Type="http://schemas.openxmlformats.org/officeDocument/2006/relationships/customXml" Target="../ink/ink144.xml"/><Relationship Id="rId17" Type="http://schemas.openxmlformats.org/officeDocument/2006/relationships/image" Target="../media/image20.png"/><Relationship Id="rId25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6" Type="http://schemas.openxmlformats.org/officeDocument/2006/relationships/customXml" Target="../ink/ink146.xml"/><Relationship Id="rId20" Type="http://schemas.openxmlformats.org/officeDocument/2006/relationships/customXml" Target="../ink/ink149.xml"/><Relationship Id="rId29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5.png"/><Relationship Id="rId24" Type="http://schemas.openxmlformats.org/officeDocument/2006/relationships/customXml" Target="../ink/ink153.xml"/><Relationship Id="rId15" Type="http://schemas.openxmlformats.org/officeDocument/2006/relationships/image" Target="../media/image19.png"/><Relationship Id="rId23" Type="http://schemas.openxmlformats.org/officeDocument/2006/relationships/customXml" Target="../ink/ink152.xml"/><Relationship Id="rId28" Type="http://schemas.openxmlformats.org/officeDocument/2006/relationships/image" Target="../media/image17.png"/><Relationship Id="rId10" Type="http://schemas.openxmlformats.org/officeDocument/2006/relationships/customXml" Target="../ink/ink143.xml"/><Relationship Id="rId19" Type="http://schemas.openxmlformats.org/officeDocument/2006/relationships/customXml" Target="../ink/ink148.xml"/><Relationship Id="rId4" Type="http://schemas.openxmlformats.org/officeDocument/2006/relationships/customXml" Target="../ink/ink142.xml"/><Relationship Id="rId9" Type="http://schemas.openxmlformats.org/officeDocument/2006/relationships/image" Target="../media/image14.png"/><Relationship Id="rId14" Type="http://schemas.openxmlformats.org/officeDocument/2006/relationships/customXml" Target="../ink/ink145.xml"/><Relationship Id="rId22" Type="http://schemas.openxmlformats.org/officeDocument/2006/relationships/customXml" Target="../ink/ink151.xml"/><Relationship Id="rId27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4107777-AFBE-24FE-28A9-4F5E91958503}"/>
              </a:ext>
            </a:extLst>
          </p:cNvPr>
          <p:cNvSpPr>
            <a:spLocks noGrp="1"/>
          </p:cNvSpPr>
          <p:nvPr/>
        </p:nvSpPr>
        <p:spPr>
          <a:xfrm>
            <a:off x="838199" y="523081"/>
            <a:ext cx="11103591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dirty="0"/>
              <a:t>Widget Title: </a:t>
            </a:r>
            <a:r>
              <a:rPr lang="en-US" b="1" dirty="0"/>
              <a:t>Identify The Criminal Through DNA Fingerprinting</a:t>
            </a:r>
            <a:endParaRPr lang="en-IN" b="1" dirty="0"/>
          </a:p>
          <a:p>
            <a:pPr algn="just"/>
            <a:endParaRPr lang="en-IN" b="1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E8B9A284-2D9A-8310-2D4E-8BB185E937CB}"/>
              </a:ext>
            </a:extLst>
          </p:cNvPr>
          <p:cNvSpPr>
            <a:spLocks noGrp="1"/>
          </p:cNvSpPr>
          <p:nvPr/>
        </p:nvSpPr>
        <p:spPr>
          <a:xfrm>
            <a:off x="838200" y="19835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TP Details:</a:t>
            </a:r>
          </a:p>
          <a:p>
            <a:pPr marL="0" indent="0" algn="just">
              <a:buNone/>
            </a:pPr>
            <a:r>
              <a:rPr lang="en-US" b="1" dirty="0"/>
              <a:t>CBSE  Chapter 5: </a:t>
            </a:r>
            <a:r>
              <a:rPr lang="en-IN" dirty="0"/>
              <a:t>Molecular Basis Of Inheritance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Science Level 6:</a:t>
            </a:r>
          </a:p>
          <a:p>
            <a:pPr marL="0" indent="0">
              <a:buNone/>
            </a:pPr>
            <a:r>
              <a:rPr lang="en-US" b="1" dirty="0"/>
              <a:t>TP id: </a:t>
            </a:r>
            <a:r>
              <a:rPr lang="en-IN" dirty="0"/>
              <a:t>tp-f64d2d9f-132e-4fb5-8243-2decf6c0aa2e</a:t>
            </a:r>
          </a:p>
          <a:p>
            <a:pPr marL="0" indent="0">
              <a:buNone/>
            </a:pPr>
            <a:r>
              <a:rPr lang="en-US" b="1" dirty="0"/>
              <a:t>TP title: </a:t>
            </a:r>
            <a:r>
              <a:rPr lang="en-IN" dirty="0"/>
              <a:t>DNA Fingerprinting</a:t>
            </a:r>
          </a:p>
        </p:txBody>
      </p:sp>
    </p:spTree>
    <p:extLst>
      <p:ext uri="{BB962C8B-B14F-4D97-AF65-F5344CB8AC3E}">
        <p14:creationId xmlns:p14="http://schemas.microsoft.com/office/powerpoint/2010/main" val="2669013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98C08-D4F8-E020-BD76-98DB05F03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15" y="310722"/>
            <a:ext cx="11908809" cy="630844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/>
              <a:t>Objective: </a:t>
            </a:r>
            <a:r>
              <a:rPr lang="en-US" dirty="0"/>
              <a:t>To identify the criminal by comparing DNA fingerprint patterns from crime scene evidence with suspect samples</a:t>
            </a:r>
            <a:endParaRPr lang="en-US" b="1" dirty="0"/>
          </a:p>
          <a:p>
            <a:pPr algn="just"/>
            <a:endParaRPr lang="en-US" b="1" dirty="0"/>
          </a:p>
          <a:p>
            <a:pPr marL="0" indent="0" algn="just">
              <a:buNone/>
            </a:pPr>
            <a:r>
              <a:rPr lang="en-US" b="1" dirty="0"/>
              <a:t>Use Case and User Interaction:</a:t>
            </a:r>
          </a:p>
          <a:p>
            <a:pPr algn="just"/>
            <a:r>
              <a:rPr lang="en-US" dirty="0"/>
              <a:t>The user has to load four suspect DNA samples (VNTR repeats of particular chromosomes) and one crime scene sample into the gel electrophoresis wells. </a:t>
            </a:r>
          </a:p>
          <a:p>
            <a:pPr algn="just"/>
            <a:r>
              <a:rPr lang="en-US" dirty="0"/>
              <a:t>Then the user has to run the electrophoresis to separate DNA fragments and observe the resulting band patterns on the gel.</a:t>
            </a:r>
          </a:p>
          <a:p>
            <a:pPr algn="just"/>
            <a:r>
              <a:rPr lang="en-US" dirty="0"/>
              <a:t>Then they will compare the band positions from the crime scene sample with each suspects’ pattern across all the chromosomes.</a:t>
            </a:r>
          </a:p>
          <a:p>
            <a:pPr algn="just"/>
            <a:r>
              <a:rPr lang="en-US" dirty="0"/>
              <a:t>Finally, they will identify and select the criminal when a particular band pattern perfectly aligns with the crime scene sample.</a:t>
            </a:r>
          </a:p>
          <a:p>
            <a:pPr algn="just"/>
            <a:r>
              <a:rPr lang="en-US" dirty="0"/>
              <a:t>Four different sample sets provide varied practice scenarios for developing DNA fingerprint band interpretation skills.</a:t>
            </a:r>
          </a:p>
          <a:p>
            <a:pPr algn="just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12199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22BC27E-74A4-602A-90D4-00BF4DC46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CA25EF0-53AF-CE5A-A8AB-3DAFD0D7E80B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82C4A5-1D8A-08B2-D4D6-2774BBFABFBC}"/>
              </a:ext>
            </a:extLst>
          </p:cNvPr>
          <p:cNvSpPr txBox="1"/>
          <p:nvPr/>
        </p:nvSpPr>
        <p:spPr>
          <a:xfrm>
            <a:off x="2048568" y="104715"/>
            <a:ext cx="809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Identify The Criminal Through DNA Fingerprinting</a:t>
            </a:r>
            <a:endParaRPr lang="en-IN" sz="28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3B8989-BAEE-BCFB-3897-3AF824AC5C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2ACFDC-928E-E750-C7D2-D5DC05347E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DB91C69-E3CF-037F-885B-600F02D7D2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CDD49EA-C595-2B55-FF81-9AAEEBD7B5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E902EDA-411B-C2CC-B333-EA575839AC0C}"/>
              </a:ext>
            </a:extLst>
          </p:cNvPr>
          <p:cNvSpPr txBox="1"/>
          <p:nvPr/>
        </p:nvSpPr>
        <p:spPr>
          <a:xfrm>
            <a:off x="7281907" y="3846965"/>
            <a:ext cx="1502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Crime scene sample</a:t>
            </a:r>
            <a:endParaRPr lang="en-IN" sz="11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E95AC7-8E44-FD2E-E2A1-11C1F9178A1C}"/>
              </a:ext>
            </a:extLst>
          </p:cNvPr>
          <p:cNvSpPr txBox="1"/>
          <p:nvPr/>
        </p:nvSpPr>
        <p:spPr>
          <a:xfrm>
            <a:off x="10391351" y="2699135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Suspect-2 Sample</a:t>
            </a:r>
            <a:endParaRPr lang="en-IN" sz="1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83066A-ECD9-48D3-AA7B-9309D916B196}"/>
              </a:ext>
            </a:extLst>
          </p:cNvPr>
          <p:cNvSpPr txBox="1"/>
          <p:nvPr/>
        </p:nvSpPr>
        <p:spPr>
          <a:xfrm>
            <a:off x="8899151" y="2699180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Suspect-1 Sample</a:t>
            </a:r>
            <a:endParaRPr lang="en-IN" sz="10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65D7A58-7700-57E6-BC20-34BA06EB47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A5761DE-0005-84A6-BC59-211CD95F094A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5F2AC9-2211-D656-8396-7FE3A3E7D696}"/>
              </a:ext>
            </a:extLst>
          </p:cNvPr>
          <p:cNvSpPr txBox="1"/>
          <p:nvPr/>
        </p:nvSpPr>
        <p:spPr>
          <a:xfrm>
            <a:off x="8957643" y="4820749"/>
            <a:ext cx="14046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Suspect-3 Sample</a:t>
            </a:r>
            <a:endParaRPr lang="en-IN" sz="11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A79A7E-49F1-BACB-7266-9FD14BE4E0EA}"/>
              </a:ext>
            </a:extLst>
          </p:cNvPr>
          <p:cNvSpPr txBox="1"/>
          <p:nvPr/>
        </p:nvSpPr>
        <p:spPr>
          <a:xfrm>
            <a:off x="10463983" y="4804347"/>
            <a:ext cx="1404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Suspect-4 Sample</a:t>
            </a:r>
            <a:endParaRPr lang="en-IN" sz="11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2EE11C-090D-1EEF-202E-5763D1AA3522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CB9291D-F96C-AFF3-C13C-8280BDB21093}"/>
                  </a:ext>
                </a:extLst>
              </p14:cNvPr>
              <p14:cNvContentPartPr/>
              <p14:nvPr/>
            </p14:nvContentPartPr>
            <p14:xfrm>
              <a:off x="1877083" y="1540093"/>
              <a:ext cx="557640" cy="50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CB9291D-F96C-AFF3-C13C-8280BDB2109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59443" y="1522453"/>
                <a:ext cx="593280" cy="8604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F4B190A-AB02-0D88-AE42-15CC393AAB24}"/>
              </a:ext>
            </a:extLst>
          </p:cNvPr>
          <p:cNvSpPr txBox="1"/>
          <p:nvPr/>
        </p:nvSpPr>
        <p:spPr>
          <a:xfrm>
            <a:off x="1903665" y="1467382"/>
            <a:ext cx="546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" b="1" dirty="0"/>
              <a:t>Crime scene</a:t>
            </a:r>
          </a:p>
          <a:p>
            <a:pPr algn="ctr"/>
            <a:r>
              <a:rPr lang="en-US" sz="450" b="1" dirty="0"/>
              <a:t>sample</a:t>
            </a:r>
            <a:endParaRPr lang="en-IN" sz="450" b="1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FEB1867-B46D-554B-D3EC-1AB3CF67C6B2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8BC2A6C-0249-1B4F-9411-8156C4817C49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482195-9D20-95DB-583B-345538C5BD7C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CEBE8C-E6AA-C9D5-7222-41B36F744667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148A867-99CA-DA8A-91AA-44AEB30F6FD9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7C071DC-082D-134E-87FF-D184110BBDDA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89F3950-6E55-8961-9CF8-1E69118A6B8F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FC9C03A-4847-B0C0-4575-3E2536FE3636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BC2A68-B9E5-4AC8-E4CE-809509C5427D}"/>
              </a:ext>
            </a:extLst>
          </p:cNvPr>
          <p:cNvSpPr txBox="1"/>
          <p:nvPr/>
        </p:nvSpPr>
        <p:spPr>
          <a:xfrm>
            <a:off x="7281907" y="986085"/>
            <a:ext cx="3983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DNA samples in loading mixture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98785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1729-E791-6B66-7132-C45BD328C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69405B6-F308-0645-60B8-A1F4E6538E8F}"/>
              </a:ext>
            </a:extLst>
          </p:cNvPr>
          <p:cNvSpPr txBox="1"/>
          <p:nvPr/>
        </p:nvSpPr>
        <p:spPr>
          <a:xfrm>
            <a:off x="7281907" y="986085"/>
            <a:ext cx="3983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DNA samples in loading mixture</a:t>
            </a:r>
            <a:endParaRPr lang="en-IN" sz="2000" b="1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3EE2F91-63BA-6CF2-6DC0-C557F1E98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A3E5236-53E2-3409-806A-080CE36250E0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0D5B573-1B7D-371F-96FF-3CEED38ECC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7674E19-2ECD-7A02-DCAC-19E1A375FE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AC0EA56-A2E1-4CB1-5FCD-781ED8DA2D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DC649EA-FA46-0BE3-4020-1A11F55834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44B7707-45A3-8F09-3A8F-8387EC4FDD5A}"/>
              </a:ext>
            </a:extLst>
          </p:cNvPr>
          <p:cNvSpPr txBox="1"/>
          <p:nvPr/>
        </p:nvSpPr>
        <p:spPr>
          <a:xfrm>
            <a:off x="7541422" y="3943392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DNA ladder</a:t>
            </a:r>
            <a:endParaRPr lang="en-IN" sz="11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E4020A-109E-10FA-F0EA-B087C682C18E}"/>
              </a:ext>
            </a:extLst>
          </p:cNvPr>
          <p:cNvSpPr txBox="1"/>
          <p:nvPr/>
        </p:nvSpPr>
        <p:spPr>
          <a:xfrm>
            <a:off x="8981897" y="278522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1</a:t>
            </a:r>
            <a:endParaRPr lang="en-IN" sz="11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E7DED53-C332-D775-4820-CAB8355ECB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1D3B67F-BE5C-B28A-3865-7F2E9E6DC956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70778-9B09-C847-FD51-D92696393F16}"/>
              </a:ext>
            </a:extLst>
          </p:cNvPr>
          <p:cNvSpPr txBox="1"/>
          <p:nvPr/>
        </p:nvSpPr>
        <p:spPr>
          <a:xfrm>
            <a:off x="9118366" y="4818546"/>
            <a:ext cx="12609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Sample 3</a:t>
            </a:r>
            <a:endParaRPr lang="en-IN" sz="11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14B17B-E551-9DED-C3AF-70575CB2B97A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87FC43-F9AF-6DD6-E1B0-292AB9EADA74}"/>
              </a:ext>
            </a:extLst>
          </p:cNvPr>
          <p:cNvSpPr/>
          <p:nvPr/>
        </p:nvSpPr>
        <p:spPr>
          <a:xfrm>
            <a:off x="2351309" y="923792"/>
            <a:ext cx="8142169" cy="536973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F7CA6E-62D2-592D-88DE-835D607ABDBC}"/>
              </a:ext>
            </a:extLst>
          </p:cNvPr>
          <p:cNvSpPr txBox="1"/>
          <p:nvPr/>
        </p:nvSpPr>
        <p:spPr>
          <a:xfrm>
            <a:off x="2742771" y="1069502"/>
            <a:ext cx="7359245" cy="4801314"/>
          </a:xfrm>
          <a:prstGeom prst="rect">
            <a:avLst/>
          </a:prstGeom>
          <a:solidFill>
            <a:schemeClr val="lt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Principle of DNA Fingerprinting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DNA fingerprinting analyzes </a:t>
            </a:r>
            <a:r>
              <a:rPr lang="en-US" b="1" dirty="0"/>
              <a:t>Variable Number Tandem Repeats (VNTRs)</a:t>
            </a:r>
            <a:r>
              <a:rPr lang="en-US" dirty="0"/>
              <a:t> - short repeating DNA sequences at specific chromosome locations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number of repeats varies between individuals, making each pattern unique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No two people (except identical twins) share the same VNTR pattern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Forensic tool to match crime scene DNA with suspect DNA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/>
            <a:r>
              <a:rPr lang="en-US" b="1" dirty="0"/>
              <a:t>How to Analyze Agarose Gel Electrophoresis Results: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Smaller fragments</a:t>
            </a:r>
            <a:r>
              <a:rPr lang="en-US" dirty="0"/>
              <a:t> (fewer repeats) travel </a:t>
            </a:r>
            <a:r>
              <a:rPr lang="en-US" b="1" dirty="0"/>
              <a:t>faster and farther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Larger fragments</a:t>
            </a:r>
            <a:r>
              <a:rPr lang="en-US" dirty="0"/>
              <a:t> (more repeats) travel </a:t>
            </a:r>
            <a:r>
              <a:rPr lang="en-US" b="1" dirty="0"/>
              <a:t>slower and stay near the top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Each sample creates a unique band pattern of VNTR fragments on the gel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Compare band positions</a:t>
            </a:r>
            <a:r>
              <a:rPr lang="en-US" dirty="0"/>
              <a:t> between crime scene and suspect samples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Match is found</a:t>
            </a:r>
            <a:r>
              <a:rPr lang="en-US" dirty="0"/>
              <a:t> when all bands of a sample align exactly at the same positions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51B37E-46CE-D0C4-0DC1-6AEBCC6EE0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9438" y="987184"/>
            <a:ext cx="342268" cy="3392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3750B8-9700-6BBC-A9BC-74BF282EDD43}"/>
              </a:ext>
            </a:extLst>
          </p:cNvPr>
          <p:cNvSpPr txBox="1"/>
          <p:nvPr/>
        </p:nvSpPr>
        <p:spPr>
          <a:xfrm>
            <a:off x="2048568" y="104715"/>
            <a:ext cx="809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Identify The Criminal Through DNA Fingerprinting</a:t>
            </a:r>
            <a:endParaRPr lang="en-IN" sz="28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BE413CF-48E7-FFDF-FDB3-15A6CB0BD44B}"/>
                  </a:ext>
                </a:extLst>
              </p14:cNvPr>
              <p14:cNvContentPartPr/>
              <p14:nvPr/>
            </p14:nvContentPartPr>
            <p14:xfrm>
              <a:off x="1866990" y="1538520"/>
              <a:ext cx="558000" cy="741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BE413CF-48E7-FFDF-FDB3-15A6CB0BD44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49350" y="1520880"/>
                <a:ext cx="593640" cy="10980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9A03AB60-73B8-8781-1EC7-FC0FF729E2B8}"/>
              </a:ext>
            </a:extLst>
          </p:cNvPr>
          <p:cNvSpPr txBox="1"/>
          <p:nvPr/>
        </p:nvSpPr>
        <p:spPr>
          <a:xfrm>
            <a:off x="1903665" y="1467382"/>
            <a:ext cx="546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" b="1" dirty="0"/>
              <a:t>Crime scene</a:t>
            </a:r>
          </a:p>
          <a:p>
            <a:pPr algn="ctr"/>
            <a:r>
              <a:rPr lang="en-US" sz="450" b="1" dirty="0"/>
              <a:t>sample</a:t>
            </a:r>
            <a:endParaRPr lang="en-IN" sz="45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FD0AF0-1584-6CF2-C10D-701AF3FE909E}"/>
              </a:ext>
            </a:extLst>
          </p:cNvPr>
          <p:cNvSpPr txBox="1"/>
          <p:nvPr/>
        </p:nvSpPr>
        <p:spPr>
          <a:xfrm>
            <a:off x="10391351" y="2699135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Suspect-2 Sample</a:t>
            </a:r>
            <a:endParaRPr lang="en-IN" sz="1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B5D414-EA9C-C9C2-4FEA-AE0459F376A7}"/>
              </a:ext>
            </a:extLst>
          </p:cNvPr>
          <p:cNvSpPr txBox="1"/>
          <p:nvPr/>
        </p:nvSpPr>
        <p:spPr>
          <a:xfrm>
            <a:off x="10463983" y="4804347"/>
            <a:ext cx="1404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Suspect-4 Sample</a:t>
            </a:r>
            <a:endParaRPr lang="en-IN" sz="1100" b="1" dirty="0"/>
          </a:p>
        </p:txBody>
      </p:sp>
    </p:spTree>
    <p:extLst>
      <p:ext uri="{BB962C8B-B14F-4D97-AF65-F5344CB8AC3E}">
        <p14:creationId xmlns:p14="http://schemas.microsoft.com/office/powerpoint/2010/main" val="182355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3A799-E73A-EB11-33B1-48C415569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048D8A-3556-2B37-AD05-685B66A92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1D0B86-0B36-C039-571C-54633E458A7B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2DC698F-8828-95A7-CEA9-F42B8137BF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0927844-3785-7550-2A43-01E8A50B3D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7462672-1D61-26EB-77E9-70C6D66703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FB190A4-7272-2DA2-0E86-D5E819710B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09A7547-C58B-FD40-F553-D970446BD1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2896870-4E35-61A0-1787-3F73746DA9F8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9BBF2A-90A2-E092-F389-EE1D223F0C9C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17FF8E4-AC15-EE34-9693-3775916FBEDA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F2402D0-9C02-0B7A-1F6D-268E19B54379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DC1145-ADFA-4811-63DA-EE60F9E90A91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A7CD89-4BE0-DD2A-F731-4D1E99BC3C8B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87793A5-E88E-E8D6-1304-CD876C46B0CF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9A0FA3-48CF-6D85-93F1-4B427EB62806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1CF95E-1007-45DF-ACA0-D9EBEE506BFA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B591CA-0C62-F2B2-A233-0507D1598EE5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06D79CC-6C42-3289-0F9A-7378DEE4E84E}"/>
                  </a:ext>
                </a:extLst>
              </p14:cNvPr>
              <p14:cNvContentPartPr/>
              <p14:nvPr/>
            </p14:nvContentPartPr>
            <p14:xfrm>
              <a:off x="1871630" y="1549538"/>
              <a:ext cx="590040" cy="39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06D79CC-6C42-3289-0F9A-7378DEE4E84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53630" y="1531538"/>
                <a:ext cx="6256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87231F6-B5F4-E0B7-484C-912F84878387}"/>
                  </a:ext>
                </a:extLst>
              </p14:cNvPr>
              <p14:cNvContentPartPr/>
              <p14:nvPr/>
            </p14:nvContentPartPr>
            <p14:xfrm>
              <a:off x="2136590" y="1568258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87231F6-B5F4-E0B7-484C-912F8487838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8950" y="1550618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E06150E2-26A6-B877-31BA-49AD5745BFF3}"/>
              </a:ext>
            </a:extLst>
          </p:cNvPr>
          <p:cNvSpPr txBox="1"/>
          <p:nvPr/>
        </p:nvSpPr>
        <p:spPr>
          <a:xfrm>
            <a:off x="2048568" y="104715"/>
            <a:ext cx="809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Identify The Criminal Through DNA Fingerprinting</a:t>
            </a:r>
            <a:endParaRPr lang="en-IN" sz="28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B69127-2E0B-B699-9A2E-1F5FDBACB000}"/>
              </a:ext>
            </a:extLst>
          </p:cNvPr>
          <p:cNvSpPr txBox="1"/>
          <p:nvPr/>
        </p:nvSpPr>
        <p:spPr>
          <a:xfrm>
            <a:off x="7281907" y="3846965"/>
            <a:ext cx="1502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Crime scene sample</a:t>
            </a:r>
            <a:endParaRPr lang="en-IN" sz="11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BF335C-DE41-1944-144A-A5E5FF91FBEC}"/>
              </a:ext>
            </a:extLst>
          </p:cNvPr>
          <p:cNvSpPr txBox="1"/>
          <p:nvPr/>
        </p:nvSpPr>
        <p:spPr>
          <a:xfrm>
            <a:off x="10391351" y="2699135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Suspect-2 Sample</a:t>
            </a:r>
            <a:endParaRPr lang="en-IN" sz="10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870DD7-AF85-0CCF-CCCA-7749438AE6F6}"/>
              </a:ext>
            </a:extLst>
          </p:cNvPr>
          <p:cNvSpPr txBox="1"/>
          <p:nvPr/>
        </p:nvSpPr>
        <p:spPr>
          <a:xfrm>
            <a:off x="8899151" y="2699180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Suspect-1 Sample</a:t>
            </a:r>
            <a:endParaRPr lang="en-IN" sz="1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089253-DA8A-EE1A-C41C-39A4E0148C87}"/>
              </a:ext>
            </a:extLst>
          </p:cNvPr>
          <p:cNvSpPr txBox="1"/>
          <p:nvPr/>
        </p:nvSpPr>
        <p:spPr>
          <a:xfrm>
            <a:off x="8957643" y="4820749"/>
            <a:ext cx="14046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Suspect-3 Sample</a:t>
            </a:r>
            <a:endParaRPr lang="en-IN" sz="11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516F52-4DC1-7D4C-5D86-055ECD0B9C31}"/>
              </a:ext>
            </a:extLst>
          </p:cNvPr>
          <p:cNvSpPr txBox="1"/>
          <p:nvPr/>
        </p:nvSpPr>
        <p:spPr>
          <a:xfrm>
            <a:off x="10463983" y="4804347"/>
            <a:ext cx="1404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Suspect-4 Sample</a:t>
            </a:r>
            <a:endParaRPr lang="en-IN" sz="11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D44FF63-95A8-A4DE-700C-79883609D7F5}"/>
              </a:ext>
            </a:extLst>
          </p:cNvPr>
          <p:cNvSpPr txBox="1"/>
          <p:nvPr/>
        </p:nvSpPr>
        <p:spPr>
          <a:xfrm>
            <a:off x="7281907" y="986085"/>
            <a:ext cx="3983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DNA samples in loading mixture</a:t>
            </a:r>
            <a:endParaRPr lang="en-IN" sz="20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5EC1E1-A365-872E-F434-65D208FD2029}"/>
              </a:ext>
            </a:extLst>
          </p:cNvPr>
          <p:cNvSpPr txBox="1"/>
          <p:nvPr/>
        </p:nvSpPr>
        <p:spPr>
          <a:xfrm>
            <a:off x="1903665" y="1467382"/>
            <a:ext cx="546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" b="1" dirty="0"/>
              <a:t>Crime scene</a:t>
            </a:r>
          </a:p>
          <a:p>
            <a:pPr algn="ctr"/>
            <a:r>
              <a:rPr lang="en-US" sz="450" b="1" dirty="0"/>
              <a:t>sample</a:t>
            </a:r>
            <a:endParaRPr lang="en-IN" sz="450" b="1" dirty="0"/>
          </a:p>
        </p:txBody>
      </p:sp>
    </p:spTree>
    <p:extLst>
      <p:ext uri="{BB962C8B-B14F-4D97-AF65-F5344CB8AC3E}">
        <p14:creationId xmlns:p14="http://schemas.microsoft.com/office/powerpoint/2010/main" val="876065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ACA44-92B4-F9A1-C501-DD931F5C9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9818B1-147D-FF9E-3484-9D020E346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06E57D4-985A-9E72-3E05-2D6A03D36916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C39C2FC-2CA7-A3D8-C70E-2F1E371B4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9454" y="1830646"/>
            <a:ext cx="802263" cy="159835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4FA7F02-95F5-BC5F-712C-D6DD2C7E55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373AAEC-6235-5B02-DBCE-01D5387074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93B6027-6466-82FD-48D1-B7EE41B5BD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7348A65-DD40-4253-2368-3A72F3EA458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11D3170-8A0E-080C-224F-53C429DE40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67033F6-D424-DC67-B88D-D405389D6C9A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4DB7837-FB0A-72BA-4BFE-AD0DDBF2E218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8927A69-5481-667B-E446-9FC60AFF0A19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74E5880-0A0C-AE8E-8C4B-D5989D7756BB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8B53D68-3389-8CED-7C39-B28ADB432485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93A382-47E2-C3CC-C21A-0BDE9193D4EB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CF7A39-42A2-0B68-6FB9-6AF2D60C89AD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568E76-532D-FB2F-F4E2-E31F55F07297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36EFBA-94C2-D50E-85EC-BD9460D1EFC8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A373F0-BD34-BFBE-CA63-FD1F006077C2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41A24A2-7036-2227-12E8-5070045C3042}"/>
                  </a:ext>
                </a:extLst>
              </p14:cNvPr>
              <p14:cNvContentPartPr/>
              <p14:nvPr/>
            </p14:nvContentPartPr>
            <p14:xfrm>
              <a:off x="1871630" y="1549538"/>
              <a:ext cx="590040" cy="39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41A24A2-7036-2227-12E8-5070045C304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53630" y="1531538"/>
                <a:ext cx="625680" cy="7524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9A873A3-C497-251C-5856-B255E33CC0BD}"/>
              </a:ext>
            </a:extLst>
          </p:cNvPr>
          <p:cNvSpPr txBox="1"/>
          <p:nvPr/>
        </p:nvSpPr>
        <p:spPr>
          <a:xfrm>
            <a:off x="2048568" y="104715"/>
            <a:ext cx="809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Identify The Criminal Through DNA Fingerprinting</a:t>
            </a:r>
            <a:endParaRPr lang="en-IN" sz="28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2D320A-B091-4C6C-EE68-8E36E1F18066}"/>
              </a:ext>
            </a:extLst>
          </p:cNvPr>
          <p:cNvSpPr txBox="1"/>
          <p:nvPr/>
        </p:nvSpPr>
        <p:spPr>
          <a:xfrm>
            <a:off x="7281907" y="3846965"/>
            <a:ext cx="1502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Crime scene sample</a:t>
            </a:r>
            <a:endParaRPr lang="en-IN" sz="11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BE0F8B-25BA-3D8C-C8D2-7B72BB180558}"/>
              </a:ext>
            </a:extLst>
          </p:cNvPr>
          <p:cNvSpPr txBox="1"/>
          <p:nvPr/>
        </p:nvSpPr>
        <p:spPr>
          <a:xfrm>
            <a:off x="10391351" y="2699135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Suspect-2 Sample</a:t>
            </a:r>
            <a:endParaRPr lang="en-IN" sz="1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340EEB-C360-8905-CA07-4ABD75DFE8BF}"/>
              </a:ext>
            </a:extLst>
          </p:cNvPr>
          <p:cNvSpPr txBox="1"/>
          <p:nvPr/>
        </p:nvSpPr>
        <p:spPr>
          <a:xfrm>
            <a:off x="8899151" y="2699180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Suspect-1 Sample</a:t>
            </a:r>
            <a:endParaRPr lang="en-IN" sz="10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4B8B65-74AF-F1BA-FC83-817326F4EDED}"/>
              </a:ext>
            </a:extLst>
          </p:cNvPr>
          <p:cNvSpPr txBox="1"/>
          <p:nvPr/>
        </p:nvSpPr>
        <p:spPr>
          <a:xfrm>
            <a:off x="8957643" y="4820749"/>
            <a:ext cx="14046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Suspect-3 Sample</a:t>
            </a:r>
            <a:endParaRPr lang="en-IN" sz="11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E2C08E-5073-D9CB-AD63-E41AF9596D89}"/>
              </a:ext>
            </a:extLst>
          </p:cNvPr>
          <p:cNvSpPr txBox="1"/>
          <p:nvPr/>
        </p:nvSpPr>
        <p:spPr>
          <a:xfrm>
            <a:off x="10463983" y="4804347"/>
            <a:ext cx="1404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Suspect-4 Sample</a:t>
            </a:r>
            <a:endParaRPr lang="en-IN" sz="11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F950E5-22D7-0D5B-3FB0-961F8F664E45}"/>
              </a:ext>
            </a:extLst>
          </p:cNvPr>
          <p:cNvSpPr txBox="1"/>
          <p:nvPr/>
        </p:nvSpPr>
        <p:spPr>
          <a:xfrm>
            <a:off x="7281907" y="986085"/>
            <a:ext cx="3983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DNA samples in loading mixture</a:t>
            </a:r>
            <a:endParaRPr lang="en-IN" sz="20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B30C06-9269-F1FE-B0A2-E588DE6E6CF4}"/>
              </a:ext>
            </a:extLst>
          </p:cNvPr>
          <p:cNvSpPr txBox="1"/>
          <p:nvPr/>
        </p:nvSpPr>
        <p:spPr>
          <a:xfrm>
            <a:off x="1903665" y="1467382"/>
            <a:ext cx="546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" b="1" dirty="0"/>
              <a:t>Crime scene</a:t>
            </a:r>
          </a:p>
          <a:p>
            <a:pPr algn="ctr"/>
            <a:r>
              <a:rPr lang="en-US" sz="450" b="1" dirty="0"/>
              <a:t>sample</a:t>
            </a:r>
            <a:endParaRPr lang="en-IN" sz="450" b="1" dirty="0"/>
          </a:p>
        </p:txBody>
      </p:sp>
    </p:spTree>
    <p:extLst>
      <p:ext uri="{BB962C8B-B14F-4D97-AF65-F5344CB8AC3E}">
        <p14:creationId xmlns:p14="http://schemas.microsoft.com/office/powerpoint/2010/main" val="16622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5F9B2-DECC-F0B7-0B14-842B9B406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F996F1F3-A959-E8F4-18D1-D5F14FCBF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454" y="1830646"/>
            <a:ext cx="802263" cy="159835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C12C042-C3CA-2C66-0205-E1A951561B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9153BB-7B4D-02BC-3EAE-1A3C73E9FC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045DA1B-7A99-DE34-3EE0-F14698FEB2A4}"/>
                  </a:ext>
                </a:extLst>
              </p14:cNvPr>
              <p14:cNvContentPartPr/>
              <p14:nvPr/>
            </p14:nvContentPartPr>
            <p14:xfrm>
              <a:off x="7989445" y="3054671"/>
              <a:ext cx="9360" cy="138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045DA1B-7A99-DE34-3EE0-F14698FEB2A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83325" y="3048551"/>
                <a:ext cx="21600" cy="15048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FB2B26D-43AA-08B9-B1EB-184A2A89516E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860C766-6D6D-2C7C-BBC4-A171C4543E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E805957-E56D-7606-8B26-0B0874D5B3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EAA460B-4CED-9A74-C4E5-8F88551B19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513B631-6E97-3CCA-B012-3EEA8FC150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D32CB3F-B486-3540-6C22-D4149175009D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C4729C-37ED-E5D9-1871-964045B353DF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DB62E28-38D0-1850-05F4-55D8FACA51C9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A04F8CC-7BEF-3C0C-32BC-3633011006B9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80CB18D-C32C-6C1D-88C8-F6FF8023DAB2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BD2D3A-E377-65B8-649A-1C164E595EF6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F523B2-3D20-E4E7-3222-AE900141FDD6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E8519A-9CD7-A9F8-6C1A-7BF2DABEB088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54CCC76-DD36-4910-1DFC-7BF40792B657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2C50FB-AA09-D52C-C155-F111282F09EB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598853D-976A-A5E3-8FA7-742B346643FB}"/>
                  </a:ext>
                </a:extLst>
              </p14:cNvPr>
              <p14:cNvContentPartPr/>
              <p14:nvPr/>
            </p14:nvContentPartPr>
            <p14:xfrm>
              <a:off x="1871630" y="1562238"/>
              <a:ext cx="590040" cy="39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598853D-976A-A5E3-8FA7-742B346643F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53630" y="1544238"/>
                <a:ext cx="625680" cy="7524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13CB3741-D879-838E-6525-115D4AA304BA}"/>
              </a:ext>
            </a:extLst>
          </p:cNvPr>
          <p:cNvSpPr txBox="1"/>
          <p:nvPr/>
        </p:nvSpPr>
        <p:spPr>
          <a:xfrm>
            <a:off x="2048568" y="104715"/>
            <a:ext cx="809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Identify The Criminal Through DNA Fingerprinting</a:t>
            </a:r>
            <a:endParaRPr lang="en-IN" sz="28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98A473-A8F4-9B74-552F-1F28F2DD6AFA}"/>
              </a:ext>
            </a:extLst>
          </p:cNvPr>
          <p:cNvSpPr txBox="1"/>
          <p:nvPr/>
        </p:nvSpPr>
        <p:spPr>
          <a:xfrm>
            <a:off x="7281907" y="3846965"/>
            <a:ext cx="1502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Crime scene sample</a:t>
            </a:r>
            <a:endParaRPr lang="en-IN" sz="11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0B3D7F-8087-36B2-4C8F-849F34F42384}"/>
              </a:ext>
            </a:extLst>
          </p:cNvPr>
          <p:cNvSpPr txBox="1"/>
          <p:nvPr/>
        </p:nvSpPr>
        <p:spPr>
          <a:xfrm>
            <a:off x="10391351" y="2699135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Suspect-2 Sample</a:t>
            </a:r>
            <a:endParaRPr lang="en-IN" sz="10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4D85CD-A88F-C9C8-1E04-AF0BDA782FA9}"/>
              </a:ext>
            </a:extLst>
          </p:cNvPr>
          <p:cNvSpPr txBox="1"/>
          <p:nvPr/>
        </p:nvSpPr>
        <p:spPr>
          <a:xfrm>
            <a:off x="8899151" y="2699180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Suspect-1 Sample</a:t>
            </a:r>
            <a:endParaRPr lang="en-IN" sz="10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54E0E4-7B7E-2DFE-93DE-2C86D4E42EAA}"/>
              </a:ext>
            </a:extLst>
          </p:cNvPr>
          <p:cNvSpPr txBox="1"/>
          <p:nvPr/>
        </p:nvSpPr>
        <p:spPr>
          <a:xfrm>
            <a:off x="8957643" y="4820749"/>
            <a:ext cx="14046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Suspect-3 Sample</a:t>
            </a:r>
            <a:endParaRPr lang="en-IN" sz="11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BC284F-6067-7BAE-790A-18673050D309}"/>
              </a:ext>
            </a:extLst>
          </p:cNvPr>
          <p:cNvSpPr txBox="1"/>
          <p:nvPr/>
        </p:nvSpPr>
        <p:spPr>
          <a:xfrm>
            <a:off x="10463983" y="4804347"/>
            <a:ext cx="1404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Suspect-4 Sample</a:t>
            </a:r>
            <a:endParaRPr lang="en-IN" sz="11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AF7E76-F8A7-70BC-7BC5-65DC307BB758}"/>
              </a:ext>
            </a:extLst>
          </p:cNvPr>
          <p:cNvSpPr txBox="1"/>
          <p:nvPr/>
        </p:nvSpPr>
        <p:spPr>
          <a:xfrm>
            <a:off x="7281907" y="986085"/>
            <a:ext cx="3983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DNA samples in loading mixture</a:t>
            </a:r>
            <a:endParaRPr lang="en-IN" sz="20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68304A-7E8B-283C-7F4A-39BD52C5832E}"/>
              </a:ext>
            </a:extLst>
          </p:cNvPr>
          <p:cNvSpPr txBox="1"/>
          <p:nvPr/>
        </p:nvSpPr>
        <p:spPr>
          <a:xfrm>
            <a:off x="1903665" y="1467382"/>
            <a:ext cx="546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" b="1" dirty="0"/>
              <a:t>Crime scene</a:t>
            </a:r>
          </a:p>
          <a:p>
            <a:pPr algn="ctr"/>
            <a:r>
              <a:rPr lang="en-US" sz="450" b="1" dirty="0"/>
              <a:t>sample</a:t>
            </a:r>
            <a:endParaRPr lang="en-IN" sz="450" b="1" dirty="0"/>
          </a:p>
        </p:txBody>
      </p:sp>
    </p:spTree>
    <p:extLst>
      <p:ext uri="{BB962C8B-B14F-4D97-AF65-F5344CB8AC3E}">
        <p14:creationId xmlns:p14="http://schemas.microsoft.com/office/powerpoint/2010/main" val="1239633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2711C-9940-87A8-52F1-C5788E3AA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157636C-DAE5-F15F-17A3-CC6E1791C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BB82F6C-B4A5-523F-926D-D37BEF4028EA}"/>
                  </a:ext>
                </a:extLst>
              </p14:cNvPr>
              <p14:cNvContentPartPr/>
              <p14:nvPr/>
            </p14:nvContentPartPr>
            <p14:xfrm>
              <a:off x="2182495" y="1550723"/>
              <a:ext cx="14400" cy="147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BB82F6C-B4A5-523F-926D-D37BEF4028E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76375" y="1544603"/>
                <a:ext cx="2664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D433B45-7A8F-39B6-DF48-65050399C6B1}"/>
                  </a:ext>
                </a:extLst>
              </p14:cNvPr>
              <p14:cNvContentPartPr/>
              <p14:nvPr/>
            </p14:nvContentPartPr>
            <p14:xfrm>
              <a:off x="2182495" y="1550723"/>
              <a:ext cx="28800" cy="21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D433B45-7A8F-39B6-DF48-65050399C6B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76375" y="1544603"/>
                <a:ext cx="4104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F5EFAA2-1CA9-A7E5-4151-9DF31DEE4461}"/>
                  </a:ext>
                </a:extLst>
              </p14:cNvPr>
              <p14:cNvContentPartPr/>
              <p14:nvPr/>
            </p14:nvContentPartPr>
            <p14:xfrm>
              <a:off x="2194375" y="1564043"/>
              <a:ext cx="10800" cy="87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F5EFAA2-1CA9-A7E5-4151-9DF31DEE446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88255" y="1557923"/>
                <a:ext cx="23040" cy="9936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A5BC10C6-E75C-F901-3461-582D10A97238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90731D4-7A79-5F06-1A5A-FB59836AB65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4CA277F-DAFE-81EB-850D-AD68AE3D421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3775733-3774-1CCB-7C8E-17844984B47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33285DA-6DF1-EA17-CABF-7F165550FA9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508ED42-C20C-2B9B-A61F-948D6A82B71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5D1A0C4-A256-9DF1-8BBF-F54C7C24BDF7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170443-D6FA-A6C9-5D1A-3D4F766A4FC2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7066C4C-DCFC-6325-0E23-34129F8F90D3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FEFF93-EB1D-AE5D-6D7D-247147F71A45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247B61-62A7-79B2-3DFC-0121DAAFFB05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CADC24-D351-7A74-1539-42E1A1A20AAC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F1B370B-10B4-C812-DE14-2AAC0AFE8028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5C727B-71D2-F5D8-8CAB-9AF197357ABD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208E56-03B2-256D-9212-8799B8E0FEE2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C2A0D6-2660-4C0B-17ED-CAA9A6E9A851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0A323A9-A6DB-5A47-CBCC-A8FA4811E12D}"/>
                  </a:ext>
                </a:extLst>
              </p14:cNvPr>
              <p14:cNvContentPartPr/>
              <p14:nvPr/>
            </p14:nvContentPartPr>
            <p14:xfrm>
              <a:off x="1871630" y="1549538"/>
              <a:ext cx="590040" cy="39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0A323A9-A6DB-5A47-CBCC-A8FA4811E12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53630" y="1531538"/>
                <a:ext cx="625680" cy="7524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31F24D2-0B60-3F0F-D425-DFCAEE20630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38690" y="289856"/>
            <a:ext cx="802263" cy="159835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8F970E0-5737-3413-2A8D-836FC8DEF169}"/>
              </a:ext>
            </a:extLst>
          </p:cNvPr>
          <p:cNvSpPr txBox="1"/>
          <p:nvPr/>
        </p:nvSpPr>
        <p:spPr>
          <a:xfrm>
            <a:off x="2048568" y="104715"/>
            <a:ext cx="809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Identify The Criminal Through DNA Fingerprinting</a:t>
            </a:r>
            <a:endParaRPr lang="en-IN" sz="28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1289B7-3113-7934-69E4-B8E2BA57EB06}"/>
              </a:ext>
            </a:extLst>
          </p:cNvPr>
          <p:cNvSpPr txBox="1"/>
          <p:nvPr/>
        </p:nvSpPr>
        <p:spPr>
          <a:xfrm>
            <a:off x="7281907" y="3846965"/>
            <a:ext cx="1502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Crime scene sample</a:t>
            </a:r>
            <a:endParaRPr lang="en-IN" sz="11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1D397D-212C-6CC5-1E58-0CAADC76CA17}"/>
              </a:ext>
            </a:extLst>
          </p:cNvPr>
          <p:cNvSpPr txBox="1"/>
          <p:nvPr/>
        </p:nvSpPr>
        <p:spPr>
          <a:xfrm>
            <a:off x="10391351" y="2699135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Suspect-2 Sample</a:t>
            </a:r>
            <a:endParaRPr lang="en-IN" sz="10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732714-B401-D015-DB71-BA999BB1C748}"/>
              </a:ext>
            </a:extLst>
          </p:cNvPr>
          <p:cNvSpPr txBox="1"/>
          <p:nvPr/>
        </p:nvSpPr>
        <p:spPr>
          <a:xfrm>
            <a:off x="8899151" y="2699180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Suspect-1 Sample</a:t>
            </a:r>
            <a:endParaRPr lang="en-IN" sz="10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1B64F2-1E6F-6DB3-E3F6-A05F6F72F91A}"/>
              </a:ext>
            </a:extLst>
          </p:cNvPr>
          <p:cNvSpPr txBox="1"/>
          <p:nvPr/>
        </p:nvSpPr>
        <p:spPr>
          <a:xfrm>
            <a:off x="8957643" y="4820749"/>
            <a:ext cx="14046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Suspect-3 Sample</a:t>
            </a:r>
            <a:endParaRPr lang="en-IN" sz="11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29662C-B7D0-4D83-122C-C394297A83AA}"/>
              </a:ext>
            </a:extLst>
          </p:cNvPr>
          <p:cNvSpPr txBox="1"/>
          <p:nvPr/>
        </p:nvSpPr>
        <p:spPr>
          <a:xfrm>
            <a:off x="10463983" y="4804347"/>
            <a:ext cx="1404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Suspect-4 Sample</a:t>
            </a:r>
            <a:endParaRPr lang="en-IN" sz="11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84B9E7-DAA8-D25D-DDDE-612F46E3358F}"/>
              </a:ext>
            </a:extLst>
          </p:cNvPr>
          <p:cNvSpPr txBox="1"/>
          <p:nvPr/>
        </p:nvSpPr>
        <p:spPr>
          <a:xfrm>
            <a:off x="7281907" y="986085"/>
            <a:ext cx="3983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DNA samples in loading mixture</a:t>
            </a:r>
            <a:endParaRPr lang="en-IN" sz="20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2AC7B16-44BF-542A-033B-FB6BE0F44728}"/>
              </a:ext>
            </a:extLst>
          </p:cNvPr>
          <p:cNvSpPr txBox="1"/>
          <p:nvPr/>
        </p:nvSpPr>
        <p:spPr>
          <a:xfrm>
            <a:off x="1903665" y="1467382"/>
            <a:ext cx="546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" b="1" dirty="0"/>
              <a:t>Crime scene</a:t>
            </a:r>
          </a:p>
          <a:p>
            <a:pPr algn="ctr"/>
            <a:r>
              <a:rPr lang="en-US" sz="450" b="1" dirty="0"/>
              <a:t>sample</a:t>
            </a:r>
            <a:endParaRPr lang="en-IN" sz="450" b="1" dirty="0"/>
          </a:p>
        </p:txBody>
      </p:sp>
    </p:spTree>
    <p:extLst>
      <p:ext uri="{BB962C8B-B14F-4D97-AF65-F5344CB8AC3E}">
        <p14:creationId xmlns:p14="http://schemas.microsoft.com/office/powerpoint/2010/main" val="2602730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5E7B0-E27D-F7A9-68C7-340825992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74479D-5194-B02C-C5D9-89D504B8F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C138F3C-D59D-89B9-3621-16F3DD4B2775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C138F3C-D59D-89B9-3621-16F3DD4B27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52F517E-9F08-60B6-71F1-FE074AA03310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52F517E-9F08-60B6-71F1-FE074AA0331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318D3E8-A42D-C991-E381-AE90CAEE4065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318D3E8-A42D-C991-E381-AE90CAEE406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4BEC4E47-26C8-F486-F101-2D4715FF490D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55C0F23-7953-46EF-E223-4A270164031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B3D3733-F8F3-5C7A-7470-31EB9E22933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375335A-105C-750A-57B7-7E9EF8723D2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09D6980-9687-FD2D-C4A0-87162E918B6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822685C-C322-8DDB-FB7C-1E018FD3ECD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7F1B2EA-F0DD-E43E-75C6-A6D3F248B5A2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7AEE76-E47A-EA8F-13B1-4A85629D31D2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3324979-8CE3-7E4F-F9A6-88F321E938DB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AB2778-96F4-19E0-C9F9-8F2FF3E16205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A2991C-4023-591A-87AD-E7D74EEF90EA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0D9B16-627D-F6B1-6716-9CFACDD79EB6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718D53-A65B-B0E4-3BE3-F5D527C52DE7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E97403-D5D2-FED9-3A4E-4ACF54335931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5B211DF-D188-4B96-D6E2-B2C3DD537ABC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6592F7-5B0A-6793-AF8D-B925B9CB1BD6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6BC7CB2-FAB9-424A-2340-3D8B596CF775}"/>
                  </a:ext>
                </a:extLst>
              </p14:cNvPr>
              <p14:cNvContentPartPr/>
              <p14:nvPr/>
            </p14:nvContentPartPr>
            <p14:xfrm>
              <a:off x="1871630" y="1549538"/>
              <a:ext cx="590040" cy="39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6BC7CB2-FAB9-424A-2340-3D8B596CF77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53630" y="1531538"/>
                <a:ext cx="625680" cy="75240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5512C803-EF9E-1CA2-9ECB-03EC4E1A2CC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38690" y="289856"/>
            <a:ext cx="802263" cy="159835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4B7DFCA-8411-AFAA-1745-C78AF7762B76}"/>
              </a:ext>
            </a:extLst>
          </p:cNvPr>
          <p:cNvSpPr txBox="1"/>
          <p:nvPr/>
        </p:nvSpPr>
        <p:spPr>
          <a:xfrm>
            <a:off x="2048568" y="104715"/>
            <a:ext cx="809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Identify The Criminal Through DNA Fingerprinting</a:t>
            </a:r>
            <a:endParaRPr lang="en-IN" sz="28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04487A-2C28-3C82-6632-FA996132BFA7}"/>
              </a:ext>
            </a:extLst>
          </p:cNvPr>
          <p:cNvSpPr txBox="1"/>
          <p:nvPr/>
        </p:nvSpPr>
        <p:spPr>
          <a:xfrm>
            <a:off x="7281907" y="3846965"/>
            <a:ext cx="1502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Crime scene sample</a:t>
            </a:r>
            <a:endParaRPr lang="en-IN" sz="11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98274B-FFF0-8ED3-EB57-A66BDC6AC4BB}"/>
              </a:ext>
            </a:extLst>
          </p:cNvPr>
          <p:cNvSpPr txBox="1"/>
          <p:nvPr/>
        </p:nvSpPr>
        <p:spPr>
          <a:xfrm>
            <a:off x="10391351" y="2699135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Suspect-2 Sample</a:t>
            </a:r>
            <a:endParaRPr lang="en-IN" sz="10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36894C-0AC8-9C14-063C-E281C2A21454}"/>
              </a:ext>
            </a:extLst>
          </p:cNvPr>
          <p:cNvSpPr txBox="1"/>
          <p:nvPr/>
        </p:nvSpPr>
        <p:spPr>
          <a:xfrm>
            <a:off x="8899151" y="2699180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Suspect-1 Sample</a:t>
            </a:r>
            <a:endParaRPr lang="en-IN" sz="10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94B06E-9EF2-FEA2-CBB7-442FB1BD370A}"/>
              </a:ext>
            </a:extLst>
          </p:cNvPr>
          <p:cNvSpPr txBox="1"/>
          <p:nvPr/>
        </p:nvSpPr>
        <p:spPr>
          <a:xfrm>
            <a:off x="8957643" y="4820749"/>
            <a:ext cx="14046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Suspect-3 Sample</a:t>
            </a:r>
            <a:endParaRPr lang="en-IN" sz="11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910C86-318C-8BAD-3540-81A96534E2DF}"/>
              </a:ext>
            </a:extLst>
          </p:cNvPr>
          <p:cNvSpPr txBox="1"/>
          <p:nvPr/>
        </p:nvSpPr>
        <p:spPr>
          <a:xfrm>
            <a:off x="10463983" y="4804347"/>
            <a:ext cx="1404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Suspect-4 Sample</a:t>
            </a:r>
            <a:endParaRPr lang="en-IN" sz="11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31BE5D-A76C-AFBD-E992-88263CCAFB59}"/>
              </a:ext>
            </a:extLst>
          </p:cNvPr>
          <p:cNvSpPr txBox="1"/>
          <p:nvPr/>
        </p:nvSpPr>
        <p:spPr>
          <a:xfrm>
            <a:off x="7281907" y="986085"/>
            <a:ext cx="3983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DNA samples in loading mixture</a:t>
            </a:r>
            <a:endParaRPr lang="en-IN" sz="20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701CF3-718C-EF38-632D-EE6DDFCA5522}"/>
              </a:ext>
            </a:extLst>
          </p:cNvPr>
          <p:cNvSpPr txBox="1"/>
          <p:nvPr/>
        </p:nvSpPr>
        <p:spPr>
          <a:xfrm>
            <a:off x="1903665" y="1467382"/>
            <a:ext cx="546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" b="1" dirty="0"/>
              <a:t>Crime scene</a:t>
            </a:r>
          </a:p>
          <a:p>
            <a:pPr algn="ctr"/>
            <a:r>
              <a:rPr lang="en-US" sz="450" b="1" dirty="0"/>
              <a:t>sample</a:t>
            </a:r>
            <a:endParaRPr lang="en-IN" sz="450" b="1" dirty="0"/>
          </a:p>
        </p:txBody>
      </p:sp>
    </p:spTree>
    <p:extLst>
      <p:ext uri="{BB962C8B-B14F-4D97-AF65-F5344CB8AC3E}">
        <p14:creationId xmlns:p14="http://schemas.microsoft.com/office/powerpoint/2010/main" val="3011132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7ABCC-28BE-BE39-0462-F8F14A608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538D5A-641E-25E3-2366-880E8069E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DD35867-4BEE-3F3B-45A7-A73BD9FFDDA3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DD35867-4BEE-3F3B-45A7-A73BD9FFDDA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B063C32-3516-0025-BE20-EE66D7C65CCD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B063C32-3516-0025-BE20-EE66D7C65CC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37058D6-4A7D-E3D2-DAA4-D77164FBE382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37058D6-4A7D-E3D2-DAA4-D77164FBE38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4D80156-7A4E-0F84-87BC-778843D1E7E4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E86A57B-D4D9-8E36-BBB8-22484DB148A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D675750-0AE4-99FA-4C89-D1CD0181337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2B0253E-2873-D784-1F7D-31393BB8BA4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67DC144-4EAD-BACA-54FC-F6AFD3DEC63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A9E4250-0A41-695C-C94E-D27C2158A22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D367817-0525-E468-1FDF-22A434B46B6E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D8E9E0-5F98-5F58-677F-D048D53E84C4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24A5F12-8449-D77C-2E36-2B501AFB50BF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6F6042D-5B1D-7AE1-A028-CE098CD0CCAC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3204EE-1BB7-7315-EB99-EE20EBA4F22D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E795D3A-CC3C-E9AA-7223-A1B2F8F7B049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9EA4E6-BBDC-2489-408D-ECEACF9D6644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DC035E-19E7-BBE6-27EB-5C22BD3AC351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1796529-0790-B47D-F640-AB517CE1784C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6ED0A9-06B5-D19A-B99F-9DD078408B6B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2CB5219-2F94-2428-E7DA-0EEE3D84A7FB}"/>
                  </a:ext>
                </a:extLst>
              </p14:cNvPr>
              <p14:cNvContentPartPr/>
              <p14:nvPr/>
            </p14:nvContentPartPr>
            <p14:xfrm>
              <a:off x="1871630" y="1549538"/>
              <a:ext cx="590040" cy="396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2CB5219-2F94-2428-E7DA-0EEE3D84A7F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853630" y="1531538"/>
                <a:ext cx="625680" cy="7524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9606B50-FE77-0955-D81C-3BD3E7189154}"/>
              </a:ext>
            </a:extLst>
          </p:cNvPr>
          <p:cNvSpPr txBox="1"/>
          <p:nvPr/>
        </p:nvSpPr>
        <p:spPr>
          <a:xfrm>
            <a:off x="2048568" y="104715"/>
            <a:ext cx="809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Identify The Criminal Through DNA Fingerprinting</a:t>
            </a:r>
            <a:endParaRPr lang="en-IN" sz="28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2782D8-4704-41B2-6768-8B399F4D3B47}"/>
              </a:ext>
            </a:extLst>
          </p:cNvPr>
          <p:cNvSpPr txBox="1"/>
          <p:nvPr/>
        </p:nvSpPr>
        <p:spPr>
          <a:xfrm>
            <a:off x="7281907" y="3846965"/>
            <a:ext cx="1502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Crime scene sample</a:t>
            </a:r>
            <a:endParaRPr lang="en-IN" sz="11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CA25C4-2808-AE96-7864-8DDAC7166747}"/>
              </a:ext>
            </a:extLst>
          </p:cNvPr>
          <p:cNvSpPr txBox="1"/>
          <p:nvPr/>
        </p:nvSpPr>
        <p:spPr>
          <a:xfrm>
            <a:off x="10391351" y="2699135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Suspect-2 Sample</a:t>
            </a:r>
            <a:endParaRPr lang="en-IN" sz="10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13ADCF-B212-F43D-5E4C-B0E44719559C}"/>
              </a:ext>
            </a:extLst>
          </p:cNvPr>
          <p:cNvSpPr txBox="1"/>
          <p:nvPr/>
        </p:nvSpPr>
        <p:spPr>
          <a:xfrm>
            <a:off x="8899151" y="2699180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Suspect-1 Sample</a:t>
            </a:r>
            <a:endParaRPr lang="en-IN" sz="10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24EA84-8F78-933C-64E4-2738E5A36299}"/>
              </a:ext>
            </a:extLst>
          </p:cNvPr>
          <p:cNvSpPr txBox="1"/>
          <p:nvPr/>
        </p:nvSpPr>
        <p:spPr>
          <a:xfrm>
            <a:off x="8957643" y="4820749"/>
            <a:ext cx="14046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Suspect-3 Sample</a:t>
            </a:r>
            <a:endParaRPr lang="en-IN" sz="11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2D58B5-364A-4114-A1E4-D8BC69580C95}"/>
              </a:ext>
            </a:extLst>
          </p:cNvPr>
          <p:cNvSpPr txBox="1"/>
          <p:nvPr/>
        </p:nvSpPr>
        <p:spPr>
          <a:xfrm>
            <a:off x="10463983" y="4804347"/>
            <a:ext cx="1404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Suspect-4 Sample</a:t>
            </a:r>
            <a:endParaRPr lang="en-IN" sz="11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05B55E-F0C9-45A9-6B58-6D0FCD8047B3}"/>
              </a:ext>
            </a:extLst>
          </p:cNvPr>
          <p:cNvSpPr txBox="1"/>
          <p:nvPr/>
        </p:nvSpPr>
        <p:spPr>
          <a:xfrm>
            <a:off x="7281907" y="986085"/>
            <a:ext cx="3983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DNA samples in loading mixture</a:t>
            </a:r>
            <a:endParaRPr lang="en-IN" sz="20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CA2A96A-A187-B96C-5DA8-A8C375EA60E3}"/>
              </a:ext>
            </a:extLst>
          </p:cNvPr>
          <p:cNvSpPr txBox="1"/>
          <p:nvPr/>
        </p:nvSpPr>
        <p:spPr>
          <a:xfrm>
            <a:off x="1903665" y="1467382"/>
            <a:ext cx="546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" b="1" dirty="0"/>
              <a:t>Crime scene</a:t>
            </a:r>
          </a:p>
          <a:p>
            <a:pPr algn="ctr"/>
            <a:r>
              <a:rPr lang="en-US" sz="450" b="1" dirty="0"/>
              <a:t>sample</a:t>
            </a:r>
            <a:endParaRPr lang="en-IN" sz="450" b="1" dirty="0"/>
          </a:p>
        </p:txBody>
      </p:sp>
    </p:spTree>
    <p:extLst>
      <p:ext uri="{BB962C8B-B14F-4D97-AF65-F5344CB8AC3E}">
        <p14:creationId xmlns:p14="http://schemas.microsoft.com/office/powerpoint/2010/main" val="4089954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368A3-A167-A705-01AB-8DC276857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6577F4E-71E2-5347-E637-7D12A27A8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F53AB8B-FA5D-398C-D15D-5A46260AB77F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F53AB8B-FA5D-398C-D15D-5A46260AB7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D4719EE-A695-0008-2758-27C297898841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D4719EE-A695-0008-2758-27C29789884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66D81C8-8A9F-87F6-ACC6-A6CB40E041D5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66D81C8-8A9F-87F6-ACC6-A6CB40E041D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B146743-8AC7-BB8B-C34D-171B578C27F9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2BA3A6E-9C0C-6206-949F-5FA86E85C51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ECFB733-BF48-AD12-BEDB-A19E7DE6A68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E803D4C-A2DE-C92A-4490-4E7352CF97F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BF6C58F-F5BC-3045-13BF-FA4E466F691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2ACC6E6-AC09-609E-C159-BBDBA46CC73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8FC173C-71FA-5FD6-F0F4-8E416196B3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3029" y="2726410"/>
            <a:ext cx="802263" cy="159835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E163E994-F5D3-FCDA-19BD-7C3023D67B79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0D84B3-6C95-4858-4F9B-89AD99CA2751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F5B291C-D53F-232F-82A4-90F8D63AF84E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B658059-A367-C920-02BC-2EE15F9422AA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55F19B-0CC4-83D1-DC0D-E6B05409F6BC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0967332-BF46-A08B-0245-D794A5AB4283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792E4-6002-0D83-BE3C-37A4EE92CBCC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034776-CF27-A7A1-FC80-0B553BC1A90E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5346295-4CCC-CC36-4AC7-5B10A0C58ABB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55FB86-9977-5C6D-32EC-941838E821B6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9D8AABD-B87C-2744-649B-F0D7C44B3EFD}"/>
                  </a:ext>
                </a:extLst>
              </p14:cNvPr>
              <p14:cNvContentPartPr/>
              <p14:nvPr/>
            </p14:nvContentPartPr>
            <p14:xfrm>
              <a:off x="1871630" y="1549538"/>
              <a:ext cx="590040" cy="396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9D8AABD-B87C-2744-649B-F0D7C44B3EF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53630" y="1531538"/>
                <a:ext cx="625680" cy="7524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B50CFEE7-7E3E-3B5A-6E69-5F85A3DC61EE}"/>
              </a:ext>
            </a:extLst>
          </p:cNvPr>
          <p:cNvSpPr txBox="1"/>
          <p:nvPr/>
        </p:nvSpPr>
        <p:spPr>
          <a:xfrm>
            <a:off x="2048568" y="104715"/>
            <a:ext cx="809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Identify The Criminal Through DNA Fingerprinting</a:t>
            </a:r>
            <a:endParaRPr lang="en-IN" sz="28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C4ECB8-FAE2-B27E-42AE-D0F31FC7223D}"/>
              </a:ext>
            </a:extLst>
          </p:cNvPr>
          <p:cNvSpPr txBox="1"/>
          <p:nvPr/>
        </p:nvSpPr>
        <p:spPr>
          <a:xfrm>
            <a:off x="7281907" y="3846965"/>
            <a:ext cx="1502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Crime scene sample</a:t>
            </a:r>
            <a:endParaRPr lang="en-IN" sz="11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59375E-B459-9D18-FAAE-08DEF3A0EA5F}"/>
              </a:ext>
            </a:extLst>
          </p:cNvPr>
          <p:cNvSpPr txBox="1"/>
          <p:nvPr/>
        </p:nvSpPr>
        <p:spPr>
          <a:xfrm>
            <a:off x="10391351" y="2699135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Suspect-2 Sample</a:t>
            </a:r>
            <a:endParaRPr lang="en-IN" sz="10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78EE03-4478-E4BB-D599-36242FD4AF16}"/>
              </a:ext>
            </a:extLst>
          </p:cNvPr>
          <p:cNvSpPr txBox="1"/>
          <p:nvPr/>
        </p:nvSpPr>
        <p:spPr>
          <a:xfrm>
            <a:off x="8899151" y="2699180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Suspect-1 Sample</a:t>
            </a:r>
            <a:endParaRPr lang="en-IN" sz="10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FD7280-EFAC-F7D2-7EAE-4F9099D689F9}"/>
              </a:ext>
            </a:extLst>
          </p:cNvPr>
          <p:cNvSpPr txBox="1"/>
          <p:nvPr/>
        </p:nvSpPr>
        <p:spPr>
          <a:xfrm>
            <a:off x="8957643" y="4820749"/>
            <a:ext cx="14046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Suspect-3 Sample</a:t>
            </a:r>
            <a:endParaRPr lang="en-IN" sz="11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B7CB0B-7A7E-2372-F02E-8017F00ACAC0}"/>
              </a:ext>
            </a:extLst>
          </p:cNvPr>
          <p:cNvSpPr txBox="1"/>
          <p:nvPr/>
        </p:nvSpPr>
        <p:spPr>
          <a:xfrm>
            <a:off x="10463983" y="4804347"/>
            <a:ext cx="1404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Suspect-4 Sample</a:t>
            </a:r>
            <a:endParaRPr lang="en-IN" sz="11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BB543F-3D23-15E9-BFC2-39CC9B5956C5}"/>
              </a:ext>
            </a:extLst>
          </p:cNvPr>
          <p:cNvSpPr txBox="1"/>
          <p:nvPr/>
        </p:nvSpPr>
        <p:spPr>
          <a:xfrm>
            <a:off x="7281907" y="986085"/>
            <a:ext cx="3983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DNA samples in loading mixture</a:t>
            </a:r>
            <a:endParaRPr lang="en-IN" sz="20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4EF2CD-1337-6110-AFF2-510A75434466}"/>
              </a:ext>
            </a:extLst>
          </p:cNvPr>
          <p:cNvSpPr txBox="1"/>
          <p:nvPr/>
        </p:nvSpPr>
        <p:spPr>
          <a:xfrm>
            <a:off x="1903665" y="1467382"/>
            <a:ext cx="546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" b="1" dirty="0"/>
              <a:t>Crime scene</a:t>
            </a:r>
          </a:p>
          <a:p>
            <a:pPr algn="ctr"/>
            <a:r>
              <a:rPr lang="en-US" sz="450" b="1" dirty="0"/>
              <a:t>sample</a:t>
            </a:r>
            <a:endParaRPr lang="en-IN" sz="450" b="1" dirty="0"/>
          </a:p>
        </p:txBody>
      </p:sp>
    </p:spTree>
    <p:extLst>
      <p:ext uri="{BB962C8B-B14F-4D97-AF65-F5344CB8AC3E}">
        <p14:creationId xmlns:p14="http://schemas.microsoft.com/office/powerpoint/2010/main" val="1670898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22DEF-88F1-55BD-4587-97C20A0F5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BF4E782-8CD1-A33E-1640-B6B428FC7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029" y="2726410"/>
            <a:ext cx="802263" cy="159835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ADE771A-3824-D7BB-53D7-4290E72C49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E39BA83-20CD-0686-E34F-3D08CEF262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13E6C33-52E6-1EF7-7540-77371A1E24C9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13E6C33-52E6-1EF7-7540-77371A1E24C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DA60757-D8A8-D8CA-55A8-53C4FC67727F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DA60757-D8A8-D8CA-55A8-53C4FC67727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E0866DC-5891-98A0-82F9-F06EDC92443A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E0866DC-5891-98A0-82F9-F06EDC92443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0C60B20-79B0-ADC0-5C25-F9C154C2898A}"/>
                  </a:ext>
                </a:extLst>
              </p14:cNvPr>
              <p14:cNvContentPartPr/>
              <p14:nvPr/>
            </p14:nvContentPartPr>
            <p14:xfrm>
              <a:off x="9655942" y="4088929"/>
              <a:ext cx="15626" cy="103162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0C60B20-79B0-ADC0-5C25-F9C154C2898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649905" y="4082797"/>
                <a:ext cx="27701" cy="115426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803C886E-97A8-4530-9B66-1EC9BAB833AB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9245852-55B8-94B8-0098-E6C6C149B3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BF0FD70-C28C-4228-DD2A-3351D3503D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05251C7-2C32-07DD-ABA0-65F90B5AC3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087A27-AB6A-4298-F8A7-D87E0860D3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245FA5-B3F4-D454-45B4-A7848B2F46F0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3B40DD-0056-6F52-28BF-8D0FBF058B18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CB75CA2-D548-8AA7-B34A-DB61B23607C0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99377D7-CCF4-6D53-6AA6-F0E17A7CA07F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E8FFEC-C258-62CE-3D76-727F662473EF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8F300B-73FA-8387-70CF-93FB6078BBE5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76433F-C4DA-7C18-85BC-09439FE196FF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81FC96E-122D-6AD5-3E62-D19C55C04449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E299317-4E91-888C-6908-5022BB13B891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3329B0-B876-00C5-A66B-69480D8FF1BD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666F9D1-C48E-87AD-6DE5-989DA15D8D19}"/>
                  </a:ext>
                </a:extLst>
              </p14:cNvPr>
              <p14:cNvContentPartPr/>
              <p14:nvPr/>
            </p14:nvContentPartPr>
            <p14:xfrm>
              <a:off x="1871630" y="1549538"/>
              <a:ext cx="590040" cy="39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666F9D1-C48E-87AD-6DE5-989DA15D8D1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53630" y="1531538"/>
                <a:ext cx="625680" cy="7524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92F351E1-94EA-35A7-ABEB-F3E51FE6EA24}"/>
              </a:ext>
            </a:extLst>
          </p:cNvPr>
          <p:cNvSpPr txBox="1"/>
          <p:nvPr/>
        </p:nvSpPr>
        <p:spPr>
          <a:xfrm>
            <a:off x="2048568" y="104715"/>
            <a:ext cx="809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Identify The Criminal Through DNA Fingerprinting</a:t>
            </a:r>
            <a:endParaRPr lang="en-IN" sz="28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49694F-922C-6AD7-46D4-5CFD4BF9EF18}"/>
              </a:ext>
            </a:extLst>
          </p:cNvPr>
          <p:cNvSpPr txBox="1"/>
          <p:nvPr/>
        </p:nvSpPr>
        <p:spPr>
          <a:xfrm>
            <a:off x="7281907" y="3846965"/>
            <a:ext cx="1502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Crime scene sample</a:t>
            </a:r>
            <a:endParaRPr lang="en-IN" sz="11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F5571F-5583-9299-4FE4-0299F39520C8}"/>
              </a:ext>
            </a:extLst>
          </p:cNvPr>
          <p:cNvSpPr txBox="1"/>
          <p:nvPr/>
        </p:nvSpPr>
        <p:spPr>
          <a:xfrm>
            <a:off x="10391351" y="2699135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Suspect-2 Sample</a:t>
            </a:r>
            <a:endParaRPr lang="en-IN" sz="10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D62016-D5E0-A3A9-43D9-3CAAFD6EA43A}"/>
              </a:ext>
            </a:extLst>
          </p:cNvPr>
          <p:cNvSpPr txBox="1"/>
          <p:nvPr/>
        </p:nvSpPr>
        <p:spPr>
          <a:xfrm>
            <a:off x="8899151" y="2699180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Suspect-1 Sample</a:t>
            </a:r>
            <a:endParaRPr lang="en-IN" sz="10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979E30-AD53-907D-8368-F4130EE49647}"/>
              </a:ext>
            </a:extLst>
          </p:cNvPr>
          <p:cNvSpPr txBox="1"/>
          <p:nvPr/>
        </p:nvSpPr>
        <p:spPr>
          <a:xfrm>
            <a:off x="8957643" y="4820749"/>
            <a:ext cx="14046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Suspect-3 Sample</a:t>
            </a:r>
            <a:endParaRPr lang="en-IN" sz="11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3BD5EC-4CF3-E202-E9D4-D83BD8493C42}"/>
              </a:ext>
            </a:extLst>
          </p:cNvPr>
          <p:cNvSpPr txBox="1"/>
          <p:nvPr/>
        </p:nvSpPr>
        <p:spPr>
          <a:xfrm>
            <a:off x="10463983" y="4804347"/>
            <a:ext cx="1404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Suspect-4 Sample</a:t>
            </a:r>
            <a:endParaRPr lang="en-IN" sz="11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D4C49C-931F-EA42-9D3C-259D4334247F}"/>
              </a:ext>
            </a:extLst>
          </p:cNvPr>
          <p:cNvSpPr txBox="1"/>
          <p:nvPr/>
        </p:nvSpPr>
        <p:spPr>
          <a:xfrm>
            <a:off x="7281907" y="986085"/>
            <a:ext cx="3983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DNA samples in loading mixture</a:t>
            </a:r>
            <a:endParaRPr lang="en-IN" sz="20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1D5D9A-D6E0-8071-D25A-A87654B95A86}"/>
              </a:ext>
            </a:extLst>
          </p:cNvPr>
          <p:cNvSpPr txBox="1"/>
          <p:nvPr/>
        </p:nvSpPr>
        <p:spPr>
          <a:xfrm>
            <a:off x="1903665" y="1467382"/>
            <a:ext cx="546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" b="1" dirty="0"/>
              <a:t>Crime scene</a:t>
            </a:r>
          </a:p>
          <a:p>
            <a:pPr algn="ctr"/>
            <a:r>
              <a:rPr lang="en-US" sz="450" b="1" dirty="0"/>
              <a:t>sample</a:t>
            </a:r>
            <a:endParaRPr lang="en-IN" sz="450" b="1" dirty="0"/>
          </a:p>
        </p:txBody>
      </p:sp>
    </p:spTree>
    <p:extLst>
      <p:ext uri="{BB962C8B-B14F-4D97-AF65-F5344CB8AC3E}">
        <p14:creationId xmlns:p14="http://schemas.microsoft.com/office/powerpoint/2010/main" val="942786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EFF01-379D-8B98-0B7F-190B6CB19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A1C31B-359B-D98F-BF43-088DAE126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BA0C0C1-56AB-3A2F-ADFC-A2E028EBF962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BA0C0C1-56AB-3A2F-ADFC-A2E028EBF9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DA817A7-5AAD-85FD-19DD-51E7C663B697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DA817A7-5AAD-85FD-19DD-51E7C663B69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5004471-2CCD-777B-B10D-ADE8BAC2FFDB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5004471-2CCD-777B-B10D-ADE8BAC2FFD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0FEE549-7813-FB8E-A5C6-5A8E0FCEB9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72851" y="303808"/>
            <a:ext cx="802263" cy="15983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8C974A0-C4DD-9078-14DF-B3B567E9003F}"/>
                  </a:ext>
                </a:extLst>
              </p14:cNvPr>
              <p14:cNvContentPartPr/>
              <p14:nvPr/>
            </p14:nvContentPartPr>
            <p14:xfrm>
              <a:off x="2718143" y="1591810"/>
              <a:ext cx="22320" cy="119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8C974A0-C4DD-9078-14DF-B3B567E9003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12023" y="1585690"/>
                <a:ext cx="34560" cy="13176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15836AC0-07B0-F15A-8508-09F2033576E1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425AAA50-4AB8-1449-3BF1-DC96B7890752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859D5B06-845A-E9D6-B084-511CA78E130C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932EBF2B-E904-609A-83F4-ED0B81CC402F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79C1346-5912-E9B5-230B-CCF222E558C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E1667E9C-2879-A8E8-915B-9CD8A1269605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AFC7E635-4FB9-F9AD-7AC7-D90A409CF7BF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1583B5-CFD0-B1AC-1791-B4C044F7D757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7F0879F-199B-8191-8038-C83D48DA00E8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892A538-BFCB-6A25-6AFB-7754599720CC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83156C-8D4C-2C28-43B4-0DABB133BE53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91FB56-7F61-0265-62B4-61673DA2A5F7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BA4ADE8-56A0-835C-E5D6-A7813DEB02E9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589FD6-4907-922A-1545-E53889BF260D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3221F20-9E7D-1BA2-04A7-72CC81C4102A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4F1534-1F36-F220-A030-71D1E24B26D4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635C166-AA4E-7CC3-9864-E1DBDB9E1361}"/>
                  </a:ext>
                </a:extLst>
              </p14:cNvPr>
              <p14:cNvContentPartPr/>
              <p14:nvPr/>
            </p14:nvContentPartPr>
            <p14:xfrm>
              <a:off x="1871630" y="1549538"/>
              <a:ext cx="590040" cy="396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635C166-AA4E-7CC3-9864-E1DBDB9E136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53630" y="1531538"/>
                <a:ext cx="625680" cy="7524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24F8BB37-1F56-0E17-02BD-E020E3969281}"/>
              </a:ext>
            </a:extLst>
          </p:cNvPr>
          <p:cNvSpPr txBox="1"/>
          <p:nvPr/>
        </p:nvSpPr>
        <p:spPr>
          <a:xfrm>
            <a:off x="2048568" y="104715"/>
            <a:ext cx="809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Identify The Criminal Through DNA Fingerprinting</a:t>
            </a:r>
            <a:endParaRPr lang="en-IN" sz="28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10E084-DD31-8337-4005-7A86E4861116}"/>
              </a:ext>
            </a:extLst>
          </p:cNvPr>
          <p:cNvSpPr txBox="1"/>
          <p:nvPr/>
        </p:nvSpPr>
        <p:spPr>
          <a:xfrm>
            <a:off x="7281907" y="3846965"/>
            <a:ext cx="1502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Crime scene sample</a:t>
            </a:r>
            <a:endParaRPr lang="en-IN" sz="11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F883D8-3C10-EE52-EE90-34D7C23EFADD}"/>
              </a:ext>
            </a:extLst>
          </p:cNvPr>
          <p:cNvSpPr txBox="1"/>
          <p:nvPr/>
        </p:nvSpPr>
        <p:spPr>
          <a:xfrm>
            <a:off x="10391351" y="2699135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Suspect-2 Sample</a:t>
            </a:r>
            <a:endParaRPr lang="en-IN" sz="10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D4FB08-37DB-5047-6133-0B17B124E360}"/>
              </a:ext>
            </a:extLst>
          </p:cNvPr>
          <p:cNvSpPr txBox="1"/>
          <p:nvPr/>
        </p:nvSpPr>
        <p:spPr>
          <a:xfrm>
            <a:off x="8899151" y="2699180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Suspect-1 Sample</a:t>
            </a:r>
            <a:endParaRPr lang="en-IN" sz="10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3A8E76-CFBF-878C-18AE-5C9D8171084F}"/>
              </a:ext>
            </a:extLst>
          </p:cNvPr>
          <p:cNvSpPr txBox="1"/>
          <p:nvPr/>
        </p:nvSpPr>
        <p:spPr>
          <a:xfrm>
            <a:off x="8957643" y="4820749"/>
            <a:ext cx="14046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Suspect-3 Sample</a:t>
            </a:r>
            <a:endParaRPr lang="en-IN" sz="11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9965E1-7BD5-19FB-03AA-1A489B40A69B}"/>
              </a:ext>
            </a:extLst>
          </p:cNvPr>
          <p:cNvSpPr txBox="1"/>
          <p:nvPr/>
        </p:nvSpPr>
        <p:spPr>
          <a:xfrm>
            <a:off x="10463983" y="4804347"/>
            <a:ext cx="1404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Suspect-4 Sample</a:t>
            </a:r>
            <a:endParaRPr lang="en-IN" sz="11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5A9014-A97E-1334-73FD-C403FF42A303}"/>
              </a:ext>
            </a:extLst>
          </p:cNvPr>
          <p:cNvSpPr txBox="1"/>
          <p:nvPr/>
        </p:nvSpPr>
        <p:spPr>
          <a:xfrm>
            <a:off x="7281907" y="986085"/>
            <a:ext cx="3983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DNA samples in loading mixture</a:t>
            </a:r>
            <a:endParaRPr lang="en-IN" sz="20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0BCCEC-DE64-CF32-978F-2FBD371CD0A9}"/>
              </a:ext>
            </a:extLst>
          </p:cNvPr>
          <p:cNvSpPr txBox="1"/>
          <p:nvPr/>
        </p:nvSpPr>
        <p:spPr>
          <a:xfrm>
            <a:off x="1903665" y="1467382"/>
            <a:ext cx="546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" b="1" dirty="0"/>
              <a:t>Crime scene</a:t>
            </a:r>
          </a:p>
          <a:p>
            <a:pPr algn="ctr"/>
            <a:r>
              <a:rPr lang="en-US" sz="450" b="1" dirty="0"/>
              <a:t>sample</a:t>
            </a:r>
            <a:endParaRPr lang="en-IN" sz="450" b="1" dirty="0"/>
          </a:p>
        </p:txBody>
      </p:sp>
    </p:spTree>
    <p:extLst>
      <p:ext uri="{BB962C8B-B14F-4D97-AF65-F5344CB8AC3E}">
        <p14:creationId xmlns:p14="http://schemas.microsoft.com/office/powerpoint/2010/main" val="3006207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8D3F7-59EC-0DBC-03CC-0520B1F0E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95E589-9D04-29BF-78F4-A680AD9B2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4789B52-5770-E409-3F67-5B5FE04269F4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4789B52-5770-E409-3F67-5B5FE04269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D479AA0-3990-F672-4499-7E5F2FDE11C4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D479AA0-3990-F672-4499-7E5F2FDE11C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BB39991-2630-D491-BEAC-E373E369BE6D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BB39991-2630-D491-BEAC-E373E369BE6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95366F5-FE2D-29C9-C8A7-C3676E454DDA}"/>
                  </a:ext>
                </a:extLst>
              </p14:cNvPr>
              <p14:cNvContentPartPr/>
              <p14:nvPr/>
            </p14:nvContentPartPr>
            <p14:xfrm>
              <a:off x="2520835" y="1793823"/>
              <a:ext cx="401760" cy="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95366F5-FE2D-29C9-C8A7-C3676E454DD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0283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345B1B7-1517-EA20-B560-E9FD2AA95B57}"/>
                  </a:ext>
                </a:extLst>
              </p14:cNvPr>
              <p14:cNvContentPartPr/>
              <p14:nvPr/>
            </p14:nvContentPartPr>
            <p14:xfrm>
              <a:off x="2519035" y="1834863"/>
              <a:ext cx="413280" cy="6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345B1B7-1517-EA20-B560-E9FD2AA95B5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0139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6D17C946-9D26-F783-218E-DB696E44E97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72851" y="303808"/>
            <a:ext cx="802263" cy="159835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A8D37AD-5AF6-2746-D9A2-D089B4999FAD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B2C3616-D19A-154B-2CD9-0C6D8E6AE216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D00F1FF-FCCC-33E2-4726-F353FF7480C3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2827DEC-4FB3-4AB6-60A3-5633B4C5F983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EB9189C-D08F-A683-9435-1CD229A924D6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0D2A52C-A761-674B-5860-F768B61A0F35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62CF3C0-8094-201B-D2B3-5514F67EE5AF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29537C-0326-7EA4-5922-70963B13C41F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2E729F6-4883-201B-1849-A248D28CDCF3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B0ADBAC-7651-0C37-E701-98CFE5F85554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858EC57-6637-A297-8E6A-27F7E067A5E1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C19CDA-C1CA-9BB4-91A8-902FABF22C35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C97371F-9769-6A76-8D84-51E507E44FA0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B03F91-41E8-645A-DD8D-47B2E64344BE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AC1A03F-5E2F-FD7F-331C-77A30B276C61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1454FC-F204-C2A5-21C1-EDA7CA317189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7DC19C0-159C-6323-1C3F-E46C774D0127}"/>
                  </a:ext>
                </a:extLst>
              </p14:cNvPr>
              <p14:cNvContentPartPr/>
              <p14:nvPr/>
            </p14:nvContentPartPr>
            <p14:xfrm>
              <a:off x="1871630" y="1549538"/>
              <a:ext cx="590040" cy="39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7DC19C0-159C-6323-1C3F-E46C774D012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53630" y="1531538"/>
                <a:ext cx="625680" cy="7524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D5E9A139-4C7B-A0E1-04DC-4EEBF9978699}"/>
              </a:ext>
            </a:extLst>
          </p:cNvPr>
          <p:cNvSpPr txBox="1"/>
          <p:nvPr/>
        </p:nvSpPr>
        <p:spPr>
          <a:xfrm>
            <a:off x="2048568" y="104715"/>
            <a:ext cx="809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Identify The Criminal Through DNA Fingerprinting</a:t>
            </a:r>
            <a:endParaRPr lang="en-IN" sz="28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54A35A-3423-EE14-742D-8ABBCD8CB7F5}"/>
              </a:ext>
            </a:extLst>
          </p:cNvPr>
          <p:cNvSpPr txBox="1"/>
          <p:nvPr/>
        </p:nvSpPr>
        <p:spPr>
          <a:xfrm>
            <a:off x="7281907" y="3846965"/>
            <a:ext cx="1502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Crime scene sample</a:t>
            </a:r>
            <a:endParaRPr lang="en-IN" sz="11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7D4ED4-17CB-E469-EB98-14B048AC5DA2}"/>
              </a:ext>
            </a:extLst>
          </p:cNvPr>
          <p:cNvSpPr txBox="1"/>
          <p:nvPr/>
        </p:nvSpPr>
        <p:spPr>
          <a:xfrm>
            <a:off x="10391351" y="2699135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Suspect-2 Sample</a:t>
            </a:r>
            <a:endParaRPr lang="en-IN" sz="10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C29646-E9A0-269A-76EE-B44DDE030D24}"/>
              </a:ext>
            </a:extLst>
          </p:cNvPr>
          <p:cNvSpPr txBox="1"/>
          <p:nvPr/>
        </p:nvSpPr>
        <p:spPr>
          <a:xfrm>
            <a:off x="8899151" y="2699180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Suspect-1 Sample</a:t>
            </a:r>
            <a:endParaRPr lang="en-IN" sz="10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F6A768-4A65-709B-761F-8F783E8FE570}"/>
              </a:ext>
            </a:extLst>
          </p:cNvPr>
          <p:cNvSpPr txBox="1"/>
          <p:nvPr/>
        </p:nvSpPr>
        <p:spPr>
          <a:xfrm>
            <a:off x="8957643" y="4820749"/>
            <a:ext cx="14046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Suspect-3 Sample</a:t>
            </a:r>
            <a:endParaRPr lang="en-IN" sz="11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6560CB-2658-DD65-2ECD-15A6D8B4477E}"/>
              </a:ext>
            </a:extLst>
          </p:cNvPr>
          <p:cNvSpPr txBox="1"/>
          <p:nvPr/>
        </p:nvSpPr>
        <p:spPr>
          <a:xfrm>
            <a:off x="10463983" y="4804347"/>
            <a:ext cx="1404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Suspect-4 Sample</a:t>
            </a:r>
            <a:endParaRPr lang="en-IN" sz="11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293A04-B89C-3EA0-D919-223F3D16530F}"/>
              </a:ext>
            </a:extLst>
          </p:cNvPr>
          <p:cNvSpPr txBox="1"/>
          <p:nvPr/>
        </p:nvSpPr>
        <p:spPr>
          <a:xfrm>
            <a:off x="7281907" y="986085"/>
            <a:ext cx="3983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DNA samples in loading mixture</a:t>
            </a:r>
            <a:endParaRPr lang="en-IN" sz="20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FCF798-4159-1390-1F1C-57BA4375EE84}"/>
              </a:ext>
            </a:extLst>
          </p:cNvPr>
          <p:cNvSpPr txBox="1"/>
          <p:nvPr/>
        </p:nvSpPr>
        <p:spPr>
          <a:xfrm>
            <a:off x="1903665" y="1467382"/>
            <a:ext cx="546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" b="1" dirty="0"/>
              <a:t>Crime scene</a:t>
            </a:r>
          </a:p>
          <a:p>
            <a:pPr algn="ctr"/>
            <a:r>
              <a:rPr lang="en-US" sz="450" b="1" dirty="0"/>
              <a:t>sample</a:t>
            </a:r>
            <a:endParaRPr lang="en-IN" sz="450" b="1" dirty="0"/>
          </a:p>
        </p:txBody>
      </p:sp>
    </p:spTree>
    <p:extLst>
      <p:ext uri="{BB962C8B-B14F-4D97-AF65-F5344CB8AC3E}">
        <p14:creationId xmlns:p14="http://schemas.microsoft.com/office/powerpoint/2010/main" val="4139986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35AB5-39C4-77CC-06B5-9E554F2B0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51BAF9-5AE1-C03F-C219-EE750F987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DBA99DB-9EB0-7772-2A31-72A8244199D4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DBA99DB-9EB0-7772-2A31-72A8244199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3AD5B3D-3C51-1DAB-1747-58D35BD08A07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3AD5B3D-3C51-1DAB-1747-58D35BD08A0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F599F55-B5DF-B31D-BECF-B6270222CDB6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F599F55-B5DF-B31D-BECF-B6270222CDB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BCAD87D-BEA6-498E-7B73-A38B70B16DB9}"/>
                  </a:ext>
                </a:extLst>
              </p14:cNvPr>
              <p14:cNvContentPartPr/>
              <p14:nvPr/>
            </p14:nvContentPartPr>
            <p14:xfrm>
              <a:off x="2520835" y="1793823"/>
              <a:ext cx="401760" cy="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BCAD87D-BEA6-498E-7B73-A38B70B16DB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0283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2A39E40-94BF-2BF3-8FD5-FE907EF4C0E2}"/>
                  </a:ext>
                </a:extLst>
              </p14:cNvPr>
              <p14:cNvContentPartPr/>
              <p14:nvPr/>
            </p14:nvContentPartPr>
            <p14:xfrm>
              <a:off x="2519035" y="1834863"/>
              <a:ext cx="413280" cy="6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2A39E40-94BF-2BF3-8FD5-FE907EF4C0E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0139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6240D34-5CCF-6E7F-14C9-5F0DA512F559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FC6695F-CB19-9BC5-8135-0AB29006031F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F4AC3A5-17FB-8936-2FB6-B8B22B946132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D377069-2162-6930-55BC-993B760FB952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43C3F9D-F63A-B5B8-54ED-9B1ACF7C079C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B62F423-BE78-394B-DC1F-175E02493FE7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8879D06-0EA2-926D-35BF-B5D0ECF85264}"/>
              </a:ext>
            </a:extLst>
          </p:cNvPr>
          <p:cNvSpPr txBox="1"/>
          <p:nvPr/>
        </p:nvSpPr>
        <p:spPr>
          <a:xfrm>
            <a:off x="5900030" y="5161838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the Eppendorf tubes (in any order) to load DNA samples. 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774320-1005-2266-A7B5-0A8FE2797BB6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1F736D5-CF9E-DD93-0FD0-09A1EBC8FC33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6632F95-99E5-6BCB-141C-FB0AD0A77D64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547F1D-B1AD-BD16-FBE6-0CD7D78731F6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6615D49-3B32-AB9A-38D3-2406ACB53078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532171-9B81-76C1-0283-87907DF0C0B7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111509-7E26-1B18-20CB-AD5FF1DA705E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1B1DEBF-AF0F-471D-165E-FCAE1E496177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26D758-5C6B-6268-FA27-24DC3F979A43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C644D2F-6F4A-8644-64FB-6B6F565FDB33}"/>
                  </a:ext>
                </a:extLst>
              </p14:cNvPr>
              <p14:cNvContentPartPr/>
              <p14:nvPr/>
            </p14:nvContentPartPr>
            <p14:xfrm>
              <a:off x="1871630" y="1549538"/>
              <a:ext cx="590040" cy="396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C644D2F-6F4A-8644-64FB-6B6F565FDB3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853630" y="1531538"/>
                <a:ext cx="625680" cy="7524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DB51DD9-0DF4-2B59-1FCD-F739FFAFF515}"/>
              </a:ext>
            </a:extLst>
          </p:cNvPr>
          <p:cNvSpPr txBox="1"/>
          <p:nvPr/>
        </p:nvSpPr>
        <p:spPr>
          <a:xfrm>
            <a:off x="2048568" y="104715"/>
            <a:ext cx="809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Identify The Criminal Through DNA Fingerprinting</a:t>
            </a:r>
            <a:endParaRPr lang="en-IN" sz="28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DAAD5D-CC7F-A8B6-71C4-8F864A74AF89}"/>
              </a:ext>
            </a:extLst>
          </p:cNvPr>
          <p:cNvSpPr txBox="1"/>
          <p:nvPr/>
        </p:nvSpPr>
        <p:spPr>
          <a:xfrm>
            <a:off x="7281907" y="3846965"/>
            <a:ext cx="1502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Crime scene sample</a:t>
            </a:r>
            <a:endParaRPr lang="en-IN" sz="11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014B66-7829-574A-60E4-4F4B38B8D85A}"/>
              </a:ext>
            </a:extLst>
          </p:cNvPr>
          <p:cNvSpPr txBox="1"/>
          <p:nvPr/>
        </p:nvSpPr>
        <p:spPr>
          <a:xfrm>
            <a:off x="10391351" y="2699135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Suspect-2 Sample</a:t>
            </a:r>
            <a:endParaRPr lang="en-IN" sz="10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FC33C3-3FF3-FD61-81FD-A139E1B7CA95}"/>
              </a:ext>
            </a:extLst>
          </p:cNvPr>
          <p:cNvSpPr txBox="1"/>
          <p:nvPr/>
        </p:nvSpPr>
        <p:spPr>
          <a:xfrm>
            <a:off x="8899151" y="2699180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Suspect-1 Sample</a:t>
            </a:r>
            <a:endParaRPr lang="en-IN" sz="10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C2E702-8E66-1856-4C1D-29A447E2F6E0}"/>
              </a:ext>
            </a:extLst>
          </p:cNvPr>
          <p:cNvSpPr txBox="1"/>
          <p:nvPr/>
        </p:nvSpPr>
        <p:spPr>
          <a:xfrm>
            <a:off x="8957643" y="4820749"/>
            <a:ext cx="14046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Suspect-3 Sample</a:t>
            </a:r>
            <a:endParaRPr lang="en-IN" sz="11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83D813-4B32-C9BF-8401-BD85E21A0754}"/>
              </a:ext>
            </a:extLst>
          </p:cNvPr>
          <p:cNvSpPr txBox="1"/>
          <p:nvPr/>
        </p:nvSpPr>
        <p:spPr>
          <a:xfrm>
            <a:off x="10463983" y="4804347"/>
            <a:ext cx="1404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Suspect-4 Sample</a:t>
            </a:r>
            <a:endParaRPr lang="en-IN" sz="11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6A4531-7F01-3DC7-FD60-789A7256EA01}"/>
              </a:ext>
            </a:extLst>
          </p:cNvPr>
          <p:cNvSpPr txBox="1"/>
          <p:nvPr/>
        </p:nvSpPr>
        <p:spPr>
          <a:xfrm>
            <a:off x="7281907" y="986085"/>
            <a:ext cx="3983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DNA samples in loading mixture</a:t>
            </a:r>
            <a:endParaRPr lang="en-IN" sz="20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892961B-9550-69A2-B947-AA49F6C546B7}"/>
              </a:ext>
            </a:extLst>
          </p:cNvPr>
          <p:cNvSpPr txBox="1"/>
          <p:nvPr/>
        </p:nvSpPr>
        <p:spPr>
          <a:xfrm>
            <a:off x="1903665" y="1467382"/>
            <a:ext cx="546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" b="1" dirty="0"/>
              <a:t>Crime scene</a:t>
            </a:r>
          </a:p>
          <a:p>
            <a:pPr algn="ctr"/>
            <a:r>
              <a:rPr lang="en-US" sz="450" b="1" dirty="0"/>
              <a:t>sample</a:t>
            </a:r>
            <a:endParaRPr lang="en-IN" sz="45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C157E3-7A5C-A941-28B9-44E0D420A915}"/>
              </a:ext>
            </a:extLst>
          </p:cNvPr>
          <p:cNvSpPr txBox="1"/>
          <p:nvPr/>
        </p:nvSpPr>
        <p:spPr>
          <a:xfrm>
            <a:off x="2347383" y="1467297"/>
            <a:ext cx="7615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(Suspect-3 Sample)</a:t>
            </a:r>
            <a:endParaRPr lang="en-IN" sz="500" b="1" dirty="0"/>
          </a:p>
        </p:txBody>
      </p:sp>
    </p:spTree>
    <p:extLst>
      <p:ext uri="{BB962C8B-B14F-4D97-AF65-F5344CB8AC3E}">
        <p14:creationId xmlns:p14="http://schemas.microsoft.com/office/powerpoint/2010/main" val="3205251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44FFA-A7AA-A61C-C829-825D5AA2D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6B4AE9-E546-5F72-D379-5595FF8F2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771C79F-A5B5-44F0-2185-AFB457636246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771C79F-A5B5-44F0-2185-AFB45763624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2EC43ED-2895-BC64-ECF6-049BF11B71F0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2EC43ED-2895-BC64-ECF6-049BF11B71F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07B8270-16AF-F897-62C8-5502A3177138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07B8270-16AF-F897-62C8-5502A317713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3A0BE97-AE91-254B-22E1-95D5D2AC3F41}"/>
                  </a:ext>
                </a:extLst>
              </p14:cNvPr>
              <p14:cNvContentPartPr/>
              <p14:nvPr/>
            </p14:nvContentPartPr>
            <p14:xfrm>
              <a:off x="2520835" y="1793823"/>
              <a:ext cx="401760" cy="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3A0BE97-AE91-254B-22E1-95D5D2AC3F4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0283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EF4E8FD-A1EF-B5BD-0A18-4BC071588E09}"/>
                  </a:ext>
                </a:extLst>
              </p14:cNvPr>
              <p14:cNvContentPartPr/>
              <p14:nvPr/>
            </p14:nvContentPartPr>
            <p14:xfrm>
              <a:off x="2519035" y="1834863"/>
              <a:ext cx="413280" cy="6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EF4E8FD-A1EF-B5BD-0A18-4BC071588E0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0139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AB31F35-E6EF-27BC-6EFA-23FE4122EF9D}"/>
                  </a:ext>
                </a:extLst>
              </p14:cNvPr>
              <p14:cNvContentPartPr/>
              <p14:nvPr/>
            </p14:nvContentPartPr>
            <p14:xfrm>
              <a:off x="3067175" y="1793823"/>
              <a:ext cx="401760" cy="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AB31F35-E6EF-27BC-6EFA-23FE4122EF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4917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C5E0F15-FB7B-1890-806A-C7D0FA2EFFD4}"/>
                  </a:ext>
                </a:extLst>
              </p14:cNvPr>
              <p14:cNvContentPartPr/>
              <p14:nvPr/>
            </p14:nvContentPartPr>
            <p14:xfrm>
              <a:off x="3065375" y="1834863"/>
              <a:ext cx="413280" cy="6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C5E0F15-FB7B-1890-806A-C7D0FA2EFFD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4773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F4A8096-B93D-B693-6375-407CFC7AF458}"/>
                  </a:ext>
                </a:extLst>
              </p14:cNvPr>
              <p14:cNvContentPartPr/>
              <p14:nvPr/>
            </p14:nvContentPartPr>
            <p14:xfrm>
              <a:off x="3635572" y="1793705"/>
              <a:ext cx="401760" cy="3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F4A8096-B93D-B693-6375-407CFC7AF45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17572" y="17757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F22A9E1-516A-D2D9-7270-F551329D1585}"/>
                  </a:ext>
                </a:extLst>
              </p14:cNvPr>
              <p14:cNvContentPartPr/>
              <p14:nvPr/>
            </p14:nvContentPartPr>
            <p14:xfrm>
              <a:off x="3633772" y="1834745"/>
              <a:ext cx="413280" cy="6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F22A9E1-516A-D2D9-7270-F551329D158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16132" y="1817105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4F25A68-B227-F351-D80E-AEA5770B8813}"/>
                  </a:ext>
                </a:extLst>
              </p14:cNvPr>
              <p14:cNvContentPartPr/>
              <p14:nvPr/>
            </p14:nvContentPartPr>
            <p14:xfrm>
              <a:off x="4191632" y="1790105"/>
              <a:ext cx="401760" cy="3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4F25A68-B227-F351-D80E-AEA5770B881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73632" y="17721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21D4C62-626A-F01E-3659-5270BA724E95}"/>
                  </a:ext>
                </a:extLst>
              </p14:cNvPr>
              <p14:cNvContentPartPr/>
              <p14:nvPr/>
            </p14:nvContentPartPr>
            <p14:xfrm>
              <a:off x="4189832" y="1831145"/>
              <a:ext cx="413280" cy="6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21D4C62-626A-F01E-3659-5270BA724E9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72192" y="1813505"/>
                <a:ext cx="448920" cy="4212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25ED22FC-5A1E-6E13-6E87-32EAF196A5C5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5EBF0E64-0B40-8F22-3DE3-E9CC22F3692C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8C304BD3-4063-4D9D-7145-C30CEB912BA4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DD08F92-2E88-6615-F0F8-F87B075FA39A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03A2176-9936-0FB4-7B4E-0CF74993C894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A7AE54F8-58F3-D5AC-FCB2-FDD19013CFC2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5A8B5CEA-64AF-D225-A8F1-3EF908E45C63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B7B7C2A-5EDC-3FC5-90E6-70DAC4645DAC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C5170F-E3C4-65B9-BD84-A4A88D887D80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94FEAC-0EAF-882E-1304-36ADADB6661B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944D094-FF14-FB4C-6897-396DD4EE157C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1A9F4DC-6707-03E3-C641-949F119D870C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1E6306A-1081-5645-65DB-6961F79F2C5F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594494D-B894-C8F2-5AAC-6EE87F86DB41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CA72BF-B20A-AB4E-896E-B4FFD6899632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1904F39-E5ED-F265-11CE-B1F125A884C0}"/>
                  </a:ext>
                </a:extLst>
              </p14:cNvPr>
              <p14:cNvContentPartPr/>
              <p14:nvPr/>
            </p14:nvContentPartPr>
            <p14:xfrm>
              <a:off x="1871630" y="1549538"/>
              <a:ext cx="590040" cy="39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1904F39-E5ED-F265-11CE-B1F125A884C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853630" y="1531538"/>
                <a:ext cx="625680" cy="7524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D5AEC68-ACD7-28DF-8A16-FB6623D7C521}"/>
              </a:ext>
            </a:extLst>
          </p:cNvPr>
          <p:cNvSpPr txBox="1"/>
          <p:nvPr/>
        </p:nvSpPr>
        <p:spPr>
          <a:xfrm>
            <a:off x="2048568" y="104715"/>
            <a:ext cx="809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Identify The Criminal Through DNA Fingerprinting</a:t>
            </a:r>
            <a:endParaRPr lang="en-IN" sz="28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56C1D8-1AF2-BE97-7956-65EFA107D63B}"/>
              </a:ext>
            </a:extLst>
          </p:cNvPr>
          <p:cNvSpPr txBox="1"/>
          <p:nvPr/>
        </p:nvSpPr>
        <p:spPr>
          <a:xfrm>
            <a:off x="7281907" y="3846965"/>
            <a:ext cx="1502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Crime scene sample</a:t>
            </a:r>
            <a:endParaRPr lang="en-IN" sz="11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06317D-ECAA-EE4D-6335-BA63776EFF54}"/>
              </a:ext>
            </a:extLst>
          </p:cNvPr>
          <p:cNvSpPr txBox="1"/>
          <p:nvPr/>
        </p:nvSpPr>
        <p:spPr>
          <a:xfrm>
            <a:off x="10391351" y="2699135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Suspect-2 Sample</a:t>
            </a:r>
            <a:endParaRPr lang="en-IN" sz="10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D7BACD-D992-83F9-C2A8-0113FD0D1ECF}"/>
              </a:ext>
            </a:extLst>
          </p:cNvPr>
          <p:cNvSpPr txBox="1"/>
          <p:nvPr/>
        </p:nvSpPr>
        <p:spPr>
          <a:xfrm>
            <a:off x="8899151" y="2699180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Suspect-1 Sample</a:t>
            </a:r>
            <a:endParaRPr lang="en-IN" sz="1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4FACFD-3B0C-9EDD-8CA9-59F49734B30A}"/>
              </a:ext>
            </a:extLst>
          </p:cNvPr>
          <p:cNvSpPr txBox="1"/>
          <p:nvPr/>
        </p:nvSpPr>
        <p:spPr>
          <a:xfrm>
            <a:off x="8957643" y="4820749"/>
            <a:ext cx="14046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Suspect-3 Sample</a:t>
            </a:r>
            <a:endParaRPr lang="en-IN" sz="11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CFF838-59DB-E80B-2C76-45CEFAC96A20}"/>
              </a:ext>
            </a:extLst>
          </p:cNvPr>
          <p:cNvSpPr txBox="1"/>
          <p:nvPr/>
        </p:nvSpPr>
        <p:spPr>
          <a:xfrm>
            <a:off x="10463983" y="4804347"/>
            <a:ext cx="1404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Suspect-4 Sample</a:t>
            </a:r>
            <a:endParaRPr lang="en-IN" sz="11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66D3F2-A3AF-7668-7FCE-73D7523C085A}"/>
              </a:ext>
            </a:extLst>
          </p:cNvPr>
          <p:cNvSpPr txBox="1"/>
          <p:nvPr/>
        </p:nvSpPr>
        <p:spPr>
          <a:xfrm>
            <a:off x="7281907" y="986085"/>
            <a:ext cx="3983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DNA samples in loading mixture</a:t>
            </a:r>
            <a:endParaRPr lang="en-IN" sz="20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82CEF4-8647-DDCC-2405-127BF9D9E3B7}"/>
              </a:ext>
            </a:extLst>
          </p:cNvPr>
          <p:cNvSpPr txBox="1"/>
          <p:nvPr/>
        </p:nvSpPr>
        <p:spPr>
          <a:xfrm>
            <a:off x="1903665" y="1467382"/>
            <a:ext cx="546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" b="1" dirty="0"/>
              <a:t>Crime scene</a:t>
            </a:r>
          </a:p>
          <a:p>
            <a:pPr algn="ctr"/>
            <a:r>
              <a:rPr lang="en-US" sz="450" b="1" dirty="0"/>
              <a:t>sample</a:t>
            </a:r>
            <a:endParaRPr lang="en-IN" sz="45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7FF3BC-9765-9AD6-E1C4-308ADE8FD837}"/>
              </a:ext>
            </a:extLst>
          </p:cNvPr>
          <p:cNvSpPr txBox="1"/>
          <p:nvPr/>
        </p:nvSpPr>
        <p:spPr>
          <a:xfrm>
            <a:off x="2932315" y="1467968"/>
            <a:ext cx="76761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(Suspect-2 Sample)</a:t>
            </a:r>
            <a:endParaRPr lang="en-IN" sz="5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6B5BFD-A2A0-1AD4-D730-3AE763CB6409}"/>
              </a:ext>
            </a:extLst>
          </p:cNvPr>
          <p:cNvSpPr txBox="1"/>
          <p:nvPr/>
        </p:nvSpPr>
        <p:spPr>
          <a:xfrm>
            <a:off x="3517318" y="1470362"/>
            <a:ext cx="74776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(Suspect-4 Sample)</a:t>
            </a:r>
            <a:endParaRPr lang="en-IN" sz="5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A617E0-872D-73E8-00A8-7FDD8EE86079}"/>
              </a:ext>
            </a:extLst>
          </p:cNvPr>
          <p:cNvSpPr txBox="1"/>
          <p:nvPr/>
        </p:nvSpPr>
        <p:spPr>
          <a:xfrm>
            <a:off x="4104337" y="1469501"/>
            <a:ext cx="76761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(Suspect-1 Sample)</a:t>
            </a:r>
            <a:endParaRPr lang="en-IN" sz="5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3F7218-1DE0-F842-92B0-0ADBD2B63C87}"/>
              </a:ext>
            </a:extLst>
          </p:cNvPr>
          <p:cNvSpPr txBox="1"/>
          <p:nvPr/>
        </p:nvSpPr>
        <p:spPr>
          <a:xfrm>
            <a:off x="2347383" y="1467297"/>
            <a:ext cx="7615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(Suspect-3 Sample)</a:t>
            </a:r>
            <a:endParaRPr lang="en-IN" sz="500" b="1" dirty="0"/>
          </a:p>
        </p:txBody>
      </p:sp>
    </p:spTree>
    <p:extLst>
      <p:ext uri="{BB962C8B-B14F-4D97-AF65-F5344CB8AC3E}">
        <p14:creationId xmlns:p14="http://schemas.microsoft.com/office/powerpoint/2010/main" val="1537919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A3B32-2F85-F3B6-9F4B-D337A92BE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17C97F0-DAD0-BA5E-5F6E-6677FFFFA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03A13C7-ADC0-AFF2-FD11-57421F350351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03A13C7-ADC0-AFF2-FD11-57421F3503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84355E8-30ED-3561-672F-D8CBBAB73AE6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84355E8-30ED-3561-672F-D8CBBAB73AE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CFA7F9C-F035-720F-6FF9-EB385F0F8273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CFA7F9C-F035-720F-6FF9-EB385F0F827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82F1F3-C9ED-2739-CACE-4006248758C4}"/>
                  </a:ext>
                </a:extLst>
              </p14:cNvPr>
              <p14:cNvContentPartPr/>
              <p14:nvPr/>
            </p14:nvContentPartPr>
            <p14:xfrm>
              <a:off x="2520835" y="1793823"/>
              <a:ext cx="401760" cy="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82F1F3-C9ED-2739-CACE-4006248758C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0283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59C98B2-3076-923D-F63E-32C7271CC326}"/>
                  </a:ext>
                </a:extLst>
              </p14:cNvPr>
              <p14:cNvContentPartPr/>
              <p14:nvPr/>
            </p14:nvContentPartPr>
            <p14:xfrm>
              <a:off x="2519035" y="1834863"/>
              <a:ext cx="413280" cy="6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59C98B2-3076-923D-F63E-32C7271CC32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0139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7507164-C44B-9C47-29D9-03D3D76DBE30}"/>
                  </a:ext>
                </a:extLst>
              </p14:cNvPr>
              <p14:cNvContentPartPr/>
              <p14:nvPr/>
            </p14:nvContentPartPr>
            <p14:xfrm>
              <a:off x="3067175" y="1793823"/>
              <a:ext cx="401760" cy="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7507164-C44B-9C47-29D9-03D3D76DBE3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4917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AED65C4-BDF9-E4A1-E7CB-9BB60273BBF9}"/>
                  </a:ext>
                </a:extLst>
              </p14:cNvPr>
              <p14:cNvContentPartPr/>
              <p14:nvPr/>
            </p14:nvContentPartPr>
            <p14:xfrm>
              <a:off x="3065375" y="1834863"/>
              <a:ext cx="413280" cy="6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AED65C4-BDF9-E4A1-E7CB-9BB60273BBF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4773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CB007C0-5180-DB29-0B22-4BF3C22BD3ED}"/>
                  </a:ext>
                </a:extLst>
              </p14:cNvPr>
              <p14:cNvContentPartPr/>
              <p14:nvPr/>
            </p14:nvContentPartPr>
            <p14:xfrm>
              <a:off x="3635572" y="1793705"/>
              <a:ext cx="401760" cy="3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CB007C0-5180-DB29-0B22-4BF3C22BD3E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17572" y="17757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ED6C4B0-FF1A-4246-7CF1-744E7897EE35}"/>
                  </a:ext>
                </a:extLst>
              </p14:cNvPr>
              <p14:cNvContentPartPr/>
              <p14:nvPr/>
            </p14:nvContentPartPr>
            <p14:xfrm>
              <a:off x="3633772" y="1834745"/>
              <a:ext cx="413280" cy="6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ED6C4B0-FF1A-4246-7CF1-744E7897EE3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16132" y="1817105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EB34EDD-35F8-4499-6E84-E32AD6219B69}"/>
                  </a:ext>
                </a:extLst>
              </p14:cNvPr>
              <p14:cNvContentPartPr/>
              <p14:nvPr/>
            </p14:nvContentPartPr>
            <p14:xfrm>
              <a:off x="4191632" y="1790105"/>
              <a:ext cx="401760" cy="3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EB34EDD-35F8-4499-6E84-E32AD6219B6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73632" y="17721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7645DF9-5FEC-F3CB-F8C3-E9135032912F}"/>
                  </a:ext>
                </a:extLst>
              </p14:cNvPr>
              <p14:cNvContentPartPr/>
              <p14:nvPr/>
            </p14:nvContentPartPr>
            <p14:xfrm>
              <a:off x="4189832" y="1831145"/>
              <a:ext cx="413280" cy="6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7645DF9-5FEC-F3CB-F8C3-E9135032912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72192" y="1813505"/>
                <a:ext cx="448920" cy="4212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9DDD1AE2-198C-DD5E-3F6C-449AA5F072C7}"/>
              </a:ext>
            </a:extLst>
          </p:cNvPr>
          <p:cNvSpPr txBox="1"/>
          <p:nvPr/>
        </p:nvSpPr>
        <p:spPr>
          <a:xfrm>
            <a:off x="4915076" y="5983554"/>
            <a:ext cx="903279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Start</a:t>
            </a:r>
            <a:endParaRPr lang="en-IN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8D3E3B-4CCE-34B3-F656-BE1A527459AB}"/>
              </a:ext>
            </a:extLst>
          </p:cNvPr>
          <p:cNvSpPr txBox="1"/>
          <p:nvPr/>
        </p:nvSpPr>
        <p:spPr>
          <a:xfrm>
            <a:off x="2721715" y="5589208"/>
            <a:ext cx="6605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Tap </a:t>
            </a:r>
            <a:r>
              <a:rPr lang="en-US" b="1" dirty="0">
                <a:solidFill>
                  <a:srgbClr val="FF0000"/>
                </a:solidFill>
              </a:rPr>
              <a:t>Start</a:t>
            </a:r>
            <a:r>
              <a:rPr lang="en-US" dirty="0">
                <a:solidFill>
                  <a:srgbClr val="FF0000"/>
                </a:solidFill>
              </a:rPr>
              <a:t> to run the DNA samples by Agarose Gel Electrophoresis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FA8F56-D03F-63FE-967C-0A9904CE50B0}"/>
              </a:ext>
            </a:extLst>
          </p:cNvPr>
          <p:cNvSpPr txBox="1"/>
          <p:nvPr/>
        </p:nvSpPr>
        <p:spPr>
          <a:xfrm>
            <a:off x="6438902" y="5983555"/>
            <a:ext cx="1257298" cy="4616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Reload</a:t>
            </a:r>
            <a:endParaRPr lang="en-IN" sz="24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ED6611-DE64-A6E9-49F1-0A0C8E727AD2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C96F982-545F-BD55-4C71-B1D325F72C3F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2647" b="27327"/>
          <a:stretch>
            <a:fillRect/>
          </a:stretch>
        </p:blipFill>
        <p:spPr>
          <a:xfrm>
            <a:off x="8902035" y="1570054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3B1E98B-C6DD-5A11-E002-078C3384340C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2647" b="27327"/>
          <a:stretch>
            <a:fillRect/>
          </a:stretch>
        </p:blipFill>
        <p:spPr>
          <a:xfrm>
            <a:off x="10379275" y="1570054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10D07D9-E056-52D1-48D5-ABE565A935C0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2647" b="27327"/>
          <a:stretch>
            <a:fillRect/>
          </a:stretch>
        </p:blipFill>
        <p:spPr>
          <a:xfrm>
            <a:off x="10391351" y="3608659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55F9485-C470-E7DB-54CD-DB9B53847938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2647" b="27327"/>
          <a:stretch>
            <a:fillRect/>
          </a:stretch>
        </p:blipFill>
        <p:spPr>
          <a:xfrm>
            <a:off x="7454900" y="2758258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1DC23F3C-5169-F2D9-0C61-642A9E0A8350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2647" b="27327"/>
          <a:stretch>
            <a:fillRect/>
          </a:stretch>
        </p:blipFill>
        <p:spPr>
          <a:xfrm>
            <a:off x="9043920" y="3628325"/>
            <a:ext cx="971372" cy="1156356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8AF0126E-98C4-8C76-6567-46A43E47318A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B59D3F9-C690-3651-EE2E-5ECEF5E60837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7E3F6E5-5465-868D-579E-2B5CF49D3E3F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206CB1-0BE3-848C-7F9F-EADE92B807E7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F962E19-B01D-E069-B91F-048A6B1D7400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B7C1274-C34D-9DE0-3113-1A4DBE2F4AAD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82F60A1-BD36-BCFA-EA1C-D1C12ED38342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7B34A15-DAC7-032D-ACD4-D3517934F427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B763DD-7CEC-0239-7E40-40961761C2E5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963429D-A79D-84EA-6E33-99AF7E556F94}"/>
                  </a:ext>
                </a:extLst>
              </p14:cNvPr>
              <p14:cNvContentPartPr/>
              <p14:nvPr/>
            </p14:nvContentPartPr>
            <p14:xfrm>
              <a:off x="1871630" y="1549538"/>
              <a:ext cx="590040" cy="396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963429D-A79D-84EA-6E33-99AF7E556F9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853630" y="1531538"/>
                <a:ext cx="625680" cy="7524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1DDED3EF-D6B8-E9BC-9E35-EAD6232E67CE}"/>
              </a:ext>
            </a:extLst>
          </p:cNvPr>
          <p:cNvSpPr txBox="1"/>
          <p:nvPr/>
        </p:nvSpPr>
        <p:spPr>
          <a:xfrm>
            <a:off x="7281907" y="986085"/>
            <a:ext cx="3983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DNA samples in loading mixture</a:t>
            </a:r>
            <a:endParaRPr lang="en-IN" sz="20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32ED15-6FA1-A045-5441-DF87725E8D36}"/>
              </a:ext>
            </a:extLst>
          </p:cNvPr>
          <p:cNvSpPr txBox="1"/>
          <p:nvPr/>
        </p:nvSpPr>
        <p:spPr>
          <a:xfrm>
            <a:off x="2048568" y="104715"/>
            <a:ext cx="809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Identify The Criminal Through DNA Fingerprinting</a:t>
            </a:r>
            <a:endParaRPr lang="en-IN" sz="28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519C6C-67AD-1550-F4F7-E18E3DBC301D}"/>
              </a:ext>
            </a:extLst>
          </p:cNvPr>
          <p:cNvSpPr txBox="1"/>
          <p:nvPr/>
        </p:nvSpPr>
        <p:spPr>
          <a:xfrm>
            <a:off x="7281907" y="3846965"/>
            <a:ext cx="1502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Crime scene sample</a:t>
            </a:r>
            <a:endParaRPr lang="en-IN" sz="11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10423D-06F4-72A3-7C47-9E85A76A343A}"/>
              </a:ext>
            </a:extLst>
          </p:cNvPr>
          <p:cNvSpPr txBox="1"/>
          <p:nvPr/>
        </p:nvSpPr>
        <p:spPr>
          <a:xfrm>
            <a:off x="10391351" y="2699135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Suspect-2 Sample</a:t>
            </a:r>
            <a:endParaRPr lang="en-IN" sz="10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F4FB35-7B0E-6AEF-F209-4065DFD85317}"/>
              </a:ext>
            </a:extLst>
          </p:cNvPr>
          <p:cNvSpPr txBox="1"/>
          <p:nvPr/>
        </p:nvSpPr>
        <p:spPr>
          <a:xfrm>
            <a:off x="8899151" y="2699180"/>
            <a:ext cx="12609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Suspect-1 Sample</a:t>
            </a:r>
            <a:endParaRPr lang="en-IN" sz="10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547ED6-F907-4654-523B-B68EDA5DDEE1}"/>
              </a:ext>
            </a:extLst>
          </p:cNvPr>
          <p:cNvSpPr txBox="1"/>
          <p:nvPr/>
        </p:nvSpPr>
        <p:spPr>
          <a:xfrm>
            <a:off x="8957643" y="4820749"/>
            <a:ext cx="14046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Suspect-3 Sample</a:t>
            </a:r>
            <a:endParaRPr lang="en-IN" sz="11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E82682-0FBC-9F50-8F00-3DCA4766AC4B}"/>
              </a:ext>
            </a:extLst>
          </p:cNvPr>
          <p:cNvSpPr txBox="1"/>
          <p:nvPr/>
        </p:nvSpPr>
        <p:spPr>
          <a:xfrm>
            <a:off x="10463983" y="4804347"/>
            <a:ext cx="1404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Suspect-4 Sample</a:t>
            </a:r>
            <a:endParaRPr lang="en-IN" sz="11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4FB43E-1BCA-1BB0-B61E-ACC2E53A31F5}"/>
              </a:ext>
            </a:extLst>
          </p:cNvPr>
          <p:cNvSpPr txBox="1"/>
          <p:nvPr/>
        </p:nvSpPr>
        <p:spPr>
          <a:xfrm>
            <a:off x="1903665" y="1467382"/>
            <a:ext cx="546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" b="1" dirty="0"/>
              <a:t>Crime scene</a:t>
            </a:r>
          </a:p>
          <a:p>
            <a:pPr algn="ctr"/>
            <a:r>
              <a:rPr lang="en-US" sz="450" b="1" dirty="0"/>
              <a:t>sample</a:t>
            </a:r>
            <a:endParaRPr lang="en-IN" sz="45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EF4B63-77E9-39F1-E36D-6E056B51848D}"/>
              </a:ext>
            </a:extLst>
          </p:cNvPr>
          <p:cNvSpPr txBox="1"/>
          <p:nvPr/>
        </p:nvSpPr>
        <p:spPr>
          <a:xfrm>
            <a:off x="2932315" y="1467968"/>
            <a:ext cx="76761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(Suspect-2 Sample)</a:t>
            </a:r>
            <a:endParaRPr lang="en-IN" sz="5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DFF45B-5368-7340-8669-7149BA64B311}"/>
              </a:ext>
            </a:extLst>
          </p:cNvPr>
          <p:cNvSpPr txBox="1"/>
          <p:nvPr/>
        </p:nvSpPr>
        <p:spPr>
          <a:xfrm>
            <a:off x="3517318" y="1470362"/>
            <a:ext cx="74776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(Suspect-4 Sample)</a:t>
            </a:r>
            <a:endParaRPr lang="en-IN" sz="5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940FD96-343E-5827-5B13-AD4F9D5ADDD7}"/>
              </a:ext>
            </a:extLst>
          </p:cNvPr>
          <p:cNvSpPr txBox="1"/>
          <p:nvPr/>
        </p:nvSpPr>
        <p:spPr>
          <a:xfrm>
            <a:off x="4104337" y="1469501"/>
            <a:ext cx="76761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(Suspect-1 Sample)</a:t>
            </a:r>
            <a:endParaRPr lang="en-IN" sz="5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63C29EC-2E31-0B60-75D0-D58F7CE5400D}"/>
              </a:ext>
            </a:extLst>
          </p:cNvPr>
          <p:cNvSpPr txBox="1"/>
          <p:nvPr/>
        </p:nvSpPr>
        <p:spPr>
          <a:xfrm>
            <a:off x="2347383" y="1467297"/>
            <a:ext cx="7615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(Suspect-3 Sample)</a:t>
            </a:r>
            <a:endParaRPr lang="en-IN" sz="500" b="1" dirty="0"/>
          </a:p>
        </p:txBody>
      </p:sp>
    </p:spTree>
    <p:extLst>
      <p:ext uri="{BB962C8B-B14F-4D97-AF65-F5344CB8AC3E}">
        <p14:creationId xmlns:p14="http://schemas.microsoft.com/office/powerpoint/2010/main" val="3959129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928D6-3B4B-D0EC-D9AF-D1673AEB4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9CE2E3-99A7-A192-4C9D-BE633E423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294C2E1-A881-D767-BBDD-560E5B41CC75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294C2E1-A881-D767-BBDD-560E5B41CC7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D4E8709-CE6C-E4A4-E4F5-2F38C0FDA39D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D4E8709-CE6C-E4A4-E4F5-2F38C0FDA3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8884A2E-4F7E-0E82-1222-FB4AD3EF84A1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8884A2E-4F7E-0E82-1222-FB4AD3EF84A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D797A6B-1022-B51C-BF4A-26F611D9F402}"/>
                  </a:ext>
                </a:extLst>
              </p14:cNvPr>
              <p14:cNvContentPartPr/>
              <p14:nvPr/>
            </p14:nvContentPartPr>
            <p14:xfrm>
              <a:off x="2520835" y="1793823"/>
              <a:ext cx="401760" cy="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D797A6B-1022-B51C-BF4A-26F611D9F40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0283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74C6DDA-F7E9-8355-7A0E-E4C8C3B9E2BD}"/>
                  </a:ext>
                </a:extLst>
              </p14:cNvPr>
              <p14:cNvContentPartPr/>
              <p14:nvPr/>
            </p14:nvContentPartPr>
            <p14:xfrm>
              <a:off x="2519035" y="1834863"/>
              <a:ext cx="413280" cy="6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74C6DDA-F7E9-8355-7A0E-E4C8C3B9E2B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0139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04C6942-145C-5829-0997-B40490A0C207}"/>
                  </a:ext>
                </a:extLst>
              </p14:cNvPr>
              <p14:cNvContentPartPr/>
              <p14:nvPr/>
            </p14:nvContentPartPr>
            <p14:xfrm>
              <a:off x="3067175" y="1793823"/>
              <a:ext cx="401760" cy="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04C6942-145C-5829-0997-B40490A0C20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4917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AECD1F2-92E6-9B22-F97C-02861E4BB457}"/>
                  </a:ext>
                </a:extLst>
              </p14:cNvPr>
              <p14:cNvContentPartPr/>
              <p14:nvPr/>
            </p14:nvContentPartPr>
            <p14:xfrm>
              <a:off x="3065375" y="1834863"/>
              <a:ext cx="413280" cy="6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AECD1F2-92E6-9B22-F97C-02861E4BB45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4773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52C5CA1-B53C-FC16-8575-B73CBD135D26}"/>
                  </a:ext>
                </a:extLst>
              </p14:cNvPr>
              <p14:cNvContentPartPr/>
              <p14:nvPr/>
            </p14:nvContentPartPr>
            <p14:xfrm>
              <a:off x="3635572" y="1793705"/>
              <a:ext cx="401760" cy="3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52C5CA1-B53C-FC16-8575-B73CBD135D2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17572" y="17757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9311FFD-6B74-E5B1-6960-32ECF5C0D66F}"/>
                  </a:ext>
                </a:extLst>
              </p14:cNvPr>
              <p14:cNvContentPartPr/>
              <p14:nvPr/>
            </p14:nvContentPartPr>
            <p14:xfrm>
              <a:off x="3633772" y="1834745"/>
              <a:ext cx="413280" cy="6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9311FFD-6B74-E5B1-6960-32ECF5C0D66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16132" y="1817105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33BE4FC-F72C-A15F-B8CB-EC7675A25A1C}"/>
                  </a:ext>
                </a:extLst>
              </p14:cNvPr>
              <p14:cNvContentPartPr/>
              <p14:nvPr/>
            </p14:nvContentPartPr>
            <p14:xfrm>
              <a:off x="4191632" y="1790105"/>
              <a:ext cx="401760" cy="3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33BE4FC-F72C-A15F-B8CB-EC7675A25A1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73632" y="17721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CED7568-93BF-F27C-54F2-593433C8DC3D}"/>
                  </a:ext>
                </a:extLst>
              </p14:cNvPr>
              <p14:cNvContentPartPr/>
              <p14:nvPr/>
            </p14:nvContentPartPr>
            <p14:xfrm>
              <a:off x="4189832" y="1831145"/>
              <a:ext cx="413280" cy="6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CED7568-93BF-F27C-54F2-593433C8DC3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72192" y="1813505"/>
                <a:ext cx="448920" cy="4212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E463255F-CC2F-35ED-E68B-882CABA31BF5}"/>
              </a:ext>
            </a:extLst>
          </p:cNvPr>
          <p:cNvSpPr/>
          <p:nvPr/>
        </p:nvSpPr>
        <p:spPr>
          <a:xfrm>
            <a:off x="1949195" y="2599739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481639E-BE59-390C-B270-8B95BC3A9095}"/>
              </a:ext>
            </a:extLst>
          </p:cNvPr>
          <p:cNvSpPr/>
          <p:nvPr/>
        </p:nvSpPr>
        <p:spPr>
          <a:xfrm>
            <a:off x="1949193" y="3051246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8314F2-2EFB-D943-7169-B075DD98D491}"/>
              </a:ext>
            </a:extLst>
          </p:cNvPr>
          <p:cNvSpPr/>
          <p:nvPr/>
        </p:nvSpPr>
        <p:spPr>
          <a:xfrm>
            <a:off x="1945087" y="3217121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5ACA0F4-FF80-0B11-F606-DD04683CA877}"/>
              </a:ext>
            </a:extLst>
          </p:cNvPr>
          <p:cNvSpPr/>
          <p:nvPr/>
        </p:nvSpPr>
        <p:spPr>
          <a:xfrm>
            <a:off x="1945085" y="3816282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959FC94-19E8-B2E6-C675-BF478A96EC1B}"/>
              </a:ext>
            </a:extLst>
          </p:cNvPr>
          <p:cNvSpPr/>
          <p:nvPr/>
        </p:nvSpPr>
        <p:spPr>
          <a:xfrm>
            <a:off x="1945083" y="4415443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0CBED9B-97E6-239C-8ADC-D11DDBB19727}"/>
              </a:ext>
            </a:extLst>
          </p:cNvPr>
          <p:cNvSpPr/>
          <p:nvPr/>
        </p:nvSpPr>
        <p:spPr>
          <a:xfrm>
            <a:off x="1945081" y="4866950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D5D3540-4D71-F223-9675-36021B6EA559}"/>
              </a:ext>
            </a:extLst>
          </p:cNvPr>
          <p:cNvSpPr/>
          <p:nvPr/>
        </p:nvSpPr>
        <p:spPr>
          <a:xfrm>
            <a:off x="2549312" y="4416779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F44F580-ED7E-C180-79FC-B83664597228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7F75E68-8DA2-A1EF-186D-864C76BA511A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9C1E13A-A18F-98F3-72E9-15731463E5F7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017800-1C72-9C5E-D9A9-7BFFA9DB1631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96827E-2144-E2DA-D436-E6C00C029241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12B664-46AA-5E65-8C7F-B8DEC50B9549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E6389D-02C4-B3D7-95EA-6F5DF9A8A106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BC28906-3EDF-9959-3C98-D20FC9491D3A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D4ABF6B-95A6-9C0C-2BBB-B8DD2E49B049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A9286F-B14A-5949-2093-597F4D71CDC1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F5DFAB0-B31E-6B4B-612B-C1B8258B66F2}"/>
                  </a:ext>
                </a:extLst>
              </p14:cNvPr>
              <p14:cNvContentPartPr/>
              <p14:nvPr/>
            </p14:nvContentPartPr>
            <p14:xfrm>
              <a:off x="1871630" y="1549538"/>
              <a:ext cx="590040" cy="39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F5DFAB0-B31E-6B4B-612B-C1B8258B66F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853630" y="1531538"/>
                <a:ext cx="625680" cy="7524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D4F483D0-C152-F3A6-3368-F89A4AF42F53}"/>
              </a:ext>
            </a:extLst>
          </p:cNvPr>
          <p:cNvSpPr/>
          <p:nvPr/>
        </p:nvSpPr>
        <p:spPr>
          <a:xfrm>
            <a:off x="3616400" y="2597560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DA23968-3BB3-E9F6-6098-167B97E2A4A2}"/>
              </a:ext>
            </a:extLst>
          </p:cNvPr>
          <p:cNvSpPr/>
          <p:nvPr/>
        </p:nvSpPr>
        <p:spPr>
          <a:xfrm>
            <a:off x="3616400" y="3066239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915CF0C-AC1F-B5EB-2600-55D2EC43C139}"/>
              </a:ext>
            </a:extLst>
          </p:cNvPr>
          <p:cNvSpPr/>
          <p:nvPr/>
        </p:nvSpPr>
        <p:spPr>
          <a:xfrm>
            <a:off x="3616400" y="3230167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19C1197-37DC-2DE4-5B09-2DB7D8378E2D}"/>
              </a:ext>
            </a:extLst>
          </p:cNvPr>
          <p:cNvSpPr/>
          <p:nvPr/>
        </p:nvSpPr>
        <p:spPr>
          <a:xfrm>
            <a:off x="3616400" y="3798345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425E21E-072E-4C2C-AE67-047A2CFCC38A}"/>
              </a:ext>
            </a:extLst>
          </p:cNvPr>
          <p:cNvSpPr/>
          <p:nvPr/>
        </p:nvSpPr>
        <p:spPr>
          <a:xfrm>
            <a:off x="3616400" y="4426890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3157111-C9E7-FD23-B648-0857D3A55FB3}"/>
              </a:ext>
            </a:extLst>
          </p:cNvPr>
          <p:cNvSpPr/>
          <p:nvPr/>
        </p:nvSpPr>
        <p:spPr>
          <a:xfrm>
            <a:off x="3616401" y="4900057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78B92A7-0433-86A2-DDCA-81EB613CEC65}"/>
              </a:ext>
            </a:extLst>
          </p:cNvPr>
          <p:cNvSpPr/>
          <p:nvPr/>
        </p:nvSpPr>
        <p:spPr>
          <a:xfrm>
            <a:off x="2557779" y="4640286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0C8BA03-28D8-02F7-2278-197C90CD1F62}"/>
              </a:ext>
            </a:extLst>
          </p:cNvPr>
          <p:cNvSpPr/>
          <p:nvPr/>
        </p:nvSpPr>
        <p:spPr>
          <a:xfrm>
            <a:off x="2553631" y="3809757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3B3F531-15F8-1E5C-33DC-981170E0B25E}"/>
              </a:ext>
            </a:extLst>
          </p:cNvPr>
          <p:cNvSpPr/>
          <p:nvPr/>
        </p:nvSpPr>
        <p:spPr>
          <a:xfrm>
            <a:off x="2553630" y="3214003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7B7BA11-DE3F-3579-CC0A-64B1172EF0F7}"/>
              </a:ext>
            </a:extLst>
          </p:cNvPr>
          <p:cNvSpPr/>
          <p:nvPr/>
        </p:nvSpPr>
        <p:spPr>
          <a:xfrm>
            <a:off x="2549312" y="3056982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996E4E8-1685-AE5B-FA80-C8D51A7AF850}"/>
              </a:ext>
            </a:extLst>
          </p:cNvPr>
          <p:cNvSpPr/>
          <p:nvPr/>
        </p:nvSpPr>
        <p:spPr>
          <a:xfrm>
            <a:off x="2549312" y="2603641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6D949F5-973C-A911-3574-42A4F6312649}"/>
              </a:ext>
            </a:extLst>
          </p:cNvPr>
          <p:cNvSpPr/>
          <p:nvPr/>
        </p:nvSpPr>
        <p:spPr>
          <a:xfrm>
            <a:off x="3045522" y="2121942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07E1C9B-F346-B939-FD7C-417557A7AEB5}"/>
              </a:ext>
            </a:extLst>
          </p:cNvPr>
          <p:cNvSpPr/>
          <p:nvPr/>
        </p:nvSpPr>
        <p:spPr>
          <a:xfrm>
            <a:off x="3079779" y="3554285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8290C8DC-E95E-9019-8744-1E50C18607DF}"/>
              </a:ext>
            </a:extLst>
          </p:cNvPr>
          <p:cNvSpPr/>
          <p:nvPr/>
        </p:nvSpPr>
        <p:spPr>
          <a:xfrm>
            <a:off x="3085458" y="3066239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4BA6D5E-BB0E-D369-96F7-3EB0576C1E96}"/>
              </a:ext>
            </a:extLst>
          </p:cNvPr>
          <p:cNvSpPr/>
          <p:nvPr/>
        </p:nvSpPr>
        <p:spPr>
          <a:xfrm>
            <a:off x="3079780" y="4412189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0CD8D63-5E56-3622-53FA-988B577355DE}"/>
              </a:ext>
            </a:extLst>
          </p:cNvPr>
          <p:cNvSpPr/>
          <p:nvPr/>
        </p:nvSpPr>
        <p:spPr>
          <a:xfrm>
            <a:off x="3087581" y="4903526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038FCD6-6C71-BA19-4937-CC9BA86E867A}"/>
              </a:ext>
            </a:extLst>
          </p:cNvPr>
          <p:cNvSpPr/>
          <p:nvPr/>
        </p:nvSpPr>
        <p:spPr>
          <a:xfrm>
            <a:off x="3080055" y="3816282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882B0B7-4610-EF29-9790-A5C4E7C0CFCE}"/>
              </a:ext>
            </a:extLst>
          </p:cNvPr>
          <p:cNvSpPr/>
          <p:nvPr/>
        </p:nvSpPr>
        <p:spPr>
          <a:xfrm>
            <a:off x="4131597" y="2303263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DCF54BF-D8EF-CE47-A4AE-D231AB6221B3}"/>
              </a:ext>
            </a:extLst>
          </p:cNvPr>
          <p:cNvSpPr/>
          <p:nvPr/>
        </p:nvSpPr>
        <p:spPr>
          <a:xfrm>
            <a:off x="4131317" y="3547603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C79509D-529E-B387-419F-AD4154B245F1}"/>
              </a:ext>
            </a:extLst>
          </p:cNvPr>
          <p:cNvSpPr/>
          <p:nvPr/>
        </p:nvSpPr>
        <p:spPr>
          <a:xfrm>
            <a:off x="4131598" y="2865804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4146F549-3E41-9849-179C-D39E4D80D8F4}"/>
              </a:ext>
            </a:extLst>
          </p:cNvPr>
          <p:cNvSpPr/>
          <p:nvPr/>
        </p:nvSpPr>
        <p:spPr>
          <a:xfrm>
            <a:off x="4131317" y="4426890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BC320ED-0EE6-C68D-1FE8-A69A64E760E5}"/>
              </a:ext>
            </a:extLst>
          </p:cNvPr>
          <p:cNvSpPr/>
          <p:nvPr/>
        </p:nvSpPr>
        <p:spPr>
          <a:xfrm>
            <a:off x="4131316" y="4075450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34E05F52-2ED4-6ACB-5D76-571DBE52A1AB}"/>
              </a:ext>
            </a:extLst>
          </p:cNvPr>
          <p:cNvSpPr/>
          <p:nvPr/>
        </p:nvSpPr>
        <p:spPr>
          <a:xfrm>
            <a:off x="4131316" y="5090832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E6E8B31-8695-884C-0C3B-E6CF4F4B05A5}"/>
              </a:ext>
            </a:extLst>
          </p:cNvPr>
          <p:cNvSpPr txBox="1"/>
          <p:nvPr/>
        </p:nvSpPr>
        <p:spPr>
          <a:xfrm rot="16200000">
            <a:off x="-117491" y="3286518"/>
            <a:ext cx="3130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Short Tandem Repeat Numbers </a:t>
            </a:r>
            <a:endParaRPr lang="en-IN" sz="1600" b="1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F40F98D-5F07-45CE-AC77-6D9DCACD5B97}"/>
              </a:ext>
            </a:extLst>
          </p:cNvPr>
          <p:cNvSpPr txBox="1"/>
          <p:nvPr/>
        </p:nvSpPr>
        <p:spPr>
          <a:xfrm>
            <a:off x="1423351" y="1797531"/>
            <a:ext cx="520448" cy="246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Large </a:t>
            </a:r>
            <a:endParaRPr lang="en-IN" sz="1000" b="1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6BA4B52-CBEC-0F03-5320-8A84272864A9}"/>
              </a:ext>
            </a:extLst>
          </p:cNvPr>
          <p:cNvSpPr txBox="1"/>
          <p:nvPr/>
        </p:nvSpPr>
        <p:spPr>
          <a:xfrm>
            <a:off x="1406416" y="4997941"/>
            <a:ext cx="520448" cy="246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Small</a:t>
            </a:r>
            <a:endParaRPr lang="en-IN" sz="1000" b="1" dirty="0"/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5DE5B45A-718D-90F7-721D-5C40EFBEE1FF}"/>
              </a:ext>
            </a:extLst>
          </p:cNvPr>
          <p:cNvCxnSpPr>
            <a:stCxn id="121" idx="2"/>
            <a:endCxn id="122" idx="0"/>
          </p:cNvCxnSpPr>
          <p:nvPr/>
        </p:nvCxnSpPr>
        <p:spPr>
          <a:xfrm flipH="1">
            <a:off x="1666640" y="2043642"/>
            <a:ext cx="16935" cy="2954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2BDD1FEC-E5A4-630E-4E6B-433B9A0C90DB}"/>
              </a:ext>
            </a:extLst>
          </p:cNvPr>
          <p:cNvSpPr txBox="1"/>
          <p:nvPr/>
        </p:nvSpPr>
        <p:spPr>
          <a:xfrm>
            <a:off x="2048568" y="104715"/>
            <a:ext cx="809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Identify The Criminal Through DNA Fingerprinting</a:t>
            </a:r>
            <a:endParaRPr lang="en-IN" sz="2800" b="1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AF75123-5776-ED18-0F3D-FF6228594364}"/>
              </a:ext>
            </a:extLst>
          </p:cNvPr>
          <p:cNvSpPr txBox="1"/>
          <p:nvPr/>
        </p:nvSpPr>
        <p:spPr>
          <a:xfrm>
            <a:off x="1903665" y="1467382"/>
            <a:ext cx="546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" b="1" dirty="0"/>
              <a:t>Crime scene</a:t>
            </a:r>
          </a:p>
          <a:p>
            <a:pPr algn="ctr"/>
            <a:r>
              <a:rPr lang="en-US" sz="450" b="1" dirty="0"/>
              <a:t>sample</a:t>
            </a:r>
            <a:endParaRPr lang="en-IN" sz="450" b="1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BF0C180-A314-5D86-9B01-013162EA8DA0}"/>
              </a:ext>
            </a:extLst>
          </p:cNvPr>
          <p:cNvSpPr txBox="1"/>
          <p:nvPr/>
        </p:nvSpPr>
        <p:spPr>
          <a:xfrm>
            <a:off x="2932315" y="1467968"/>
            <a:ext cx="76761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(Suspect-2 Sample)</a:t>
            </a:r>
            <a:endParaRPr lang="en-IN" sz="500" b="1" dirty="0"/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F9BB0997-7F18-4304-7766-DF4F1BEF5936}"/>
              </a:ext>
            </a:extLst>
          </p:cNvPr>
          <p:cNvSpPr txBox="1"/>
          <p:nvPr/>
        </p:nvSpPr>
        <p:spPr>
          <a:xfrm>
            <a:off x="3517318" y="1470362"/>
            <a:ext cx="74776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(Suspect-4 Sample)</a:t>
            </a:r>
            <a:endParaRPr lang="en-IN" sz="500" b="1" dirty="0"/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A09CADCF-1CAC-1616-CEE9-52DF95134E21}"/>
              </a:ext>
            </a:extLst>
          </p:cNvPr>
          <p:cNvSpPr txBox="1"/>
          <p:nvPr/>
        </p:nvSpPr>
        <p:spPr>
          <a:xfrm>
            <a:off x="4104337" y="1469501"/>
            <a:ext cx="76761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(Suspect-1 Sample)</a:t>
            </a:r>
            <a:endParaRPr lang="en-IN" sz="500" b="1" dirty="0"/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053C20F3-07B5-0024-016F-DA71463541D9}"/>
              </a:ext>
            </a:extLst>
          </p:cNvPr>
          <p:cNvSpPr txBox="1"/>
          <p:nvPr/>
        </p:nvSpPr>
        <p:spPr>
          <a:xfrm>
            <a:off x="2347383" y="1467297"/>
            <a:ext cx="7615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(Suspect-3 Sample)</a:t>
            </a:r>
            <a:endParaRPr lang="en-IN" sz="500" b="1" dirty="0"/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8142CC7D-7B76-F078-07FA-41C400162FA7}"/>
              </a:ext>
            </a:extLst>
          </p:cNvPr>
          <p:cNvSpPr txBox="1"/>
          <p:nvPr/>
        </p:nvSpPr>
        <p:spPr>
          <a:xfrm>
            <a:off x="5400532" y="2943401"/>
            <a:ext cx="1380948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Color index of the </a:t>
            </a:r>
          </a:p>
          <a:p>
            <a:pPr algn="ctr"/>
            <a:r>
              <a:rPr lang="en-US" sz="1000" b="1" dirty="0"/>
              <a:t>VNTR bands of DNA</a:t>
            </a:r>
            <a:endParaRPr lang="en-IN" sz="1000" b="1" dirty="0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6505D8B-D303-4FFF-8B73-BA1620343375}"/>
              </a:ext>
            </a:extLst>
          </p:cNvPr>
          <p:cNvSpPr/>
          <p:nvPr/>
        </p:nvSpPr>
        <p:spPr>
          <a:xfrm>
            <a:off x="5405526" y="3444235"/>
            <a:ext cx="148574" cy="524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8DAAC50-B959-3459-35A7-1C750D0A068C}"/>
              </a:ext>
            </a:extLst>
          </p:cNvPr>
          <p:cNvSpPr/>
          <p:nvPr/>
        </p:nvSpPr>
        <p:spPr>
          <a:xfrm>
            <a:off x="5410278" y="3598270"/>
            <a:ext cx="148574" cy="524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91D90A06-56F3-8AF8-7943-28302F290827}"/>
              </a:ext>
            </a:extLst>
          </p:cNvPr>
          <p:cNvSpPr/>
          <p:nvPr/>
        </p:nvSpPr>
        <p:spPr>
          <a:xfrm>
            <a:off x="5411875" y="3752305"/>
            <a:ext cx="148574" cy="5243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EABBE4C9-1F5C-396D-8623-3507ECFEFE87}"/>
              </a:ext>
            </a:extLst>
          </p:cNvPr>
          <p:cNvSpPr txBox="1"/>
          <p:nvPr/>
        </p:nvSpPr>
        <p:spPr>
          <a:xfrm>
            <a:off x="5493774" y="3332174"/>
            <a:ext cx="1305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Chromosome 6</a:t>
            </a:r>
            <a:endParaRPr lang="en-IN" sz="1000" b="1" dirty="0"/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AF559628-29FE-D233-893D-AB08CC3F6124}"/>
              </a:ext>
            </a:extLst>
          </p:cNvPr>
          <p:cNvSpPr txBox="1"/>
          <p:nvPr/>
        </p:nvSpPr>
        <p:spPr>
          <a:xfrm>
            <a:off x="5493774" y="3506085"/>
            <a:ext cx="1305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Chromosome 13</a:t>
            </a:r>
            <a:endParaRPr lang="en-IN" sz="1000" b="1" dirty="0"/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E6C575B1-D06D-302D-AABE-9A93C841A4A3}"/>
              </a:ext>
            </a:extLst>
          </p:cNvPr>
          <p:cNvSpPr txBox="1"/>
          <p:nvPr/>
        </p:nvSpPr>
        <p:spPr>
          <a:xfrm>
            <a:off x="5505260" y="3664230"/>
            <a:ext cx="1305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Chromosome 17</a:t>
            </a:r>
            <a:endParaRPr lang="en-IN" sz="1000" b="1" dirty="0"/>
          </a:p>
        </p:txBody>
      </p:sp>
    </p:spTree>
    <p:extLst>
      <p:ext uri="{BB962C8B-B14F-4D97-AF65-F5344CB8AC3E}">
        <p14:creationId xmlns:p14="http://schemas.microsoft.com/office/powerpoint/2010/main" val="1579063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58740-ED21-EF86-2A60-2FC01377D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65A4D4-CAAF-4EBA-14B0-799DD4407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B33C3A8-97D5-CD3C-9FF4-04F5B1AF4B88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294C2E1-A881-D767-BBDD-560E5B41CC7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5F34C9C-E09C-C404-8C8D-6EC74B31ED74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D4E8709-CE6C-E4A4-E4F5-2F38C0FDA3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0F4381C-6CFF-AFFA-079C-54572F866FAE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8884A2E-4F7E-0E82-1222-FB4AD3EF84A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3170CA9-C203-0E54-D769-5BBC94FC843F}"/>
                  </a:ext>
                </a:extLst>
              </p14:cNvPr>
              <p14:cNvContentPartPr/>
              <p14:nvPr/>
            </p14:nvContentPartPr>
            <p14:xfrm>
              <a:off x="2520835" y="1793823"/>
              <a:ext cx="401760" cy="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D797A6B-1022-B51C-BF4A-26F611D9F40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0283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CBD487F-5444-9555-9191-C3A21C053551}"/>
                  </a:ext>
                </a:extLst>
              </p14:cNvPr>
              <p14:cNvContentPartPr/>
              <p14:nvPr/>
            </p14:nvContentPartPr>
            <p14:xfrm>
              <a:off x="2519035" y="1834863"/>
              <a:ext cx="413280" cy="6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74C6DDA-F7E9-8355-7A0E-E4C8C3B9E2B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0139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EC93B99-5DC2-99AB-E3F5-B63FA5028EEA}"/>
                  </a:ext>
                </a:extLst>
              </p14:cNvPr>
              <p14:cNvContentPartPr/>
              <p14:nvPr/>
            </p14:nvContentPartPr>
            <p14:xfrm>
              <a:off x="3067175" y="1793823"/>
              <a:ext cx="401760" cy="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04C6942-145C-5829-0997-B40490A0C20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4917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1EBAF1E-ADA5-12F5-FF7D-B90860BEA083}"/>
                  </a:ext>
                </a:extLst>
              </p14:cNvPr>
              <p14:cNvContentPartPr/>
              <p14:nvPr/>
            </p14:nvContentPartPr>
            <p14:xfrm>
              <a:off x="3065375" y="1834863"/>
              <a:ext cx="413280" cy="6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AECD1F2-92E6-9B22-F97C-02861E4BB45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4773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F56FA62-ED97-DA27-4B07-85559017C6AF}"/>
                  </a:ext>
                </a:extLst>
              </p14:cNvPr>
              <p14:cNvContentPartPr/>
              <p14:nvPr/>
            </p14:nvContentPartPr>
            <p14:xfrm>
              <a:off x="3635572" y="1793705"/>
              <a:ext cx="401760" cy="3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52C5CA1-B53C-FC16-8575-B73CBD135D2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17572" y="17757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05A981E-C65D-5177-0564-0799AFE11F88}"/>
                  </a:ext>
                </a:extLst>
              </p14:cNvPr>
              <p14:cNvContentPartPr/>
              <p14:nvPr/>
            </p14:nvContentPartPr>
            <p14:xfrm>
              <a:off x="3633772" y="1834745"/>
              <a:ext cx="413280" cy="6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9311FFD-6B74-E5B1-6960-32ECF5C0D66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16132" y="1817105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F83B80F-3398-8100-C42F-1580287F8BE6}"/>
                  </a:ext>
                </a:extLst>
              </p14:cNvPr>
              <p14:cNvContentPartPr/>
              <p14:nvPr/>
            </p14:nvContentPartPr>
            <p14:xfrm>
              <a:off x="4191632" y="1790105"/>
              <a:ext cx="401760" cy="3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33BE4FC-F72C-A15F-B8CB-EC7675A25A1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73632" y="17721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3A56014-075D-DBC9-B780-552D7E24EC78}"/>
                  </a:ext>
                </a:extLst>
              </p14:cNvPr>
              <p14:cNvContentPartPr/>
              <p14:nvPr/>
            </p14:nvContentPartPr>
            <p14:xfrm>
              <a:off x="4189832" y="1831145"/>
              <a:ext cx="413280" cy="6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CED7568-93BF-F27C-54F2-593433C8DC3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72192" y="1813505"/>
                <a:ext cx="448920" cy="4212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4984201E-0CCD-E875-EB62-0A2DB03878AC}"/>
              </a:ext>
            </a:extLst>
          </p:cNvPr>
          <p:cNvSpPr/>
          <p:nvPr/>
        </p:nvSpPr>
        <p:spPr>
          <a:xfrm>
            <a:off x="1949195" y="2599739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CAFBA3C-DC3B-E11C-C8E2-464BB31595EF}"/>
              </a:ext>
            </a:extLst>
          </p:cNvPr>
          <p:cNvSpPr/>
          <p:nvPr/>
        </p:nvSpPr>
        <p:spPr>
          <a:xfrm>
            <a:off x="1949193" y="3051246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621F970-0940-26A5-504C-DE25B0190BB1}"/>
              </a:ext>
            </a:extLst>
          </p:cNvPr>
          <p:cNvSpPr/>
          <p:nvPr/>
        </p:nvSpPr>
        <p:spPr>
          <a:xfrm>
            <a:off x="1945087" y="3217121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42748AE-7153-0D42-188E-805EEC0E1DE6}"/>
              </a:ext>
            </a:extLst>
          </p:cNvPr>
          <p:cNvSpPr/>
          <p:nvPr/>
        </p:nvSpPr>
        <p:spPr>
          <a:xfrm>
            <a:off x="1945085" y="3816282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94DE759-F4C0-C6E1-DCB5-C2FE3F6FE8FA}"/>
              </a:ext>
            </a:extLst>
          </p:cNvPr>
          <p:cNvSpPr/>
          <p:nvPr/>
        </p:nvSpPr>
        <p:spPr>
          <a:xfrm>
            <a:off x="1945083" y="4415443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64CE7CA-1AE5-B0BE-84A3-3D9DB781C9D2}"/>
              </a:ext>
            </a:extLst>
          </p:cNvPr>
          <p:cNvSpPr/>
          <p:nvPr/>
        </p:nvSpPr>
        <p:spPr>
          <a:xfrm>
            <a:off x="1945081" y="4866950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B37A040-3005-2253-9AFE-500EC846E606}"/>
              </a:ext>
            </a:extLst>
          </p:cNvPr>
          <p:cNvSpPr/>
          <p:nvPr/>
        </p:nvSpPr>
        <p:spPr>
          <a:xfrm>
            <a:off x="2549312" y="4416779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3051B47-9859-23E2-8247-C5C6A5FE68F3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8832647-0C63-94EF-1936-FED2EF13052B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4B955B6-3923-EC8A-E090-BA093315150B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BCAB0EE-6D34-D619-958B-ED0D2F6DD23D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8DEFB2-8CA3-8D6D-0F51-FECA4B0C98FE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F26DB3-C007-5532-F286-1AA7FC9F9162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9D3B724-44CF-3C7B-AFBF-3B5B05733DF2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2D57A88-87FD-F64D-FFDF-55420E1E4304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DA70218-5C0D-736B-9791-510B0103BF3B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C97AE6-63B7-C19E-5D5F-7494F92C88D7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45F4D63-D446-AD5F-57F7-0CC783A07986}"/>
                  </a:ext>
                </a:extLst>
              </p14:cNvPr>
              <p14:cNvContentPartPr/>
              <p14:nvPr/>
            </p14:nvContentPartPr>
            <p14:xfrm>
              <a:off x="1871630" y="1549538"/>
              <a:ext cx="590040" cy="39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45F4D63-D446-AD5F-57F7-0CC783A0798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853630" y="1531538"/>
                <a:ext cx="625680" cy="7524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2781DE82-D31E-03BE-2F0F-088E10DEA1BD}"/>
              </a:ext>
            </a:extLst>
          </p:cNvPr>
          <p:cNvSpPr/>
          <p:nvPr/>
        </p:nvSpPr>
        <p:spPr>
          <a:xfrm>
            <a:off x="3616400" y="2597560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D08D557-2CB3-ACF4-9AE8-F517CF7257D2}"/>
              </a:ext>
            </a:extLst>
          </p:cNvPr>
          <p:cNvSpPr/>
          <p:nvPr/>
        </p:nvSpPr>
        <p:spPr>
          <a:xfrm>
            <a:off x="3616400" y="3066239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7290385-DAA8-DC67-358F-3AACBA88D203}"/>
              </a:ext>
            </a:extLst>
          </p:cNvPr>
          <p:cNvSpPr/>
          <p:nvPr/>
        </p:nvSpPr>
        <p:spPr>
          <a:xfrm>
            <a:off x="3616400" y="3230167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F8952D5-2A9E-FC4A-89D3-1F63D57CDFD5}"/>
              </a:ext>
            </a:extLst>
          </p:cNvPr>
          <p:cNvSpPr/>
          <p:nvPr/>
        </p:nvSpPr>
        <p:spPr>
          <a:xfrm>
            <a:off x="3616400" y="3798345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BCF9987-FA58-8D9E-A37B-76D914AC68FE}"/>
              </a:ext>
            </a:extLst>
          </p:cNvPr>
          <p:cNvSpPr/>
          <p:nvPr/>
        </p:nvSpPr>
        <p:spPr>
          <a:xfrm>
            <a:off x="3616400" y="4426890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D2A93C3-F431-D0A2-C7C1-86A9C9D5F040}"/>
              </a:ext>
            </a:extLst>
          </p:cNvPr>
          <p:cNvSpPr/>
          <p:nvPr/>
        </p:nvSpPr>
        <p:spPr>
          <a:xfrm>
            <a:off x="3616401" y="4900057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676F7E7-B670-B3D0-0498-82FB93246C56}"/>
              </a:ext>
            </a:extLst>
          </p:cNvPr>
          <p:cNvSpPr/>
          <p:nvPr/>
        </p:nvSpPr>
        <p:spPr>
          <a:xfrm>
            <a:off x="2557779" y="4640286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BF55260-7A66-AF48-FF9E-87D35AF044C3}"/>
              </a:ext>
            </a:extLst>
          </p:cNvPr>
          <p:cNvSpPr/>
          <p:nvPr/>
        </p:nvSpPr>
        <p:spPr>
          <a:xfrm>
            <a:off x="2553631" y="3809757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422B365-64E0-F944-FFB7-6B6975E916B7}"/>
              </a:ext>
            </a:extLst>
          </p:cNvPr>
          <p:cNvSpPr/>
          <p:nvPr/>
        </p:nvSpPr>
        <p:spPr>
          <a:xfrm>
            <a:off x="2553630" y="3214003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49F20CC-B8FB-5C82-0C28-055689CAE849}"/>
              </a:ext>
            </a:extLst>
          </p:cNvPr>
          <p:cNvSpPr/>
          <p:nvPr/>
        </p:nvSpPr>
        <p:spPr>
          <a:xfrm>
            <a:off x="2549312" y="3056982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6FD06B4-E2C8-CB8E-3699-3B71B84F5FB7}"/>
              </a:ext>
            </a:extLst>
          </p:cNvPr>
          <p:cNvSpPr/>
          <p:nvPr/>
        </p:nvSpPr>
        <p:spPr>
          <a:xfrm>
            <a:off x="2549312" y="2603641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DD51AD1-1680-B0AE-DAAC-2F25782DD171}"/>
              </a:ext>
            </a:extLst>
          </p:cNvPr>
          <p:cNvSpPr/>
          <p:nvPr/>
        </p:nvSpPr>
        <p:spPr>
          <a:xfrm>
            <a:off x="3045522" y="2121942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EE9EEBD-F99C-508E-9DE2-BF6955373DC9}"/>
              </a:ext>
            </a:extLst>
          </p:cNvPr>
          <p:cNvSpPr/>
          <p:nvPr/>
        </p:nvSpPr>
        <p:spPr>
          <a:xfrm>
            <a:off x="3079779" y="3554285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51304A5-3994-3570-30D5-295992CBB44A}"/>
              </a:ext>
            </a:extLst>
          </p:cNvPr>
          <p:cNvSpPr/>
          <p:nvPr/>
        </p:nvSpPr>
        <p:spPr>
          <a:xfrm>
            <a:off x="3085458" y="3066239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3EF070F-1E0D-6E53-4D6B-F26AE0F14B74}"/>
              </a:ext>
            </a:extLst>
          </p:cNvPr>
          <p:cNvSpPr/>
          <p:nvPr/>
        </p:nvSpPr>
        <p:spPr>
          <a:xfrm>
            <a:off x="3079780" y="4412189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DACB515-172E-0C01-EA82-D74E0E2F3D1B}"/>
              </a:ext>
            </a:extLst>
          </p:cNvPr>
          <p:cNvSpPr/>
          <p:nvPr/>
        </p:nvSpPr>
        <p:spPr>
          <a:xfrm>
            <a:off x="3087581" y="4903526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C1F6958-FDD8-ABE8-AEC7-D8B16BD981BD}"/>
              </a:ext>
            </a:extLst>
          </p:cNvPr>
          <p:cNvSpPr/>
          <p:nvPr/>
        </p:nvSpPr>
        <p:spPr>
          <a:xfrm>
            <a:off x="3080055" y="3816282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E56E573-E5FE-E68E-043D-4239197F29D1}"/>
              </a:ext>
            </a:extLst>
          </p:cNvPr>
          <p:cNvSpPr/>
          <p:nvPr/>
        </p:nvSpPr>
        <p:spPr>
          <a:xfrm>
            <a:off x="4131597" y="2303263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EF06FC59-62B6-C86F-965E-8627C132B7D1}"/>
              </a:ext>
            </a:extLst>
          </p:cNvPr>
          <p:cNvSpPr/>
          <p:nvPr/>
        </p:nvSpPr>
        <p:spPr>
          <a:xfrm>
            <a:off x="4131317" y="3547603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75FB4A6-12A3-6040-66B5-ECE5A730CFCA}"/>
              </a:ext>
            </a:extLst>
          </p:cNvPr>
          <p:cNvSpPr/>
          <p:nvPr/>
        </p:nvSpPr>
        <p:spPr>
          <a:xfrm>
            <a:off x="4131598" y="2865804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C97E0AF-025E-E474-BADD-7A18AAF20F2D}"/>
              </a:ext>
            </a:extLst>
          </p:cNvPr>
          <p:cNvSpPr/>
          <p:nvPr/>
        </p:nvSpPr>
        <p:spPr>
          <a:xfrm>
            <a:off x="4131317" y="4426890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B8D9CC4-5315-B3AF-D9F2-CFA3419D904F}"/>
              </a:ext>
            </a:extLst>
          </p:cNvPr>
          <p:cNvSpPr/>
          <p:nvPr/>
        </p:nvSpPr>
        <p:spPr>
          <a:xfrm>
            <a:off x="4131316" y="4075450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D185439-652C-F1BE-F7CF-3D16D55C269E}"/>
              </a:ext>
            </a:extLst>
          </p:cNvPr>
          <p:cNvSpPr/>
          <p:nvPr/>
        </p:nvSpPr>
        <p:spPr>
          <a:xfrm>
            <a:off x="4131316" y="5090832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26A115B-C001-B696-3131-58E0DD5DA7DE}"/>
              </a:ext>
            </a:extLst>
          </p:cNvPr>
          <p:cNvSpPr txBox="1"/>
          <p:nvPr/>
        </p:nvSpPr>
        <p:spPr>
          <a:xfrm rot="16200000">
            <a:off x="-117491" y="3286518"/>
            <a:ext cx="3130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Short Tandem Repeat Numbers </a:t>
            </a:r>
            <a:endParaRPr lang="en-IN" sz="1600" b="1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53E693C-376D-62DC-28C4-09139359A89C}"/>
              </a:ext>
            </a:extLst>
          </p:cNvPr>
          <p:cNvSpPr txBox="1"/>
          <p:nvPr/>
        </p:nvSpPr>
        <p:spPr>
          <a:xfrm>
            <a:off x="1423351" y="1797531"/>
            <a:ext cx="520448" cy="246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Large </a:t>
            </a:r>
            <a:endParaRPr lang="en-IN" sz="1000" b="1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B63AB8A-410B-8D76-07C0-201C4EBCFED1}"/>
              </a:ext>
            </a:extLst>
          </p:cNvPr>
          <p:cNvSpPr txBox="1"/>
          <p:nvPr/>
        </p:nvSpPr>
        <p:spPr>
          <a:xfrm>
            <a:off x="1406416" y="4997941"/>
            <a:ext cx="520448" cy="246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Small</a:t>
            </a:r>
            <a:endParaRPr lang="en-IN" sz="1000" b="1" dirty="0"/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E51315F0-B0E2-4F39-DB07-64DFEEACC1D9}"/>
              </a:ext>
            </a:extLst>
          </p:cNvPr>
          <p:cNvCxnSpPr>
            <a:stCxn id="121" idx="2"/>
            <a:endCxn id="122" idx="0"/>
          </p:cNvCxnSpPr>
          <p:nvPr/>
        </p:nvCxnSpPr>
        <p:spPr>
          <a:xfrm flipH="1">
            <a:off x="1666640" y="2043642"/>
            <a:ext cx="16935" cy="2954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3BEEB09-52CA-4073-A2CF-B2B539B04085}"/>
              </a:ext>
            </a:extLst>
          </p:cNvPr>
          <p:cNvSpPr txBox="1"/>
          <p:nvPr/>
        </p:nvSpPr>
        <p:spPr>
          <a:xfrm>
            <a:off x="8379808" y="5692680"/>
            <a:ext cx="3549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Now identify the criminal by tapping the suspect’s the image</a:t>
            </a: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708279-E2DF-9176-668F-F469C4C9049A}"/>
              </a:ext>
            </a:extLst>
          </p:cNvPr>
          <p:cNvSpPr txBox="1"/>
          <p:nvPr/>
        </p:nvSpPr>
        <p:spPr>
          <a:xfrm>
            <a:off x="8957172" y="1244181"/>
            <a:ext cx="2456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Suspects of the crime</a:t>
            </a:r>
            <a:endParaRPr lang="en-IN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6F734A-1D18-EFEB-0E03-67EF39F3BF97}"/>
              </a:ext>
            </a:extLst>
          </p:cNvPr>
          <p:cNvSpPr txBox="1"/>
          <p:nvPr/>
        </p:nvSpPr>
        <p:spPr>
          <a:xfrm>
            <a:off x="10607681" y="2770252"/>
            <a:ext cx="928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A2CE25-D71C-DE82-927B-03A9BC47C758}"/>
              </a:ext>
            </a:extLst>
          </p:cNvPr>
          <p:cNvSpPr txBox="1"/>
          <p:nvPr/>
        </p:nvSpPr>
        <p:spPr>
          <a:xfrm>
            <a:off x="9177635" y="4869348"/>
            <a:ext cx="9286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2696B9-2AF8-B08F-D316-1FE0A36B854E}"/>
              </a:ext>
            </a:extLst>
          </p:cNvPr>
          <p:cNvSpPr txBox="1"/>
          <p:nvPr/>
        </p:nvSpPr>
        <p:spPr>
          <a:xfrm>
            <a:off x="10616148" y="4872083"/>
            <a:ext cx="9286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65F6A1-47E2-ACC1-A716-FEB331C52AB9}"/>
              </a:ext>
            </a:extLst>
          </p:cNvPr>
          <p:cNvSpPr txBox="1"/>
          <p:nvPr/>
        </p:nvSpPr>
        <p:spPr>
          <a:xfrm>
            <a:off x="9066566" y="2785226"/>
            <a:ext cx="928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 -1</a:t>
            </a:r>
            <a:endParaRPr lang="en-IN" sz="1100" b="1" dirty="0"/>
          </a:p>
        </p:txBody>
      </p:sp>
      <p:pic>
        <p:nvPicPr>
          <p:cNvPr id="32" name="Picture 6" descr="Human Head Silhouette – Royalty-Free Vector | VectorStock">
            <a:extLst>
              <a:ext uri="{FF2B5EF4-FFF2-40B4-BE49-F238E27FC236}">
                <a16:creationId xmlns:a16="http://schemas.microsoft.com/office/drawing/2014/main" id="{150FA6F6-43E1-63A6-F830-651F7FB450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4" r="9894" b="11212"/>
          <a:stretch>
            <a:fillRect/>
          </a:stretch>
        </p:blipFill>
        <p:spPr bwMode="auto">
          <a:xfrm>
            <a:off x="9011491" y="1645695"/>
            <a:ext cx="887394" cy="118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8" descr="108,600+ Face Silhouette Stock Illustrations, Royalty-Free Vector Graphics  &amp; Clip Art - iStock">
            <a:extLst>
              <a:ext uri="{FF2B5EF4-FFF2-40B4-BE49-F238E27FC236}">
                <a16:creationId xmlns:a16="http://schemas.microsoft.com/office/drawing/2014/main" id="{49945791-A7A0-CDED-DE14-21FDA6BC5E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5" r="8285" b="4469"/>
          <a:stretch>
            <a:fillRect/>
          </a:stretch>
        </p:blipFill>
        <p:spPr bwMode="auto">
          <a:xfrm>
            <a:off x="10511002" y="1668181"/>
            <a:ext cx="848598" cy="1131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0" descr="Woman silhouette - Free people icons">
            <a:extLst>
              <a:ext uri="{FF2B5EF4-FFF2-40B4-BE49-F238E27FC236}">
                <a16:creationId xmlns:a16="http://schemas.microsoft.com/office/drawing/2014/main" id="{09C1A0DA-A370-3296-7127-377AAF2F6E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>
            <a:fillRect/>
          </a:stretch>
        </p:blipFill>
        <p:spPr bwMode="auto">
          <a:xfrm>
            <a:off x="9076523" y="3540030"/>
            <a:ext cx="971373" cy="129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silueta-mujer-fot-carnet - Bilbao Gazte">
            <a:extLst>
              <a:ext uri="{FF2B5EF4-FFF2-40B4-BE49-F238E27FC236}">
                <a16:creationId xmlns:a16="http://schemas.microsoft.com/office/drawing/2014/main" id="{51C242CC-12B6-CBE7-C0E6-366B255C79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7" t="11573" r="5797"/>
          <a:stretch>
            <a:fillRect/>
          </a:stretch>
        </p:blipFill>
        <p:spPr bwMode="auto">
          <a:xfrm>
            <a:off x="10470832" y="3520974"/>
            <a:ext cx="1121600" cy="1322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7513BC5-1F6C-7458-A206-D8610B6F3293}"/>
              </a:ext>
            </a:extLst>
          </p:cNvPr>
          <p:cNvSpPr txBox="1"/>
          <p:nvPr/>
        </p:nvSpPr>
        <p:spPr>
          <a:xfrm>
            <a:off x="2048568" y="104715"/>
            <a:ext cx="809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Identify The Criminal Through DNA Fingerprinting</a:t>
            </a:r>
            <a:endParaRPr lang="en-IN" sz="28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B0ADE5-BF51-5FF5-BB41-E934171EB98E}"/>
              </a:ext>
            </a:extLst>
          </p:cNvPr>
          <p:cNvSpPr txBox="1"/>
          <p:nvPr/>
        </p:nvSpPr>
        <p:spPr>
          <a:xfrm>
            <a:off x="1903665" y="1467382"/>
            <a:ext cx="546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" b="1" dirty="0"/>
              <a:t>Crime scene</a:t>
            </a:r>
          </a:p>
          <a:p>
            <a:pPr algn="ctr"/>
            <a:r>
              <a:rPr lang="en-US" sz="450" b="1" dirty="0"/>
              <a:t>sample</a:t>
            </a:r>
            <a:endParaRPr lang="en-IN" sz="45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CD388D-ABA4-AE4B-3B75-C0675316D583}"/>
              </a:ext>
            </a:extLst>
          </p:cNvPr>
          <p:cNvSpPr txBox="1"/>
          <p:nvPr/>
        </p:nvSpPr>
        <p:spPr>
          <a:xfrm>
            <a:off x="2932315" y="1467968"/>
            <a:ext cx="76761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(Suspect-2 Sample)</a:t>
            </a:r>
            <a:endParaRPr lang="en-IN" sz="5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50ED65-FCAA-E683-CCDE-8EF203313D81}"/>
              </a:ext>
            </a:extLst>
          </p:cNvPr>
          <p:cNvSpPr txBox="1"/>
          <p:nvPr/>
        </p:nvSpPr>
        <p:spPr>
          <a:xfrm>
            <a:off x="3517318" y="1470362"/>
            <a:ext cx="74776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(Suspect-4 Sample)</a:t>
            </a:r>
            <a:endParaRPr lang="en-IN" sz="5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478348-14D9-FB7C-1C77-AC2C0E2AF506}"/>
              </a:ext>
            </a:extLst>
          </p:cNvPr>
          <p:cNvSpPr txBox="1"/>
          <p:nvPr/>
        </p:nvSpPr>
        <p:spPr>
          <a:xfrm>
            <a:off x="4104337" y="1469501"/>
            <a:ext cx="76761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(Suspect-1 Sample)</a:t>
            </a:r>
            <a:endParaRPr lang="en-IN" sz="5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B2C3077-78DB-A57C-9647-E62C00772E3A}"/>
              </a:ext>
            </a:extLst>
          </p:cNvPr>
          <p:cNvSpPr txBox="1"/>
          <p:nvPr/>
        </p:nvSpPr>
        <p:spPr>
          <a:xfrm>
            <a:off x="2347383" y="1467297"/>
            <a:ext cx="7615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(Suspect-3 Sample)</a:t>
            </a:r>
            <a:endParaRPr lang="en-IN" sz="5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18C39A-F5E3-975F-5600-01E89842FB0D}"/>
              </a:ext>
            </a:extLst>
          </p:cNvPr>
          <p:cNvSpPr txBox="1"/>
          <p:nvPr/>
        </p:nvSpPr>
        <p:spPr>
          <a:xfrm>
            <a:off x="5405526" y="2957453"/>
            <a:ext cx="1380948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Color index of the </a:t>
            </a:r>
          </a:p>
          <a:p>
            <a:pPr algn="ctr"/>
            <a:r>
              <a:rPr lang="en-US" sz="1000" b="1" dirty="0"/>
              <a:t>VNTR bands of DNA</a:t>
            </a:r>
            <a:endParaRPr lang="en-IN" sz="1000" b="1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B9D3F97-A0DB-639E-2692-8C1DD7A55E5F}"/>
              </a:ext>
            </a:extLst>
          </p:cNvPr>
          <p:cNvSpPr/>
          <p:nvPr/>
        </p:nvSpPr>
        <p:spPr>
          <a:xfrm>
            <a:off x="5405526" y="3444235"/>
            <a:ext cx="148574" cy="524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9CE0DC2-BD0F-E4DE-F19E-75A79D42C9DC}"/>
              </a:ext>
            </a:extLst>
          </p:cNvPr>
          <p:cNvSpPr/>
          <p:nvPr/>
        </p:nvSpPr>
        <p:spPr>
          <a:xfrm>
            <a:off x="5410278" y="3598270"/>
            <a:ext cx="148574" cy="524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C0C37FF-85E9-62FF-0AA1-62AFA9A9C2A2}"/>
              </a:ext>
            </a:extLst>
          </p:cNvPr>
          <p:cNvSpPr/>
          <p:nvPr/>
        </p:nvSpPr>
        <p:spPr>
          <a:xfrm>
            <a:off x="5411875" y="3752305"/>
            <a:ext cx="148574" cy="5243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B88182F-A1DE-9C3B-E47E-BD75EF85CAC4}"/>
              </a:ext>
            </a:extLst>
          </p:cNvPr>
          <p:cNvSpPr txBox="1"/>
          <p:nvPr/>
        </p:nvSpPr>
        <p:spPr>
          <a:xfrm>
            <a:off x="5493774" y="3332174"/>
            <a:ext cx="1305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Chromosome 6</a:t>
            </a:r>
            <a:endParaRPr lang="en-IN" sz="10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9AADE4-B461-5EB2-C971-F56607D55005}"/>
              </a:ext>
            </a:extLst>
          </p:cNvPr>
          <p:cNvSpPr txBox="1"/>
          <p:nvPr/>
        </p:nvSpPr>
        <p:spPr>
          <a:xfrm>
            <a:off x="5493774" y="3506085"/>
            <a:ext cx="1305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Chromosome 13</a:t>
            </a:r>
            <a:endParaRPr lang="en-IN" sz="10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D74A0D2-847C-9CB4-E69C-BAADD53CBA69}"/>
              </a:ext>
            </a:extLst>
          </p:cNvPr>
          <p:cNvSpPr txBox="1"/>
          <p:nvPr/>
        </p:nvSpPr>
        <p:spPr>
          <a:xfrm>
            <a:off x="5505260" y="3664230"/>
            <a:ext cx="1305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Chromosome 17</a:t>
            </a:r>
            <a:endParaRPr lang="en-IN" sz="1000" b="1" dirty="0"/>
          </a:p>
        </p:txBody>
      </p:sp>
    </p:spTree>
    <p:extLst>
      <p:ext uri="{BB962C8B-B14F-4D97-AF65-F5344CB8AC3E}">
        <p14:creationId xmlns:p14="http://schemas.microsoft.com/office/powerpoint/2010/main" val="2789578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919A7-B871-5614-3CD7-EE65FDCFE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A1136E-AD91-9979-05C4-0B0170ECB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C7D467B-D3FD-0652-B571-7E51BC14C464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294C2E1-A881-D767-BBDD-560E5B41CC7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A4E2B23-32F7-ABD4-DE7A-93FA1920F858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D4E8709-CE6C-E4A4-E4F5-2F38C0FDA3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AD96344-8CDB-687A-5A10-7630545F3B1A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8884A2E-4F7E-0E82-1222-FB4AD3EF84A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50BA70B-DC68-C4EF-53A5-253B1F241A91}"/>
                  </a:ext>
                </a:extLst>
              </p14:cNvPr>
              <p14:cNvContentPartPr/>
              <p14:nvPr/>
            </p14:nvContentPartPr>
            <p14:xfrm>
              <a:off x="2520835" y="1793823"/>
              <a:ext cx="401760" cy="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D797A6B-1022-B51C-BF4A-26F611D9F40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0283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6B6A769-98F5-5585-2D69-F3DC08295BA7}"/>
                  </a:ext>
                </a:extLst>
              </p14:cNvPr>
              <p14:cNvContentPartPr/>
              <p14:nvPr/>
            </p14:nvContentPartPr>
            <p14:xfrm>
              <a:off x="2519035" y="1834863"/>
              <a:ext cx="413280" cy="6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74C6DDA-F7E9-8355-7A0E-E4C8C3B9E2B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0139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740A3EA-76DF-DDA3-5227-DFC021AC6FEC}"/>
                  </a:ext>
                </a:extLst>
              </p14:cNvPr>
              <p14:cNvContentPartPr/>
              <p14:nvPr/>
            </p14:nvContentPartPr>
            <p14:xfrm>
              <a:off x="3067175" y="1793823"/>
              <a:ext cx="401760" cy="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04C6942-145C-5829-0997-B40490A0C20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4917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137C1F0-54D0-455C-F9AE-990B590410EA}"/>
                  </a:ext>
                </a:extLst>
              </p14:cNvPr>
              <p14:cNvContentPartPr/>
              <p14:nvPr/>
            </p14:nvContentPartPr>
            <p14:xfrm>
              <a:off x="3065375" y="1834863"/>
              <a:ext cx="413280" cy="6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AECD1F2-92E6-9B22-F97C-02861E4BB45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4773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CF281D9-A5A1-9F7E-CB6F-0E7A0DF8A4FE}"/>
                  </a:ext>
                </a:extLst>
              </p14:cNvPr>
              <p14:cNvContentPartPr/>
              <p14:nvPr/>
            </p14:nvContentPartPr>
            <p14:xfrm>
              <a:off x="3635572" y="1793705"/>
              <a:ext cx="401760" cy="3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52C5CA1-B53C-FC16-8575-B73CBD135D2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17572" y="17757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EAE66CB-10F1-34CA-6F2A-C9BCD05C1A0F}"/>
                  </a:ext>
                </a:extLst>
              </p14:cNvPr>
              <p14:cNvContentPartPr/>
              <p14:nvPr/>
            </p14:nvContentPartPr>
            <p14:xfrm>
              <a:off x="3633772" y="1834745"/>
              <a:ext cx="413280" cy="6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9311FFD-6B74-E5B1-6960-32ECF5C0D66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16132" y="1817105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98A18D5-5112-9B3D-13BA-637499B07745}"/>
                  </a:ext>
                </a:extLst>
              </p14:cNvPr>
              <p14:cNvContentPartPr/>
              <p14:nvPr/>
            </p14:nvContentPartPr>
            <p14:xfrm>
              <a:off x="4191632" y="1790105"/>
              <a:ext cx="401760" cy="3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33BE4FC-F72C-A15F-B8CB-EC7675A25A1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73632" y="17721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F2F04B2-BA80-53E1-0298-68420B07160E}"/>
                  </a:ext>
                </a:extLst>
              </p14:cNvPr>
              <p14:cNvContentPartPr/>
              <p14:nvPr/>
            </p14:nvContentPartPr>
            <p14:xfrm>
              <a:off x="4189832" y="1831145"/>
              <a:ext cx="413280" cy="6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CED7568-93BF-F27C-54F2-593433C8DC3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72192" y="1813505"/>
                <a:ext cx="448920" cy="4212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64DF1B50-36DD-E0B2-F1FE-3F6DFA5CEC8E}"/>
              </a:ext>
            </a:extLst>
          </p:cNvPr>
          <p:cNvSpPr/>
          <p:nvPr/>
        </p:nvSpPr>
        <p:spPr>
          <a:xfrm>
            <a:off x="1949195" y="2599739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A7DBBDC-CEF4-73FD-7DD3-A77246DC0368}"/>
              </a:ext>
            </a:extLst>
          </p:cNvPr>
          <p:cNvSpPr/>
          <p:nvPr/>
        </p:nvSpPr>
        <p:spPr>
          <a:xfrm>
            <a:off x="1949193" y="3051246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D4B5B3-58E3-69B0-A06E-D4C5377F1324}"/>
              </a:ext>
            </a:extLst>
          </p:cNvPr>
          <p:cNvSpPr/>
          <p:nvPr/>
        </p:nvSpPr>
        <p:spPr>
          <a:xfrm>
            <a:off x="1945087" y="3217121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A0465CF-03D4-7277-4C7A-63CAC9DAEB9A}"/>
              </a:ext>
            </a:extLst>
          </p:cNvPr>
          <p:cNvSpPr/>
          <p:nvPr/>
        </p:nvSpPr>
        <p:spPr>
          <a:xfrm>
            <a:off x="1945085" y="3816282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A28B7B4-2048-33B8-AA06-E21CCD7BF277}"/>
              </a:ext>
            </a:extLst>
          </p:cNvPr>
          <p:cNvSpPr/>
          <p:nvPr/>
        </p:nvSpPr>
        <p:spPr>
          <a:xfrm>
            <a:off x="1945083" y="4415443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6C55CA8-C054-0DDE-A65F-F0642D21EA09}"/>
              </a:ext>
            </a:extLst>
          </p:cNvPr>
          <p:cNvSpPr/>
          <p:nvPr/>
        </p:nvSpPr>
        <p:spPr>
          <a:xfrm>
            <a:off x="1945081" y="4866950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27DC54E-1A16-B329-5D5A-A090550366D2}"/>
              </a:ext>
            </a:extLst>
          </p:cNvPr>
          <p:cNvSpPr/>
          <p:nvPr/>
        </p:nvSpPr>
        <p:spPr>
          <a:xfrm>
            <a:off x="2549312" y="4416779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E462E2F-1447-A53F-E5CE-CD4F92A9D52A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FB13E5-42AC-B06A-EC92-AB509DB956E8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4B9C324-0F1C-9723-666E-12A980F8215B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E5681EA-B496-4532-0815-4C407E4DB2D9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5D3780-79A7-6BB2-9129-FFB04995DE75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EEEE705-7323-536F-22F8-1DDAF92D8849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0A9935-9A33-7E1B-7B66-DE337940D193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DAD2E15-854C-16D5-6CBE-64705F378005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C1B1D95-0604-4BD2-D8BC-8B9C2A33A6E3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728889-DAFC-054E-A7FB-43F140BDE7F9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39C7D61-CA08-41FB-F56B-17A5D457CF94}"/>
                  </a:ext>
                </a:extLst>
              </p14:cNvPr>
              <p14:cNvContentPartPr/>
              <p14:nvPr/>
            </p14:nvContentPartPr>
            <p14:xfrm>
              <a:off x="1871630" y="1549538"/>
              <a:ext cx="590040" cy="39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39C7D61-CA08-41FB-F56B-17A5D457CF9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853630" y="1531538"/>
                <a:ext cx="625680" cy="7524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2798D13C-C011-1DA4-9049-F51978182EE2}"/>
              </a:ext>
            </a:extLst>
          </p:cNvPr>
          <p:cNvSpPr/>
          <p:nvPr/>
        </p:nvSpPr>
        <p:spPr>
          <a:xfrm>
            <a:off x="3616400" y="2597560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935B5AD-36C1-DA16-7669-8277DB1AA630}"/>
              </a:ext>
            </a:extLst>
          </p:cNvPr>
          <p:cNvSpPr/>
          <p:nvPr/>
        </p:nvSpPr>
        <p:spPr>
          <a:xfrm>
            <a:off x="3616400" y="3066239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A0150C3-2015-F73D-1D69-8D4A913F467A}"/>
              </a:ext>
            </a:extLst>
          </p:cNvPr>
          <p:cNvSpPr/>
          <p:nvPr/>
        </p:nvSpPr>
        <p:spPr>
          <a:xfrm>
            <a:off x="3616400" y="3230167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F1223B9-ED6B-12FD-383D-811C82D07A82}"/>
              </a:ext>
            </a:extLst>
          </p:cNvPr>
          <p:cNvSpPr/>
          <p:nvPr/>
        </p:nvSpPr>
        <p:spPr>
          <a:xfrm>
            <a:off x="3616400" y="3798345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8C99548-EC3E-463B-6042-8E07BE46F858}"/>
              </a:ext>
            </a:extLst>
          </p:cNvPr>
          <p:cNvSpPr/>
          <p:nvPr/>
        </p:nvSpPr>
        <p:spPr>
          <a:xfrm>
            <a:off x="3616400" y="4426890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BFC66F0-F2A3-2DA4-FA90-9B289A04F015}"/>
              </a:ext>
            </a:extLst>
          </p:cNvPr>
          <p:cNvSpPr/>
          <p:nvPr/>
        </p:nvSpPr>
        <p:spPr>
          <a:xfrm>
            <a:off x="3616401" y="4900057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DB0CDBE-BDE9-F7FA-236F-FA3F0B7B5FF2}"/>
              </a:ext>
            </a:extLst>
          </p:cNvPr>
          <p:cNvSpPr/>
          <p:nvPr/>
        </p:nvSpPr>
        <p:spPr>
          <a:xfrm>
            <a:off x="2557779" y="4640286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BFAD7A7-7879-4723-D2DF-698472DDF766}"/>
              </a:ext>
            </a:extLst>
          </p:cNvPr>
          <p:cNvSpPr/>
          <p:nvPr/>
        </p:nvSpPr>
        <p:spPr>
          <a:xfrm>
            <a:off x="2553631" y="3809757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A65ED0E-930A-7849-5205-699CB782FBB9}"/>
              </a:ext>
            </a:extLst>
          </p:cNvPr>
          <p:cNvSpPr/>
          <p:nvPr/>
        </p:nvSpPr>
        <p:spPr>
          <a:xfrm>
            <a:off x="2553630" y="3214003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0EC33AE-493C-AFB8-2787-458A613815C4}"/>
              </a:ext>
            </a:extLst>
          </p:cNvPr>
          <p:cNvSpPr/>
          <p:nvPr/>
        </p:nvSpPr>
        <p:spPr>
          <a:xfrm>
            <a:off x="2549312" y="3056982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55758F5-7316-04B5-A59C-60332A3E4DE6}"/>
              </a:ext>
            </a:extLst>
          </p:cNvPr>
          <p:cNvSpPr/>
          <p:nvPr/>
        </p:nvSpPr>
        <p:spPr>
          <a:xfrm>
            <a:off x="2549312" y="2603641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6D3F944-D003-BC0A-1DC2-2F6E948F8D8D}"/>
              </a:ext>
            </a:extLst>
          </p:cNvPr>
          <p:cNvSpPr/>
          <p:nvPr/>
        </p:nvSpPr>
        <p:spPr>
          <a:xfrm>
            <a:off x="3045522" y="2121942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620BA9E-1DD0-DE1E-41A6-ACDC59FFB9D2}"/>
              </a:ext>
            </a:extLst>
          </p:cNvPr>
          <p:cNvSpPr/>
          <p:nvPr/>
        </p:nvSpPr>
        <p:spPr>
          <a:xfrm>
            <a:off x="3079779" y="3554285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6C04DCB-861E-CEBB-B84E-35D00F9DC15B}"/>
              </a:ext>
            </a:extLst>
          </p:cNvPr>
          <p:cNvSpPr/>
          <p:nvPr/>
        </p:nvSpPr>
        <p:spPr>
          <a:xfrm>
            <a:off x="3085458" y="3066239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B9839A8-AA29-6D4C-1ECD-A9E09C292DDF}"/>
              </a:ext>
            </a:extLst>
          </p:cNvPr>
          <p:cNvSpPr/>
          <p:nvPr/>
        </p:nvSpPr>
        <p:spPr>
          <a:xfrm>
            <a:off x="3079780" y="4412189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18A3EE4-4754-EDCB-4500-BC818757DE1E}"/>
              </a:ext>
            </a:extLst>
          </p:cNvPr>
          <p:cNvSpPr/>
          <p:nvPr/>
        </p:nvSpPr>
        <p:spPr>
          <a:xfrm>
            <a:off x="3087581" y="4903526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D593659-D507-5EE5-F0B4-3A1CB1B738E1}"/>
              </a:ext>
            </a:extLst>
          </p:cNvPr>
          <p:cNvSpPr/>
          <p:nvPr/>
        </p:nvSpPr>
        <p:spPr>
          <a:xfrm>
            <a:off x="3080055" y="3816282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2C89995-C5A7-28FF-A2AE-EAC86198EA47}"/>
              </a:ext>
            </a:extLst>
          </p:cNvPr>
          <p:cNvSpPr/>
          <p:nvPr/>
        </p:nvSpPr>
        <p:spPr>
          <a:xfrm>
            <a:off x="4131597" y="2303263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60E75A2-6116-A967-D079-AC190F16AB3B}"/>
              </a:ext>
            </a:extLst>
          </p:cNvPr>
          <p:cNvSpPr/>
          <p:nvPr/>
        </p:nvSpPr>
        <p:spPr>
          <a:xfrm>
            <a:off x="4131317" y="3547603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F326B00-C836-B90E-EE21-CE9524898C27}"/>
              </a:ext>
            </a:extLst>
          </p:cNvPr>
          <p:cNvSpPr/>
          <p:nvPr/>
        </p:nvSpPr>
        <p:spPr>
          <a:xfrm>
            <a:off x="4131598" y="2865804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1CFFD53-7B0C-5A2D-3E0A-3623B39DD29D}"/>
              </a:ext>
            </a:extLst>
          </p:cNvPr>
          <p:cNvSpPr/>
          <p:nvPr/>
        </p:nvSpPr>
        <p:spPr>
          <a:xfrm>
            <a:off x="4131317" y="4426890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F597BCA-AECA-F598-7E29-D6D562C078AD}"/>
              </a:ext>
            </a:extLst>
          </p:cNvPr>
          <p:cNvSpPr/>
          <p:nvPr/>
        </p:nvSpPr>
        <p:spPr>
          <a:xfrm>
            <a:off x="4131316" y="4075450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4B53DB7-8647-45C1-0681-F8ABAA505594}"/>
              </a:ext>
            </a:extLst>
          </p:cNvPr>
          <p:cNvSpPr/>
          <p:nvPr/>
        </p:nvSpPr>
        <p:spPr>
          <a:xfrm>
            <a:off x="4131316" y="5090832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37F96F3-2D25-5423-2988-237BA77D83E6}"/>
              </a:ext>
            </a:extLst>
          </p:cNvPr>
          <p:cNvSpPr txBox="1"/>
          <p:nvPr/>
        </p:nvSpPr>
        <p:spPr>
          <a:xfrm>
            <a:off x="5405526" y="2957453"/>
            <a:ext cx="1380948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Color index of the </a:t>
            </a:r>
          </a:p>
          <a:p>
            <a:pPr algn="ctr"/>
            <a:r>
              <a:rPr lang="en-US" sz="1000" b="1" dirty="0"/>
              <a:t>VNTR bands of DNA</a:t>
            </a:r>
            <a:endParaRPr lang="en-IN" sz="1000" b="1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09C55D97-6A5C-F1CB-CB88-DB5C5919A11E}"/>
              </a:ext>
            </a:extLst>
          </p:cNvPr>
          <p:cNvSpPr/>
          <p:nvPr/>
        </p:nvSpPr>
        <p:spPr>
          <a:xfrm>
            <a:off x="5405526" y="3444235"/>
            <a:ext cx="148574" cy="524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70CA632D-8546-93DC-EDE9-5CF5E3B541DB}"/>
              </a:ext>
            </a:extLst>
          </p:cNvPr>
          <p:cNvSpPr/>
          <p:nvPr/>
        </p:nvSpPr>
        <p:spPr>
          <a:xfrm>
            <a:off x="5410278" y="3598270"/>
            <a:ext cx="148574" cy="524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713F134-5ABB-E2F9-862F-2D8F32722E21}"/>
              </a:ext>
            </a:extLst>
          </p:cNvPr>
          <p:cNvSpPr/>
          <p:nvPr/>
        </p:nvSpPr>
        <p:spPr>
          <a:xfrm>
            <a:off x="5411875" y="3752305"/>
            <a:ext cx="148574" cy="5243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FC06C40-0BEB-788A-5FAE-27C82C7F793E}"/>
              </a:ext>
            </a:extLst>
          </p:cNvPr>
          <p:cNvSpPr txBox="1"/>
          <p:nvPr/>
        </p:nvSpPr>
        <p:spPr>
          <a:xfrm>
            <a:off x="5493774" y="3332174"/>
            <a:ext cx="1305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Chromosome 6</a:t>
            </a:r>
            <a:endParaRPr lang="en-IN" sz="1000" b="1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0FA69BF-1CFB-AB16-4A45-62FA969D4043}"/>
              </a:ext>
            </a:extLst>
          </p:cNvPr>
          <p:cNvSpPr txBox="1"/>
          <p:nvPr/>
        </p:nvSpPr>
        <p:spPr>
          <a:xfrm>
            <a:off x="5493774" y="3506085"/>
            <a:ext cx="1305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Chromosome 13</a:t>
            </a:r>
            <a:endParaRPr lang="en-IN" sz="1000" b="1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9130B19-ECCD-5BC7-0DA0-4B56605F285D}"/>
              </a:ext>
            </a:extLst>
          </p:cNvPr>
          <p:cNvSpPr txBox="1"/>
          <p:nvPr/>
        </p:nvSpPr>
        <p:spPr>
          <a:xfrm>
            <a:off x="5505260" y="3664230"/>
            <a:ext cx="1305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Chromosome 17</a:t>
            </a:r>
            <a:endParaRPr lang="en-IN" sz="1000" b="1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0C881F5-E16E-FB8F-ED64-AC83A7F92453}"/>
              </a:ext>
            </a:extLst>
          </p:cNvPr>
          <p:cNvSpPr txBox="1"/>
          <p:nvPr/>
        </p:nvSpPr>
        <p:spPr>
          <a:xfrm rot="16200000">
            <a:off x="-117491" y="3286518"/>
            <a:ext cx="3130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Short Tandem Repeat Numbers </a:t>
            </a:r>
            <a:endParaRPr lang="en-IN" sz="1600" b="1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F9E6ED7-4222-C5AE-66CB-ED54260B41AD}"/>
              </a:ext>
            </a:extLst>
          </p:cNvPr>
          <p:cNvSpPr txBox="1"/>
          <p:nvPr/>
        </p:nvSpPr>
        <p:spPr>
          <a:xfrm>
            <a:off x="1423351" y="1797531"/>
            <a:ext cx="520448" cy="246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Large </a:t>
            </a:r>
            <a:endParaRPr lang="en-IN" sz="1000" b="1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B5F66FC-C6BF-6C59-8D30-ED591CEB1F55}"/>
              </a:ext>
            </a:extLst>
          </p:cNvPr>
          <p:cNvSpPr txBox="1"/>
          <p:nvPr/>
        </p:nvSpPr>
        <p:spPr>
          <a:xfrm>
            <a:off x="1406416" y="4997941"/>
            <a:ext cx="520448" cy="246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Small</a:t>
            </a:r>
            <a:endParaRPr lang="en-IN" sz="1000" b="1" dirty="0"/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1ED9D8C2-949D-5EB1-0023-6AB7CF305106}"/>
              </a:ext>
            </a:extLst>
          </p:cNvPr>
          <p:cNvCxnSpPr>
            <a:stCxn id="121" idx="2"/>
            <a:endCxn id="122" idx="0"/>
          </p:cNvCxnSpPr>
          <p:nvPr/>
        </p:nvCxnSpPr>
        <p:spPr>
          <a:xfrm flipH="1">
            <a:off x="1666640" y="2043642"/>
            <a:ext cx="16935" cy="2954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8EC4CF2-559D-4D9D-7CF5-618D0139ECB3}"/>
              </a:ext>
            </a:extLst>
          </p:cNvPr>
          <p:cNvSpPr txBox="1"/>
          <p:nvPr/>
        </p:nvSpPr>
        <p:spPr>
          <a:xfrm>
            <a:off x="8379808" y="5692680"/>
            <a:ext cx="3549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Now identify the criminal by tapping the suspect’s the image</a:t>
            </a: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C2261A-E868-FFC9-9987-58DD06D7DF5B}"/>
              </a:ext>
            </a:extLst>
          </p:cNvPr>
          <p:cNvSpPr txBox="1"/>
          <p:nvPr/>
        </p:nvSpPr>
        <p:spPr>
          <a:xfrm>
            <a:off x="8957172" y="1244181"/>
            <a:ext cx="2456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Suspects of the crime</a:t>
            </a:r>
            <a:endParaRPr lang="en-IN" b="1" dirty="0"/>
          </a:p>
        </p:txBody>
      </p:sp>
      <p:pic>
        <p:nvPicPr>
          <p:cNvPr id="32" name="Picture 6" descr="Human Head Silhouette – Royalty-Free Vector | VectorStock">
            <a:extLst>
              <a:ext uri="{FF2B5EF4-FFF2-40B4-BE49-F238E27FC236}">
                <a16:creationId xmlns:a16="http://schemas.microsoft.com/office/drawing/2014/main" id="{BF689614-1F0D-38D5-68D3-ABAEF3DF31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4" r="9894" b="11212"/>
          <a:stretch>
            <a:fillRect/>
          </a:stretch>
        </p:blipFill>
        <p:spPr bwMode="auto">
          <a:xfrm>
            <a:off x="9011491" y="1645695"/>
            <a:ext cx="887394" cy="118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8" descr="108,600+ Face Silhouette Stock Illustrations, Royalty-Free Vector Graphics  &amp; Clip Art - iStock">
            <a:extLst>
              <a:ext uri="{FF2B5EF4-FFF2-40B4-BE49-F238E27FC236}">
                <a16:creationId xmlns:a16="http://schemas.microsoft.com/office/drawing/2014/main" id="{4050B79E-CF2B-DF7E-BED0-5C0D5C7B7C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5" r="8285" b="4469"/>
          <a:stretch>
            <a:fillRect/>
          </a:stretch>
        </p:blipFill>
        <p:spPr bwMode="auto">
          <a:xfrm>
            <a:off x="10511002" y="1668181"/>
            <a:ext cx="848598" cy="1131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0" descr="Woman silhouette - Free people icons">
            <a:extLst>
              <a:ext uri="{FF2B5EF4-FFF2-40B4-BE49-F238E27FC236}">
                <a16:creationId xmlns:a16="http://schemas.microsoft.com/office/drawing/2014/main" id="{1249D0BC-D02B-BF85-A3C3-66019FCC53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>
            <a:fillRect/>
          </a:stretch>
        </p:blipFill>
        <p:spPr bwMode="auto">
          <a:xfrm>
            <a:off x="9076523" y="3540030"/>
            <a:ext cx="971373" cy="1295164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silueta-mujer-fot-carnet - Bilbao Gazte">
            <a:extLst>
              <a:ext uri="{FF2B5EF4-FFF2-40B4-BE49-F238E27FC236}">
                <a16:creationId xmlns:a16="http://schemas.microsoft.com/office/drawing/2014/main" id="{57E4B11E-1B12-8D82-8D88-A1E319E1F6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7" t="11573" r="5797"/>
          <a:stretch>
            <a:fillRect/>
          </a:stretch>
        </p:blipFill>
        <p:spPr bwMode="auto">
          <a:xfrm>
            <a:off x="10470832" y="3520974"/>
            <a:ext cx="1121600" cy="1322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16B263F-4733-D74E-BE82-D6E0C2B681E0}"/>
              </a:ext>
            </a:extLst>
          </p:cNvPr>
          <p:cNvSpPr txBox="1"/>
          <p:nvPr/>
        </p:nvSpPr>
        <p:spPr>
          <a:xfrm>
            <a:off x="8960529" y="5082359"/>
            <a:ext cx="12462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You are wrong! </a:t>
            </a:r>
          </a:p>
          <a:p>
            <a:pPr algn="ctr"/>
            <a:r>
              <a:rPr lang="en-US" sz="800" b="1" dirty="0">
                <a:solidFill>
                  <a:srgbClr val="FF0000"/>
                </a:solidFill>
              </a:rPr>
              <a:t>Please carefully look at the DNA fingerprint result and try again.</a:t>
            </a:r>
            <a:endParaRPr lang="en-IN" sz="800" b="1" dirty="0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AFA7BC-FABB-D5D8-8708-4C7AEDFB20E2}"/>
              </a:ext>
            </a:extLst>
          </p:cNvPr>
          <p:cNvSpPr txBox="1"/>
          <p:nvPr/>
        </p:nvSpPr>
        <p:spPr>
          <a:xfrm>
            <a:off x="2048568" y="104715"/>
            <a:ext cx="809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Identify The Criminal Through DNA Fingerprinting</a:t>
            </a:r>
            <a:endParaRPr lang="en-IN" sz="28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2F6DAD-4DDE-CAE9-59EC-1AEC4355D08E}"/>
              </a:ext>
            </a:extLst>
          </p:cNvPr>
          <p:cNvSpPr txBox="1"/>
          <p:nvPr/>
        </p:nvSpPr>
        <p:spPr>
          <a:xfrm>
            <a:off x="10607681" y="2770252"/>
            <a:ext cx="928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051749-740C-D3CD-D990-ECDD975DE92E}"/>
              </a:ext>
            </a:extLst>
          </p:cNvPr>
          <p:cNvSpPr txBox="1"/>
          <p:nvPr/>
        </p:nvSpPr>
        <p:spPr>
          <a:xfrm>
            <a:off x="9177635" y="4869348"/>
            <a:ext cx="9286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848810-5EC3-FA37-BE08-0390F6D35903}"/>
              </a:ext>
            </a:extLst>
          </p:cNvPr>
          <p:cNvSpPr txBox="1"/>
          <p:nvPr/>
        </p:nvSpPr>
        <p:spPr>
          <a:xfrm>
            <a:off x="10616148" y="4872083"/>
            <a:ext cx="9286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11DB0CA-487B-9557-6E19-D76903A9BBFA}"/>
              </a:ext>
            </a:extLst>
          </p:cNvPr>
          <p:cNvSpPr txBox="1"/>
          <p:nvPr/>
        </p:nvSpPr>
        <p:spPr>
          <a:xfrm>
            <a:off x="9066566" y="2785226"/>
            <a:ext cx="928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 -1</a:t>
            </a:r>
            <a:endParaRPr lang="en-IN" sz="11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0F8561-E8A1-0A39-5B08-9153E2252571}"/>
              </a:ext>
            </a:extLst>
          </p:cNvPr>
          <p:cNvSpPr txBox="1"/>
          <p:nvPr/>
        </p:nvSpPr>
        <p:spPr>
          <a:xfrm>
            <a:off x="1903665" y="1467382"/>
            <a:ext cx="546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" b="1" dirty="0"/>
              <a:t>Crime scene</a:t>
            </a:r>
          </a:p>
          <a:p>
            <a:pPr algn="ctr"/>
            <a:r>
              <a:rPr lang="en-US" sz="450" b="1" dirty="0"/>
              <a:t>sample</a:t>
            </a:r>
            <a:endParaRPr lang="en-IN" sz="45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C1DAE81-9D2E-8BA4-8138-719495224AD1}"/>
              </a:ext>
            </a:extLst>
          </p:cNvPr>
          <p:cNvSpPr txBox="1"/>
          <p:nvPr/>
        </p:nvSpPr>
        <p:spPr>
          <a:xfrm>
            <a:off x="2932315" y="1467968"/>
            <a:ext cx="76761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(Suspect-2 Sample)</a:t>
            </a:r>
            <a:endParaRPr lang="en-IN" sz="5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95F814-44D1-9BDB-2448-271E5CF99596}"/>
              </a:ext>
            </a:extLst>
          </p:cNvPr>
          <p:cNvSpPr txBox="1"/>
          <p:nvPr/>
        </p:nvSpPr>
        <p:spPr>
          <a:xfrm>
            <a:off x="3517318" y="1470362"/>
            <a:ext cx="74776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(Suspect-4 Sample)</a:t>
            </a:r>
            <a:endParaRPr lang="en-IN" sz="5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3D3CC61-783E-B7B8-6E77-D80D35724449}"/>
              </a:ext>
            </a:extLst>
          </p:cNvPr>
          <p:cNvSpPr txBox="1"/>
          <p:nvPr/>
        </p:nvSpPr>
        <p:spPr>
          <a:xfrm>
            <a:off x="4104337" y="1469501"/>
            <a:ext cx="76761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(Suspect-1 Sample)</a:t>
            </a:r>
            <a:endParaRPr lang="en-IN" sz="5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343384-0960-7007-21E0-AD41091901A9}"/>
              </a:ext>
            </a:extLst>
          </p:cNvPr>
          <p:cNvSpPr txBox="1"/>
          <p:nvPr/>
        </p:nvSpPr>
        <p:spPr>
          <a:xfrm>
            <a:off x="2347383" y="1467297"/>
            <a:ext cx="7615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(Suspect-3 Sample)</a:t>
            </a:r>
            <a:endParaRPr lang="en-IN" sz="500" b="1" dirty="0"/>
          </a:p>
        </p:txBody>
      </p:sp>
    </p:spTree>
    <p:extLst>
      <p:ext uri="{BB962C8B-B14F-4D97-AF65-F5344CB8AC3E}">
        <p14:creationId xmlns:p14="http://schemas.microsoft.com/office/powerpoint/2010/main" val="47410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3D3CB-2C63-A1C8-D116-E743BD60E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BF0E5D-51D3-AD25-6D33-B02BA3EF0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011A03D-53BC-55C5-8E4A-10BF30402EF4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294C2E1-A881-D767-BBDD-560E5B41CC7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EFB6472-8188-AF56-44DC-65A027F23366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D4E8709-CE6C-E4A4-E4F5-2F38C0FDA3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3EAB63E-1FF1-6E0E-3398-F60FE23D221A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8884A2E-4F7E-0E82-1222-FB4AD3EF84A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AB481BD-3FF6-7348-036D-9F9CB055AAB4}"/>
                  </a:ext>
                </a:extLst>
              </p14:cNvPr>
              <p14:cNvContentPartPr/>
              <p14:nvPr/>
            </p14:nvContentPartPr>
            <p14:xfrm>
              <a:off x="2520835" y="1793823"/>
              <a:ext cx="401760" cy="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D797A6B-1022-B51C-BF4A-26F611D9F40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0283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CCDDF48-568C-8D6B-5CDC-9BB8566EE2DA}"/>
                  </a:ext>
                </a:extLst>
              </p14:cNvPr>
              <p14:cNvContentPartPr/>
              <p14:nvPr/>
            </p14:nvContentPartPr>
            <p14:xfrm>
              <a:off x="2519035" y="1834863"/>
              <a:ext cx="413280" cy="6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74C6DDA-F7E9-8355-7A0E-E4C8C3B9E2B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0139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66CF72D-E54A-891B-D583-0F5EE23DC540}"/>
                  </a:ext>
                </a:extLst>
              </p14:cNvPr>
              <p14:cNvContentPartPr/>
              <p14:nvPr/>
            </p14:nvContentPartPr>
            <p14:xfrm>
              <a:off x="3067175" y="1793823"/>
              <a:ext cx="401760" cy="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04C6942-145C-5829-0997-B40490A0C20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4917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45C7CC3-411D-4136-53E8-9276B375280D}"/>
                  </a:ext>
                </a:extLst>
              </p14:cNvPr>
              <p14:cNvContentPartPr/>
              <p14:nvPr/>
            </p14:nvContentPartPr>
            <p14:xfrm>
              <a:off x="3065375" y="1834863"/>
              <a:ext cx="413280" cy="6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AECD1F2-92E6-9B22-F97C-02861E4BB45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4773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7CE727A-2C7E-8F58-3338-3ED52D1EED12}"/>
                  </a:ext>
                </a:extLst>
              </p14:cNvPr>
              <p14:cNvContentPartPr/>
              <p14:nvPr/>
            </p14:nvContentPartPr>
            <p14:xfrm>
              <a:off x="3635572" y="1793705"/>
              <a:ext cx="401760" cy="3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52C5CA1-B53C-FC16-8575-B73CBD135D2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17572" y="17757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7F6D31B-931F-0BBE-AE79-C3BF5983A5B4}"/>
                  </a:ext>
                </a:extLst>
              </p14:cNvPr>
              <p14:cNvContentPartPr/>
              <p14:nvPr/>
            </p14:nvContentPartPr>
            <p14:xfrm>
              <a:off x="3633772" y="1834745"/>
              <a:ext cx="413280" cy="6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9311FFD-6B74-E5B1-6960-32ECF5C0D66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16132" y="1817105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2AAE73A-18CD-CF62-6DE4-50C31E7B04C2}"/>
                  </a:ext>
                </a:extLst>
              </p14:cNvPr>
              <p14:cNvContentPartPr/>
              <p14:nvPr/>
            </p14:nvContentPartPr>
            <p14:xfrm>
              <a:off x="4191632" y="1790105"/>
              <a:ext cx="401760" cy="3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33BE4FC-F72C-A15F-B8CB-EC7675A25A1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73632" y="17721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3E4EC6F-9E95-E0BC-8412-9C99FF38E40B}"/>
                  </a:ext>
                </a:extLst>
              </p14:cNvPr>
              <p14:cNvContentPartPr/>
              <p14:nvPr/>
            </p14:nvContentPartPr>
            <p14:xfrm>
              <a:off x="4189832" y="1831145"/>
              <a:ext cx="413280" cy="6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CED7568-93BF-F27C-54F2-593433C8DC3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72192" y="1813505"/>
                <a:ext cx="448920" cy="4212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A7158A10-1FDE-B5FF-8945-D5F9DF2C5CC0}"/>
              </a:ext>
            </a:extLst>
          </p:cNvPr>
          <p:cNvSpPr/>
          <p:nvPr/>
        </p:nvSpPr>
        <p:spPr>
          <a:xfrm>
            <a:off x="1949195" y="2599739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0C34DE-17E2-BB16-C7CD-0F642495A352}"/>
              </a:ext>
            </a:extLst>
          </p:cNvPr>
          <p:cNvSpPr/>
          <p:nvPr/>
        </p:nvSpPr>
        <p:spPr>
          <a:xfrm>
            <a:off x="1949193" y="3051246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453F27C-9527-DB49-62C0-37571B582B9F}"/>
              </a:ext>
            </a:extLst>
          </p:cNvPr>
          <p:cNvSpPr/>
          <p:nvPr/>
        </p:nvSpPr>
        <p:spPr>
          <a:xfrm>
            <a:off x="1945087" y="3217121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12769D8-DC2D-148E-3DA4-CF22F71620DB}"/>
              </a:ext>
            </a:extLst>
          </p:cNvPr>
          <p:cNvSpPr/>
          <p:nvPr/>
        </p:nvSpPr>
        <p:spPr>
          <a:xfrm>
            <a:off x="1945085" y="3816282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EF221E2-BCCC-6725-C9EC-DB3C7721DB44}"/>
              </a:ext>
            </a:extLst>
          </p:cNvPr>
          <p:cNvSpPr/>
          <p:nvPr/>
        </p:nvSpPr>
        <p:spPr>
          <a:xfrm>
            <a:off x="1945083" y="4415443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AD6F3BC-0F05-2EE6-4D3E-7EE1FC99150B}"/>
              </a:ext>
            </a:extLst>
          </p:cNvPr>
          <p:cNvSpPr/>
          <p:nvPr/>
        </p:nvSpPr>
        <p:spPr>
          <a:xfrm>
            <a:off x="1945081" y="4866950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57D294C-CC2C-EB01-05BE-B0D81B83A0EF}"/>
              </a:ext>
            </a:extLst>
          </p:cNvPr>
          <p:cNvSpPr/>
          <p:nvPr/>
        </p:nvSpPr>
        <p:spPr>
          <a:xfrm>
            <a:off x="2549312" y="4416779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81EF1E1-D3F3-6A0A-DBA7-16C15B56830B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3CD9718-D98D-CF17-EA5C-F06673E283CA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1AC83DD-1E56-474B-1CD5-BA19AD350528}"/>
              </a:ext>
            </a:extLst>
          </p:cNvPr>
          <p:cNvSpPr txBox="1"/>
          <p:nvPr/>
        </p:nvSpPr>
        <p:spPr>
          <a:xfrm>
            <a:off x="2932315" y="1467968"/>
            <a:ext cx="76761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(Suspect-2 Sample)</a:t>
            </a:r>
            <a:endParaRPr lang="en-IN" sz="5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E780119-BEC5-571A-7A20-C7AAF51781A2}"/>
              </a:ext>
            </a:extLst>
          </p:cNvPr>
          <p:cNvSpPr txBox="1"/>
          <p:nvPr/>
        </p:nvSpPr>
        <p:spPr>
          <a:xfrm>
            <a:off x="3517318" y="1470362"/>
            <a:ext cx="74776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(Suspect-4 Sample)</a:t>
            </a:r>
            <a:endParaRPr lang="en-IN" sz="500" b="1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261AED6-4C42-3533-2C24-68FB50C36717}"/>
              </a:ext>
            </a:extLst>
          </p:cNvPr>
          <p:cNvSpPr txBox="1"/>
          <p:nvPr/>
        </p:nvSpPr>
        <p:spPr>
          <a:xfrm>
            <a:off x="4104337" y="1469501"/>
            <a:ext cx="76761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(Suspect-1 Sample)</a:t>
            </a:r>
            <a:endParaRPr lang="en-IN" sz="5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90B431E-5EF9-22E7-6C6F-863BF0D352B9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3731B9-6A37-CB0D-F9FB-737791747C91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79AE77B-64D6-0FCD-8C57-D43C18DCC720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F9EAE7-B687-901D-D2C5-C83111E0A4D4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CD7F5C-26F3-23E2-2E70-DC05D3CC45E1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AEF03EC-AF34-E5D2-FFD4-91A071365497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4247E84-DAF0-0A0C-5AE8-D8DD0CC95EA2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CCEA21-D063-8A30-E089-0C34EA04C8E7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C6D253F-9EED-5C5D-F7E1-69D50C93546A}"/>
                  </a:ext>
                </a:extLst>
              </p14:cNvPr>
              <p14:cNvContentPartPr/>
              <p14:nvPr/>
            </p14:nvContentPartPr>
            <p14:xfrm>
              <a:off x="1871630" y="1549538"/>
              <a:ext cx="590040" cy="39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C6D253F-9EED-5C5D-F7E1-69D50C93546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853630" y="1531538"/>
                <a:ext cx="625680" cy="7524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256484A9-BBF9-4532-5290-2C6C4E218A27}"/>
              </a:ext>
            </a:extLst>
          </p:cNvPr>
          <p:cNvSpPr/>
          <p:nvPr/>
        </p:nvSpPr>
        <p:spPr>
          <a:xfrm>
            <a:off x="3616400" y="2597560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9BE228D-021A-7D55-6AD1-4373CDB2EF8D}"/>
              </a:ext>
            </a:extLst>
          </p:cNvPr>
          <p:cNvSpPr/>
          <p:nvPr/>
        </p:nvSpPr>
        <p:spPr>
          <a:xfrm>
            <a:off x="3616400" y="3066239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6B83ABB-DF14-1F9E-C8D2-FA4CAEDC0513}"/>
              </a:ext>
            </a:extLst>
          </p:cNvPr>
          <p:cNvSpPr/>
          <p:nvPr/>
        </p:nvSpPr>
        <p:spPr>
          <a:xfrm>
            <a:off x="3616400" y="3230167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8D6AC9E-B8DE-A88C-7E5A-E7EE7B909439}"/>
              </a:ext>
            </a:extLst>
          </p:cNvPr>
          <p:cNvSpPr/>
          <p:nvPr/>
        </p:nvSpPr>
        <p:spPr>
          <a:xfrm>
            <a:off x="3616400" y="3798345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637A743-42EE-964E-45E6-7AE3CDAEB052}"/>
              </a:ext>
            </a:extLst>
          </p:cNvPr>
          <p:cNvSpPr/>
          <p:nvPr/>
        </p:nvSpPr>
        <p:spPr>
          <a:xfrm>
            <a:off x="3616400" y="4426890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6E5E880-7575-D06E-DBD9-02A8203FEE13}"/>
              </a:ext>
            </a:extLst>
          </p:cNvPr>
          <p:cNvSpPr/>
          <p:nvPr/>
        </p:nvSpPr>
        <p:spPr>
          <a:xfrm>
            <a:off x="3616401" y="4900057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243198C-68B8-F14D-44BC-CABD4C611D1F}"/>
              </a:ext>
            </a:extLst>
          </p:cNvPr>
          <p:cNvSpPr/>
          <p:nvPr/>
        </p:nvSpPr>
        <p:spPr>
          <a:xfrm>
            <a:off x="2557779" y="4640286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E17697F-17FE-0381-3A40-DE912D518A40}"/>
              </a:ext>
            </a:extLst>
          </p:cNvPr>
          <p:cNvSpPr/>
          <p:nvPr/>
        </p:nvSpPr>
        <p:spPr>
          <a:xfrm>
            <a:off x="2553631" y="3809757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F2EE114-DCCC-880E-8084-3B910053E57A}"/>
              </a:ext>
            </a:extLst>
          </p:cNvPr>
          <p:cNvSpPr/>
          <p:nvPr/>
        </p:nvSpPr>
        <p:spPr>
          <a:xfrm>
            <a:off x="2553630" y="3214003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542B153-9F1D-FED2-4D84-1AAD64F6842B}"/>
              </a:ext>
            </a:extLst>
          </p:cNvPr>
          <p:cNvSpPr/>
          <p:nvPr/>
        </p:nvSpPr>
        <p:spPr>
          <a:xfrm>
            <a:off x="2549312" y="3056982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00A7E63-A553-0927-54A7-DF861E729860}"/>
              </a:ext>
            </a:extLst>
          </p:cNvPr>
          <p:cNvSpPr/>
          <p:nvPr/>
        </p:nvSpPr>
        <p:spPr>
          <a:xfrm>
            <a:off x="2549312" y="2603641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1459AEF-AD1A-CDE5-7A79-70F58DFFC569}"/>
              </a:ext>
            </a:extLst>
          </p:cNvPr>
          <p:cNvSpPr/>
          <p:nvPr/>
        </p:nvSpPr>
        <p:spPr>
          <a:xfrm>
            <a:off x="3045522" y="2121942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F9F2F7D-0782-B1D8-02FA-DE0DC13104DD}"/>
              </a:ext>
            </a:extLst>
          </p:cNvPr>
          <p:cNvSpPr/>
          <p:nvPr/>
        </p:nvSpPr>
        <p:spPr>
          <a:xfrm>
            <a:off x="3079779" y="3554285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40BFCDF-8108-1755-987A-DBB331C8C730}"/>
              </a:ext>
            </a:extLst>
          </p:cNvPr>
          <p:cNvSpPr/>
          <p:nvPr/>
        </p:nvSpPr>
        <p:spPr>
          <a:xfrm>
            <a:off x="3085458" y="3066239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9344D51-5F5C-858C-4C38-868647948977}"/>
              </a:ext>
            </a:extLst>
          </p:cNvPr>
          <p:cNvSpPr/>
          <p:nvPr/>
        </p:nvSpPr>
        <p:spPr>
          <a:xfrm>
            <a:off x="3079780" y="4412189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ADA7783-41C4-3CEC-0320-7040F8EE2A9F}"/>
              </a:ext>
            </a:extLst>
          </p:cNvPr>
          <p:cNvSpPr/>
          <p:nvPr/>
        </p:nvSpPr>
        <p:spPr>
          <a:xfrm>
            <a:off x="3087581" y="4903526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7522995-24AF-AE80-8C86-7EB52926FAB1}"/>
              </a:ext>
            </a:extLst>
          </p:cNvPr>
          <p:cNvSpPr/>
          <p:nvPr/>
        </p:nvSpPr>
        <p:spPr>
          <a:xfrm>
            <a:off x="3080055" y="3816282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1D23714-A793-C61D-7474-29EFC33D0D6D}"/>
              </a:ext>
            </a:extLst>
          </p:cNvPr>
          <p:cNvSpPr/>
          <p:nvPr/>
        </p:nvSpPr>
        <p:spPr>
          <a:xfrm>
            <a:off x="4131597" y="2303263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0254CC5-4504-DEF6-E554-C3CCCCFB76F5}"/>
              </a:ext>
            </a:extLst>
          </p:cNvPr>
          <p:cNvSpPr/>
          <p:nvPr/>
        </p:nvSpPr>
        <p:spPr>
          <a:xfrm>
            <a:off x="4131317" y="3547603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D1B0E21-B1FE-F4C6-FC3B-5D95D7B40B19}"/>
              </a:ext>
            </a:extLst>
          </p:cNvPr>
          <p:cNvSpPr/>
          <p:nvPr/>
        </p:nvSpPr>
        <p:spPr>
          <a:xfrm>
            <a:off x="4131598" y="2865804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E821037-8D62-DD85-1AE1-C6DD39ECDF06}"/>
              </a:ext>
            </a:extLst>
          </p:cNvPr>
          <p:cNvSpPr/>
          <p:nvPr/>
        </p:nvSpPr>
        <p:spPr>
          <a:xfrm>
            <a:off x="4131317" y="4426890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6FDF888-949B-E1CA-9932-53CA1F3E2945}"/>
              </a:ext>
            </a:extLst>
          </p:cNvPr>
          <p:cNvSpPr/>
          <p:nvPr/>
        </p:nvSpPr>
        <p:spPr>
          <a:xfrm>
            <a:off x="4131316" y="4075450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1BD089B-9F02-FC5B-2B18-FAD5B4D7446E}"/>
              </a:ext>
            </a:extLst>
          </p:cNvPr>
          <p:cNvSpPr/>
          <p:nvPr/>
        </p:nvSpPr>
        <p:spPr>
          <a:xfrm>
            <a:off x="4131316" y="5090832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2947628-844D-A8D3-B6F7-323CA6B57C40}"/>
              </a:ext>
            </a:extLst>
          </p:cNvPr>
          <p:cNvSpPr txBox="1"/>
          <p:nvPr/>
        </p:nvSpPr>
        <p:spPr>
          <a:xfrm rot="16200000">
            <a:off x="-117491" y="3286518"/>
            <a:ext cx="3130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Short Tandem Repeat Numbers </a:t>
            </a:r>
            <a:endParaRPr lang="en-IN" sz="1600" b="1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D8C687F-CF11-B1BB-FE39-0141357539CA}"/>
              </a:ext>
            </a:extLst>
          </p:cNvPr>
          <p:cNvSpPr txBox="1"/>
          <p:nvPr/>
        </p:nvSpPr>
        <p:spPr>
          <a:xfrm>
            <a:off x="1423351" y="1797531"/>
            <a:ext cx="520448" cy="246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Large </a:t>
            </a:r>
            <a:endParaRPr lang="en-IN" sz="1000" b="1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32689EE-5889-19EF-A3E7-CBA2CF5F862B}"/>
              </a:ext>
            </a:extLst>
          </p:cNvPr>
          <p:cNvSpPr txBox="1"/>
          <p:nvPr/>
        </p:nvSpPr>
        <p:spPr>
          <a:xfrm>
            <a:off x="1406416" y="4997941"/>
            <a:ext cx="520448" cy="246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Small</a:t>
            </a:r>
            <a:endParaRPr lang="en-IN" sz="1000" b="1" dirty="0"/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A0339956-3B79-B75A-1135-98067447BFA0}"/>
              </a:ext>
            </a:extLst>
          </p:cNvPr>
          <p:cNvCxnSpPr>
            <a:stCxn id="121" idx="2"/>
            <a:endCxn id="122" idx="0"/>
          </p:cNvCxnSpPr>
          <p:nvPr/>
        </p:nvCxnSpPr>
        <p:spPr>
          <a:xfrm flipH="1">
            <a:off x="1666640" y="2043642"/>
            <a:ext cx="16935" cy="2954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F16FBB6-AF2D-1A4F-5188-9D9E76E17D63}"/>
              </a:ext>
            </a:extLst>
          </p:cNvPr>
          <p:cNvSpPr txBox="1"/>
          <p:nvPr/>
        </p:nvSpPr>
        <p:spPr>
          <a:xfrm>
            <a:off x="8957172" y="1244181"/>
            <a:ext cx="2456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Suspects of the crime</a:t>
            </a:r>
            <a:endParaRPr lang="en-IN" b="1" dirty="0"/>
          </a:p>
        </p:txBody>
      </p:sp>
      <p:pic>
        <p:nvPicPr>
          <p:cNvPr id="32" name="Picture 6" descr="Human Head Silhouette – Royalty-Free Vector | VectorStock">
            <a:extLst>
              <a:ext uri="{FF2B5EF4-FFF2-40B4-BE49-F238E27FC236}">
                <a16:creationId xmlns:a16="http://schemas.microsoft.com/office/drawing/2014/main" id="{B04A00CC-1D6B-EFD0-C525-0E7AC8A025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4" r="9894" b="11212"/>
          <a:stretch>
            <a:fillRect/>
          </a:stretch>
        </p:blipFill>
        <p:spPr bwMode="auto">
          <a:xfrm>
            <a:off x="9011491" y="1645695"/>
            <a:ext cx="887394" cy="118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8" descr="108,600+ Face Silhouette Stock Illustrations, Royalty-Free Vector Graphics  &amp; Clip Art - iStock">
            <a:extLst>
              <a:ext uri="{FF2B5EF4-FFF2-40B4-BE49-F238E27FC236}">
                <a16:creationId xmlns:a16="http://schemas.microsoft.com/office/drawing/2014/main" id="{66F4EF77-83BA-91C1-8980-1A9DE7628E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5" r="8285" b="4469"/>
          <a:stretch>
            <a:fillRect/>
          </a:stretch>
        </p:blipFill>
        <p:spPr bwMode="auto">
          <a:xfrm>
            <a:off x="10511002" y="1668181"/>
            <a:ext cx="848598" cy="1131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0" descr="Woman silhouette - Free people icons">
            <a:extLst>
              <a:ext uri="{FF2B5EF4-FFF2-40B4-BE49-F238E27FC236}">
                <a16:creationId xmlns:a16="http://schemas.microsoft.com/office/drawing/2014/main" id="{B3717934-C3D7-5ECF-6F8E-4408ABB4D9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>
            <a:fillRect/>
          </a:stretch>
        </p:blipFill>
        <p:spPr bwMode="auto">
          <a:xfrm>
            <a:off x="9076523" y="3540030"/>
            <a:ext cx="971373" cy="1295164"/>
          </a:xfrm>
          <a:prstGeom prst="rect">
            <a:avLst/>
          </a:prstGeom>
          <a:noFill/>
          <a:ln w="5715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silueta-mujer-fot-carnet - Bilbao Gazte">
            <a:extLst>
              <a:ext uri="{FF2B5EF4-FFF2-40B4-BE49-F238E27FC236}">
                <a16:creationId xmlns:a16="http://schemas.microsoft.com/office/drawing/2014/main" id="{B814DBC7-9E4C-C874-BFFA-DCC031B269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7" t="11573" r="5797"/>
          <a:stretch>
            <a:fillRect/>
          </a:stretch>
        </p:blipFill>
        <p:spPr bwMode="auto">
          <a:xfrm>
            <a:off x="10470832" y="3520974"/>
            <a:ext cx="1121600" cy="1322403"/>
          </a:xfrm>
          <a:prstGeom prst="rect">
            <a:avLst/>
          </a:prstGeom>
          <a:noFill/>
          <a:ln w="5715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47BC15D-5B2F-23C3-9EE7-0DB200E0C5A8}"/>
              </a:ext>
            </a:extLst>
          </p:cNvPr>
          <p:cNvSpPr txBox="1"/>
          <p:nvPr/>
        </p:nvSpPr>
        <p:spPr>
          <a:xfrm>
            <a:off x="10408485" y="5068611"/>
            <a:ext cx="1246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92D050"/>
                </a:solidFill>
              </a:rPr>
              <a:t>Bravo! </a:t>
            </a:r>
          </a:p>
          <a:p>
            <a:pPr algn="ctr"/>
            <a:r>
              <a:rPr lang="en-US" sz="800" b="1" dirty="0">
                <a:solidFill>
                  <a:srgbClr val="92D050"/>
                </a:solidFill>
              </a:rPr>
              <a:t>You have correctly identified the criminal. </a:t>
            </a:r>
            <a:endParaRPr lang="en-IN" sz="800" b="1" dirty="0">
              <a:solidFill>
                <a:srgbClr val="92D05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9A3F01-88E5-8644-73FC-FD1F1EF4AD9A}"/>
              </a:ext>
            </a:extLst>
          </p:cNvPr>
          <p:cNvSpPr txBox="1"/>
          <p:nvPr/>
        </p:nvSpPr>
        <p:spPr>
          <a:xfrm>
            <a:off x="6438902" y="5983554"/>
            <a:ext cx="1015998" cy="461665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Reset</a:t>
            </a:r>
            <a:endParaRPr lang="en-IN" sz="24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254DF58-D9AC-311F-5159-CD7674A13EC7}"/>
              </a:ext>
            </a:extLst>
          </p:cNvPr>
          <p:cNvSpPr txBox="1"/>
          <p:nvPr/>
        </p:nvSpPr>
        <p:spPr>
          <a:xfrm>
            <a:off x="2048568" y="104715"/>
            <a:ext cx="809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Identify The Criminal Through DNA Fingerprinting</a:t>
            </a:r>
            <a:endParaRPr lang="en-IN" sz="2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62E862-9CDC-9B87-4C1E-118BB34D4ADB}"/>
              </a:ext>
            </a:extLst>
          </p:cNvPr>
          <p:cNvSpPr txBox="1"/>
          <p:nvPr/>
        </p:nvSpPr>
        <p:spPr>
          <a:xfrm>
            <a:off x="10607681" y="2770252"/>
            <a:ext cx="928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F81E53E-FAAA-8BC8-95F7-6D73C23D2970}"/>
              </a:ext>
            </a:extLst>
          </p:cNvPr>
          <p:cNvSpPr txBox="1"/>
          <p:nvPr/>
        </p:nvSpPr>
        <p:spPr>
          <a:xfrm>
            <a:off x="9177635" y="4869348"/>
            <a:ext cx="9286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73A2835-B292-ECF1-577E-59C719C3AE41}"/>
              </a:ext>
            </a:extLst>
          </p:cNvPr>
          <p:cNvSpPr txBox="1"/>
          <p:nvPr/>
        </p:nvSpPr>
        <p:spPr>
          <a:xfrm>
            <a:off x="10616148" y="4872083"/>
            <a:ext cx="9286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6186F0-79C1-EE9E-7F0A-EA03C90EFCB7}"/>
              </a:ext>
            </a:extLst>
          </p:cNvPr>
          <p:cNvSpPr txBox="1"/>
          <p:nvPr/>
        </p:nvSpPr>
        <p:spPr>
          <a:xfrm>
            <a:off x="9066566" y="2785226"/>
            <a:ext cx="928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 -1</a:t>
            </a:r>
            <a:endParaRPr lang="en-IN" sz="11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3FCFA0-127B-83B2-ACDF-306E67D00468}"/>
              </a:ext>
            </a:extLst>
          </p:cNvPr>
          <p:cNvSpPr txBox="1"/>
          <p:nvPr/>
        </p:nvSpPr>
        <p:spPr>
          <a:xfrm>
            <a:off x="1903665" y="1467382"/>
            <a:ext cx="546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" b="1" dirty="0"/>
              <a:t>Crime scene</a:t>
            </a:r>
          </a:p>
          <a:p>
            <a:pPr algn="ctr"/>
            <a:r>
              <a:rPr lang="en-US" sz="450" b="1" dirty="0"/>
              <a:t>sample</a:t>
            </a:r>
            <a:endParaRPr lang="en-IN" sz="450" b="1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0E06929-1BBA-DB4D-9E86-7631DC1F92AB}"/>
              </a:ext>
            </a:extLst>
          </p:cNvPr>
          <p:cNvSpPr txBox="1"/>
          <p:nvPr/>
        </p:nvSpPr>
        <p:spPr>
          <a:xfrm>
            <a:off x="2347383" y="1467297"/>
            <a:ext cx="7615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(Suspect-3 Sample)</a:t>
            </a:r>
            <a:endParaRPr lang="en-IN" sz="5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B2D08B-882E-6845-EDC0-6EF0EDFE0476}"/>
              </a:ext>
            </a:extLst>
          </p:cNvPr>
          <p:cNvSpPr txBox="1"/>
          <p:nvPr/>
        </p:nvSpPr>
        <p:spPr>
          <a:xfrm>
            <a:off x="5405526" y="2957453"/>
            <a:ext cx="1380948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Color index of the </a:t>
            </a:r>
          </a:p>
          <a:p>
            <a:pPr algn="ctr"/>
            <a:r>
              <a:rPr lang="en-US" sz="1000" b="1" dirty="0"/>
              <a:t>VNTR bands of DNA</a:t>
            </a:r>
            <a:endParaRPr lang="en-IN" sz="1000" b="1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F7880AA-F9E7-D4C9-B917-C9A9A9E0F49E}"/>
              </a:ext>
            </a:extLst>
          </p:cNvPr>
          <p:cNvSpPr/>
          <p:nvPr/>
        </p:nvSpPr>
        <p:spPr>
          <a:xfrm>
            <a:off x="5405526" y="3444235"/>
            <a:ext cx="148574" cy="524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849E064-C413-A358-B1E7-1C4B399A0F5E}"/>
              </a:ext>
            </a:extLst>
          </p:cNvPr>
          <p:cNvSpPr/>
          <p:nvPr/>
        </p:nvSpPr>
        <p:spPr>
          <a:xfrm>
            <a:off x="5410278" y="3598270"/>
            <a:ext cx="148574" cy="524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90C34DB-AB76-CB31-548F-BBECD0230BC0}"/>
              </a:ext>
            </a:extLst>
          </p:cNvPr>
          <p:cNvSpPr txBox="1"/>
          <p:nvPr/>
        </p:nvSpPr>
        <p:spPr>
          <a:xfrm>
            <a:off x="5493774" y="3332174"/>
            <a:ext cx="1305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Chromosome 6</a:t>
            </a:r>
            <a:endParaRPr lang="en-IN" sz="10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C91EF1A-07F1-E50E-45DB-754E1D126987}"/>
              </a:ext>
            </a:extLst>
          </p:cNvPr>
          <p:cNvSpPr txBox="1"/>
          <p:nvPr/>
        </p:nvSpPr>
        <p:spPr>
          <a:xfrm>
            <a:off x="5493774" y="3506085"/>
            <a:ext cx="1305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Chromosome 13</a:t>
            </a:r>
            <a:endParaRPr lang="en-IN" sz="10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ECB3146-46FC-F795-A206-6ED4B3E6DBF3}"/>
              </a:ext>
            </a:extLst>
          </p:cNvPr>
          <p:cNvSpPr txBox="1"/>
          <p:nvPr/>
        </p:nvSpPr>
        <p:spPr>
          <a:xfrm>
            <a:off x="5505260" y="3664230"/>
            <a:ext cx="1305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Chromosome 17</a:t>
            </a:r>
            <a:endParaRPr lang="en-IN" sz="1000" b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9792BD-F6D0-399F-56E2-D849A5C90950}"/>
              </a:ext>
            </a:extLst>
          </p:cNvPr>
          <p:cNvSpPr/>
          <p:nvPr/>
        </p:nvSpPr>
        <p:spPr>
          <a:xfrm>
            <a:off x="5411875" y="3752305"/>
            <a:ext cx="148574" cy="5243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613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170E6-EDB0-2600-1627-8BC89CC55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AC29EC8B-4B6C-37AC-26BE-F397B998C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644C618-478E-29F3-50AA-E9044310AC8D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294C2E1-A881-D767-BBDD-560E5B41CC7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C2711EE-7969-DCA4-52B5-678A957B7ECF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D4E8709-CE6C-E4A4-E4F5-2F38C0FDA3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EC7C0C3-D434-CA3E-E551-D7E18569BFA8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8884A2E-4F7E-0E82-1222-FB4AD3EF84A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DC08947-77FF-07B7-87CC-DC8CD1EC3BBF}"/>
                  </a:ext>
                </a:extLst>
              </p14:cNvPr>
              <p14:cNvContentPartPr/>
              <p14:nvPr/>
            </p14:nvContentPartPr>
            <p14:xfrm>
              <a:off x="2520835" y="1793823"/>
              <a:ext cx="401760" cy="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D797A6B-1022-B51C-BF4A-26F611D9F40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0283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BA6E574-822D-65B2-1781-C60DC2BE9E60}"/>
                  </a:ext>
                </a:extLst>
              </p14:cNvPr>
              <p14:cNvContentPartPr/>
              <p14:nvPr/>
            </p14:nvContentPartPr>
            <p14:xfrm>
              <a:off x="2519035" y="1834863"/>
              <a:ext cx="413280" cy="6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74C6DDA-F7E9-8355-7A0E-E4C8C3B9E2B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0139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AA525CF-3AEA-1751-0317-DF8C9C3936DE}"/>
                  </a:ext>
                </a:extLst>
              </p14:cNvPr>
              <p14:cNvContentPartPr/>
              <p14:nvPr/>
            </p14:nvContentPartPr>
            <p14:xfrm>
              <a:off x="3067175" y="1793823"/>
              <a:ext cx="401760" cy="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04C6942-145C-5829-0997-B40490A0C20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4917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45AC814-D5E7-8642-5C0A-E62254083B7D}"/>
                  </a:ext>
                </a:extLst>
              </p14:cNvPr>
              <p14:cNvContentPartPr/>
              <p14:nvPr/>
            </p14:nvContentPartPr>
            <p14:xfrm>
              <a:off x="3065375" y="1834863"/>
              <a:ext cx="413280" cy="6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AECD1F2-92E6-9B22-F97C-02861E4BB45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4773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2EC878E-0D6D-C1CA-A446-40DDE46D3A67}"/>
                  </a:ext>
                </a:extLst>
              </p14:cNvPr>
              <p14:cNvContentPartPr/>
              <p14:nvPr/>
            </p14:nvContentPartPr>
            <p14:xfrm>
              <a:off x="3635572" y="1793705"/>
              <a:ext cx="401760" cy="3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52C5CA1-B53C-FC16-8575-B73CBD135D2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17572" y="17757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49BCB92-37F0-FDF1-85D2-5BA1477FCFBA}"/>
                  </a:ext>
                </a:extLst>
              </p14:cNvPr>
              <p14:cNvContentPartPr/>
              <p14:nvPr/>
            </p14:nvContentPartPr>
            <p14:xfrm>
              <a:off x="3633772" y="1834745"/>
              <a:ext cx="413280" cy="6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9311FFD-6B74-E5B1-6960-32ECF5C0D66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16132" y="1817105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2D2342F-D396-7B6E-B5D6-6F2431CB6944}"/>
                  </a:ext>
                </a:extLst>
              </p14:cNvPr>
              <p14:cNvContentPartPr/>
              <p14:nvPr/>
            </p14:nvContentPartPr>
            <p14:xfrm>
              <a:off x="4191632" y="1790105"/>
              <a:ext cx="401760" cy="3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33BE4FC-F72C-A15F-B8CB-EC7675A25A1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73632" y="17721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F4CF17E-A9F5-7F69-D814-1FDE7898E52F}"/>
                  </a:ext>
                </a:extLst>
              </p14:cNvPr>
              <p14:cNvContentPartPr/>
              <p14:nvPr/>
            </p14:nvContentPartPr>
            <p14:xfrm>
              <a:off x="4189832" y="1831145"/>
              <a:ext cx="413280" cy="6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CED7568-93BF-F27C-54F2-593433C8DC3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72192" y="1813505"/>
                <a:ext cx="448920" cy="4212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97F601BF-A8DD-4FE1-EE00-F0D15908B491}"/>
              </a:ext>
            </a:extLst>
          </p:cNvPr>
          <p:cNvSpPr/>
          <p:nvPr/>
        </p:nvSpPr>
        <p:spPr>
          <a:xfrm>
            <a:off x="1949195" y="2599739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20BD08-1447-7976-49AF-473C5F484928}"/>
              </a:ext>
            </a:extLst>
          </p:cNvPr>
          <p:cNvSpPr/>
          <p:nvPr/>
        </p:nvSpPr>
        <p:spPr>
          <a:xfrm>
            <a:off x="1949193" y="3451466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4032958-1143-CEFB-CD35-1757905C7AFF}"/>
              </a:ext>
            </a:extLst>
          </p:cNvPr>
          <p:cNvSpPr/>
          <p:nvPr/>
        </p:nvSpPr>
        <p:spPr>
          <a:xfrm>
            <a:off x="1949193" y="2817918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2A465CD-BBFD-0C45-0DC1-1AF1BC8051CC}"/>
              </a:ext>
            </a:extLst>
          </p:cNvPr>
          <p:cNvSpPr/>
          <p:nvPr/>
        </p:nvSpPr>
        <p:spPr>
          <a:xfrm>
            <a:off x="1945085" y="3816282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1FA1010-F09F-4447-F327-C8D37034A78A}"/>
              </a:ext>
            </a:extLst>
          </p:cNvPr>
          <p:cNvSpPr/>
          <p:nvPr/>
        </p:nvSpPr>
        <p:spPr>
          <a:xfrm>
            <a:off x="1945083" y="4415443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F7A9540-688E-2A49-B14B-6F1970098BDF}"/>
              </a:ext>
            </a:extLst>
          </p:cNvPr>
          <p:cNvSpPr/>
          <p:nvPr/>
        </p:nvSpPr>
        <p:spPr>
          <a:xfrm>
            <a:off x="1949193" y="4611809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C0C58F3-049B-9CCB-D870-2F2D3553C4F2}"/>
              </a:ext>
            </a:extLst>
          </p:cNvPr>
          <p:cNvSpPr/>
          <p:nvPr/>
        </p:nvSpPr>
        <p:spPr>
          <a:xfrm>
            <a:off x="2549312" y="4416779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01B889F-E2EA-1C2F-42F7-09ED0D4F3E3F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3D8CDFC-101F-34B1-7BD1-B6D4292D86C7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DE5D221-37EF-7870-0868-466A55B4DA8E}"/>
              </a:ext>
            </a:extLst>
          </p:cNvPr>
          <p:cNvSpPr txBox="1"/>
          <p:nvPr/>
        </p:nvSpPr>
        <p:spPr>
          <a:xfrm>
            <a:off x="2932315" y="1467968"/>
            <a:ext cx="76761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(Suspect-2 Sample)</a:t>
            </a:r>
            <a:endParaRPr lang="en-IN" sz="5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20D8614-20AF-179D-12A4-F05689F71C72}"/>
              </a:ext>
            </a:extLst>
          </p:cNvPr>
          <p:cNvSpPr txBox="1"/>
          <p:nvPr/>
        </p:nvSpPr>
        <p:spPr>
          <a:xfrm>
            <a:off x="3517318" y="1470362"/>
            <a:ext cx="74776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(Suspect-4 Sample)</a:t>
            </a:r>
            <a:endParaRPr lang="en-IN" sz="500" b="1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D546A42-E045-259A-E8A4-6C5F27B8588C}"/>
              </a:ext>
            </a:extLst>
          </p:cNvPr>
          <p:cNvSpPr txBox="1"/>
          <p:nvPr/>
        </p:nvSpPr>
        <p:spPr>
          <a:xfrm>
            <a:off x="4104337" y="1469501"/>
            <a:ext cx="76761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(Suspect-1 Sample)</a:t>
            </a:r>
            <a:endParaRPr lang="en-IN" sz="5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54C68FC-C819-5C43-B90E-DBAC60239252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2D4AAE3-E58C-29A7-E631-1826C1F8D3F9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8AD100-38F6-A284-076F-35E3E00B2725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9F52B2A-87C8-579D-E2C7-F7EB3AB46726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B7EEBC3-C858-A2D8-6A1F-E11A34215A5F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224029A-E284-2002-D370-0769FF44BD6C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74D5E8A-C7D5-F5CC-1F79-A398262DF867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34EA39-D968-C639-E883-194F9F9CDE22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AAF37CA-CFAA-1009-A85C-FD08A92F952B}"/>
                  </a:ext>
                </a:extLst>
              </p14:cNvPr>
              <p14:cNvContentPartPr/>
              <p14:nvPr/>
            </p14:nvContentPartPr>
            <p14:xfrm>
              <a:off x="1871630" y="1549538"/>
              <a:ext cx="590040" cy="39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C6D253F-9EED-5C5D-F7E1-69D50C93546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853630" y="1531538"/>
                <a:ext cx="625680" cy="7524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5B5F7B64-6964-DC31-6159-C03FC925D814}"/>
              </a:ext>
            </a:extLst>
          </p:cNvPr>
          <p:cNvSpPr/>
          <p:nvPr/>
        </p:nvSpPr>
        <p:spPr>
          <a:xfrm>
            <a:off x="3616400" y="2597560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84F362E-BAF9-4C17-379E-5B19DB74AE5C}"/>
              </a:ext>
            </a:extLst>
          </p:cNvPr>
          <p:cNvSpPr/>
          <p:nvPr/>
        </p:nvSpPr>
        <p:spPr>
          <a:xfrm>
            <a:off x="3611462" y="3976369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D7707DB-E007-7525-A5C3-C2228498E8A9}"/>
              </a:ext>
            </a:extLst>
          </p:cNvPr>
          <p:cNvSpPr/>
          <p:nvPr/>
        </p:nvSpPr>
        <p:spPr>
          <a:xfrm>
            <a:off x="3611462" y="2821011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5894D38-EC81-4509-0D3C-7BC076BE9D67}"/>
              </a:ext>
            </a:extLst>
          </p:cNvPr>
          <p:cNvSpPr/>
          <p:nvPr/>
        </p:nvSpPr>
        <p:spPr>
          <a:xfrm>
            <a:off x="3616400" y="3798345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47E33CB-7D68-5EDE-5126-BB5411E7A3C6}"/>
              </a:ext>
            </a:extLst>
          </p:cNvPr>
          <p:cNvSpPr/>
          <p:nvPr/>
        </p:nvSpPr>
        <p:spPr>
          <a:xfrm>
            <a:off x="3616400" y="4426890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4108FDF-F422-EAE1-50F8-A831F76431DA}"/>
              </a:ext>
            </a:extLst>
          </p:cNvPr>
          <p:cNvSpPr/>
          <p:nvPr/>
        </p:nvSpPr>
        <p:spPr>
          <a:xfrm>
            <a:off x="3616541" y="4667936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40F4DF6-4155-EE1D-B734-7C895F7BD4D8}"/>
              </a:ext>
            </a:extLst>
          </p:cNvPr>
          <p:cNvSpPr/>
          <p:nvPr/>
        </p:nvSpPr>
        <p:spPr>
          <a:xfrm>
            <a:off x="2557779" y="4640286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3B47E72-6131-C8AA-D26D-41BAA13BFA4B}"/>
              </a:ext>
            </a:extLst>
          </p:cNvPr>
          <p:cNvSpPr/>
          <p:nvPr/>
        </p:nvSpPr>
        <p:spPr>
          <a:xfrm>
            <a:off x="2553631" y="3809757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7D847F4-45DD-A65E-9BE2-EF348B85B32C}"/>
              </a:ext>
            </a:extLst>
          </p:cNvPr>
          <p:cNvSpPr/>
          <p:nvPr/>
        </p:nvSpPr>
        <p:spPr>
          <a:xfrm>
            <a:off x="2557778" y="3450951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F5DDC37-C06D-E5FB-082E-D9B710EA9470}"/>
              </a:ext>
            </a:extLst>
          </p:cNvPr>
          <p:cNvSpPr/>
          <p:nvPr/>
        </p:nvSpPr>
        <p:spPr>
          <a:xfrm>
            <a:off x="2549312" y="2802231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D5B8BA8-7AA9-91F9-ACD8-8D95D2C85171}"/>
              </a:ext>
            </a:extLst>
          </p:cNvPr>
          <p:cNvSpPr/>
          <p:nvPr/>
        </p:nvSpPr>
        <p:spPr>
          <a:xfrm>
            <a:off x="2549312" y="2603641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875A09E-D2ED-60CA-1620-6C785C567A4E}"/>
              </a:ext>
            </a:extLst>
          </p:cNvPr>
          <p:cNvSpPr/>
          <p:nvPr/>
        </p:nvSpPr>
        <p:spPr>
          <a:xfrm>
            <a:off x="3087581" y="2814517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933D107-129B-D28B-BD9F-E1D6244CEF85}"/>
              </a:ext>
            </a:extLst>
          </p:cNvPr>
          <p:cNvSpPr/>
          <p:nvPr/>
        </p:nvSpPr>
        <p:spPr>
          <a:xfrm>
            <a:off x="3079779" y="3016221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D3BAD2A-D5B0-3566-8492-B35B56914E61}"/>
              </a:ext>
            </a:extLst>
          </p:cNvPr>
          <p:cNvSpPr/>
          <p:nvPr/>
        </p:nvSpPr>
        <p:spPr>
          <a:xfrm>
            <a:off x="3079778" y="3213178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865AFC5-EC98-89EE-3FDF-BF2A0B7A6302}"/>
              </a:ext>
            </a:extLst>
          </p:cNvPr>
          <p:cNvSpPr/>
          <p:nvPr/>
        </p:nvSpPr>
        <p:spPr>
          <a:xfrm>
            <a:off x="3076322" y="3447592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B04D9CB-64CD-DAFA-6B5E-6D8E62CF5A47}"/>
              </a:ext>
            </a:extLst>
          </p:cNvPr>
          <p:cNvSpPr/>
          <p:nvPr/>
        </p:nvSpPr>
        <p:spPr>
          <a:xfrm>
            <a:off x="3076322" y="4425817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11B2074-5C4B-FCE3-8E80-E2F1AB80E58B}"/>
              </a:ext>
            </a:extLst>
          </p:cNvPr>
          <p:cNvSpPr/>
          <p:nvPr/>
        </p:nvSpPr>
        <p:spPr>
          <a:xfrm>
            <a:off x="3079777" y="4194995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568B6D7-74BC-154C-747C-586150042B33}"/>
              </a:ext>
            </a:extLst>
          </p:cNvPr>
          <p:cNvSpPr/>
          <p:nvPr/>
        </p:nvSpPr>
        <p:spPr>
          <a:xfrm>
            <a:off x="4131315" y="3013024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1796549-F131-278A-32EE-4B478F6DF14E}"/>
              </a:ext>
            </a:extLst>
          </p:cNvPr>
          <p:cNvSpPr/>
          <p:nvPr/>
        </p:nvSpPr>
        <p:spPr>
          <a:xfrm>
            <a:off x="4131315" y="3444235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DFFA1BB-2AC3-AFCE-51E3-04A5EC2AF44E}"/>
              </a:ext>
            </a:extLst>
          </p:cNvPr>
          <p:cNvSpPr/>
          <p:nvPr/>
        </p:nvSpPr>
        <p:spPr>
          <a:xfrm>
            <a:off x="4144765" y="2828759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DB8E30A-FEBE-0F2C-2029-4E5AD30B042B}"/>
              </a:ext>
            </a:extLst>
          </p:cNvPr>
          <p:cNvSpPr/>
          <p:nvPr/>
        </p:nvSpPr>
        <p:spPr>
          <a:xfrm>
            <a:off x="4131315" y="2445957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F64F7E8-F60A-51E9-DC69-F0AB16D7765F}"/>
              </a:ext>
            </a:extLst>
          </p:cNvPr>
          <p:cNvSpPr/>
          <p:nvPr/>
        </p:nvSpPr>
        <p:spPr>
          <a:xfrm>
            <a:off x="4147425" y="3979860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68624FE-5BDD-9C35-A3AD-AF8875EBC103}"/>
              </a:ext>
            </a:extLst>
          </p:cNvPr>
          <p:cNvSpPr/>
          <p:nvPr/>
        </p:nvSpPr>
        <p:spPr>
          <a:xfrm>
            <a:off x="4144765" y="4415442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E5FDB6E-9482-82F1-4686-9E16C0862C49}"/>
              </a:ext>
            </a:extLst>
          </p:cNvPr>
          <p:cNvSpPr txBox="1"/>
          <p:nvPr/>
        </p:nvSpPr>
        <p:spPr>
          <a:xfrm rot="16200000">
            <a:off x="-117491" y="3286518"/>
            <a:ext cx="3130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Short Tandem Repeat Numbers </a:t>
            </a:r>
            <a:endParaRPr lang="en-IN" sz="1600" b="1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003DCEF-1F15-EAFA-B563-13DAD49EB20A}"/>
              </a:ext>
            </a:extLst>
          </p:cNvPr>
          <p:cNvSpPr txBox="1"/>
          <p:nvPr/>
        </p:nvSpPr>
        <p:spPr>
          <a:xfrm>
            <a:off x="1423351" y="1797531"/>
            <a:ext cx="520448" cy="246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Large </a:t>
            </a:r>
            <a:endParaRPr lang="en-IN" sz="1000" b="1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7D7A957-042C-2AF3-584A-41A2D852583D}"/>
              </a:ext>
            </a:extLst>
          </p:cNvPr>
          <p:cNvSpPr txBox="1"/>
          <p:nvPr/>
        </p:nvSpPr>
        <p:spPr>
          <a:xfrm>
            <a:off x="1406416" y="4997941"/>
            <a:ext cx="520448" cy="246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Small</a:t>
            </a:r>
            <a:endParaRPr lang="en-IN" sz="1000" b="1" dirty="0"/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7851C24A-46F9-E4EF-0419-EC911B6B413D}"/>
              </a:ext>
            </a:extLst>
          </p:cNvPr>
          <p:cNvCxnSpPr>
            <a:stCxn id="121" idx="2"/>
            <a:endCxn id="122" idx="0"/>
          </p:cNvCxnSpPr>
          <p:nvPr/>
        </p:nvCxnSpPr>
        <p:spPr>
          <a:xfrm flipH="1">
            <a:off x="1666640" y="2043642"/>
            <a:ext cx="16935" cy="2954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5C315D6-90D5-F7D4-E5FD-FA4F8D62B46C}"/>
              </a:ext>
            </a:extLst>
          </p:cNvPr>
          <p:cNvSpPr txBox="1"/>
          <p:nvPr/>
        </p:nvSpPr>
        <p:spPr>
          <a:xfrm>
            <a:off x="8957172" y="1244181"/>
            <a:ext cx="2456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Suspects of the crime</a:t>
            </a:r>
            <a:endParaRPr lang="en-IN" b="1" dirty="0"/>
          </a:p>
        </p:txBody>
      </p:sp>
      <p:pic>
        <p:nvPicPr>
          <p:cNvPr id="32" name="Picture 6" descr="Human Head Silhouette – Royalty-Free Vector | VectorStock">
            <a:extLst>
              <a:ext uri="{FF2B5EF4-FFF2-40B4-BE49-F238E27FC236}">
                <a16:creationId xmlns:a16="http://schemas.microsoft.com/office/drawing/2014/main" id="{21A82843-9F73-B9E8-8B7D-3057CAEF06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4" r="9894" b="11212"/>
          <a:stretch>
            <a:fillRect/>
          </a:stretch>
        </p:blipFill>
        <p:spPr bwMode="auto">
          <a:xfrm>
            <a:off x="9011491" y="1645695"/>
            <a:ext cx="887394" cy="118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8" descr="108,600+ Face Silhouette Stock Illustrations, Royalty-Free Vector Graphics  &amp; Clip Art - iStock">
            <a:extLst>
              <a:ext uri="{FF2B5EF4-FFF2-40B4-BE49-F238E27FC236}">
                <a16:creationId xmlns:a16="http://schemas.microsoft.com/office/drawing/2014/main" id="{5FB5D715-09E6-A4FA-53B4-77D030A489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5" r="8285" b="4469"/>
          <a:stretch>
            <a:fillRect/>
          </a:stretch>
        </p:blipFill>
        <p:spPr bwMode="auto">
          <a:xfrm>
            <a:off x="10511002" y="1668181"/>
            <a:ext cx="848598" cy="1131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0" descr="Woman silhouette - Free people icons">
            <a:extLst>
              <a:ext uri="{FF2B5EF4-FFF2-40B4-BE49-F238E27FC236}">
                <a16:creationId xmlns:a16="http://schemas.microsoft.com/office/drawing/2014/main" id="{2BFFA2F7-CCF8-A752-803A-A8A2A5AAC1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>
            <a:fillRect/>
          </a:stretch>
        </p:blipFill>
        <p:spPr bwMode="auto">
          <a:xfrm>
            <a:off x="9076523" y="3540030"/>
            <a:ext cx="971373" cy="1295164"/>
          </a:xfrm>
          <a:prstGeom prst="rect">
            <a:avLst/>
          </a:prstGeom>
          <a:noFill/>
          <a:ln w="5715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silueta-mujer-fot-carnet - Bilbao Gazte">
            <a:extLst>
              <a:ext uri="{FF2B5EF4-FFF2-40B4-BE49-F238E27FC236}">
                <a16:creationId xmlns:a16="http://schemas.microsoft.com/office/drawing/2014/main" id="{EAA3F1EE-D7C5-4F0D-3DA3-ADBA343855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7" t="11573" r="5797"/>
          <a:stretch>
            <a:fillRect/>
          </a:stretch>
        </p:blipFill>
        <p:spPr bwMode="auto">
          <a:xfrm>
            <a:off x="10470832" y="3520974"/>
            <a:ext cx="1121600" cy="1322403"/>
          </a:xfrm>
          <a:prstGeom prst="rect">
            <a:avLst/>
          </a:prstGeom>
          <a:noFill/>
          <a:ln w="5715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8BE25B9-65BD-B386-9760-8A871DC028F1}"/>
              </a:ext>
            </a:extLst>
          </p:cNvPr>
          <p:cNvSpPr txBox="1"/>
          <p:nvPr/>
        </p:nvSpPr>
        <p:spPr>
          <a:xfrm>
            <a:off x="8957172" y="5053142"/>
            <a:ext cx="1246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92D050"/>
                </a:solidFill>
              </a:rPr>
              <a:t>Bravo! </a:t>
            </a:r>
          </a:p>
          <a:p>
            <a:pPr algn="ctr"/>
            <a:r>
              <a:rPr lang="en-US" sz="800" b="1" dirty="0">
                <a:solidFill>
                  <a:srgbClr val="92D050"/>
                </a:solidFill>
              </a:rPr>
              <a:t>You have correctly identified the criminal. </a:t>
            </a:r>
            <a:endParaRPr lang="en-IN" sz="800" b="1" dirty="0">
              <a:solidFill>
                <a:srgbClr val="92D05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E33587-0A23-BDB8-3952-3D19EFF9676C}"/>
              </a:ext>
            </a:extLst>
          </p:cNvPr>
          <p:cNvSpPr txBox="1"/>
          <p:nvPr/>
        </p:nvSpPr>
        <p:spPr>
          <a:xfrm>
            <a:off x="6438902" y="5983554"/>
            <a:ext cx="1015998" cy="461665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Reset</a:t>
            </a:r>
            <a:endParaRPr lang="en-IN" sz="24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C3AF6E0-8B55-DFDA-FCA8-5D275F4B31A2}"/>
              </a:ext>
            </a:extLst>
          </p:cNvPr>
          <p:cNvSpPr txBox="1"/>
          <p:nvPr/>
        </p:nvSpPr>
        <p:spPr>
          <a:xfrm>
            <a:off x="2048568" y="104715"/>
            <a:ext cx="809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Identify The Criminal Through DNA Fingerprinting</a:t>
            </a:r>
            <a:endParaRPr lang="en-IN" sz="2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9880D1-5E72-20E6-4F0D-413835742405}"/>
              </a:ext>
            </a:extLst>
          </p:cNvPr>
          <p:cNvSpPr txBox="1"/>
          <p:nvPr/>
        </p:nvSpPr>
        <p:spPr>
          <a:xfrm>
            <a:off x="10607681" y="2770252"/>
            <a:ext cx="928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E1BBD7-02B0-85E1-2FB6-D4A9F8CE756D}"/>
              </a:ext>
            </a:extLst>
          </p:cNvPr>
          <p:cNvSpPr txBox="1"/>
          <p:nvPr/>
        </p:nvSpPr>
        <p:spPr>
          <a:xfrm>
            <a:off x="9177635" y="4869348"/>
            <a:ext cx="9286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DD5E4D-B6F3-FBDB-D5F2-1561009F7043}"/>
              </a:ext>
            </a:extLst>
          </p:cNvPr>
          <p:cNvSpPr txBox="1"/>
          <p:nvPr/>
        </p:nvSpPr>
        <p:spPr>
          <a:xfrm>
            <a:off x="10616148" y="4872083"/>
            <a:ext cx="9286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4CE4888-9F4F-AB8B-DDBC-928898671BD4}"/>
              </a:ext>
            </a:extLst>
          </p:cNvPr>
          <p:cNvSpPr txBox="1"/>
          <p:nvPr/>
        </p:nvSpPr>
        <p:spPr>
          <a:xfrm>
            <a:off x="9066566" y="2785226"/>
            <a:ext cx="928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 -1</a:t>
            </a:r>
            <a:endParaRPr lang="en-IN" sz="11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AB4EEBF-60E3-B8D6-62A9-D22F2898C780}"/>
              </a:ext>
            </a:extLst>
          </p:cNvPr>
          <p:cNvSpPr txBox="1"/>
          <p:nvPr/>
        </p:nvSpPr>
        <p:spPr>
          <a:xfrm>
            <a:off x="1903665" y="1467382"/>
            <a:ext cx="546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" b="1" dirty="0"/>
              <a:t>Crime scene</a:t>
            </a:r>
          </a:p>
          <a:p>
            <a:pPr algn="ctr"/>
            <a:r>
              <a:rPr lang="en-US" sz="450" b="1" dirty="0"/>
              <a:t>sample</a:t>
            </a:r>
            <a:endParaRPr lang="en-IN" sz="450" b="1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4735ED6-9E9F-65AF-0A7E-AC08BC2FF0EC}"/>
              </a:ext>
            </a:extLst>
          </p:cNvPr>
          <p:cNvSpPr txBox="1"/>
          <p:nvPr/>
        </p:nvSpPr>
        <p:spPr>
          <a:xfrm>
            <a:off x="2347383" y="1467297"/>
            <a:ext cx="7615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(Suspect-3 Sample)</a:t>
            </a:r>
            <a:endParaRPr lang="en-IN" sz="5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8F2073F-DCD1-952C-EAB6-C531ACAC7DEF}"/>
              </a:ext>
            </a:extLst>
          </p:cNvPr>
          <p:cNvSpPr txBox="1"/>
          <p:nvPr/>
        </p:nvSpPr>
        <p:spPr>
          <a:xfrm>
            <a:off x="5405526" y="2957453"/>
            <a:ext cx="1380948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Color index of the </a:t>
            </a:r>
          </a:p>
          <a:p>
            <a:pPr algn="ctr"/>
            <a:r>
              <a:rPr lang="en-US" sz="1000" b="1" dirty="0"/>
              <a:t>VNTR bands of DNA</a:t>
            </a:r>
            <a:endParaRPr lang="en-IN" sz="1000" b="1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C60E24D-D937-A2A8-767E-F4F306BCF37F}"/>
              </a:ext>
            </a:extLst>
          </p:cNvPr>
          <p:cNvSpPr/>
          <p:nvPr/>
        </p:nvSpPr>
        <p:spPr>
          <a:xfrm>
            <a:off x="5405526" y="3444235"/>
            <a:ext cx="148574" cy="524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538EBA9-B55D-9DAB-D2D9-AAF64401B34C}"/>
              </a:ext>
            </a:extLst>
          </p:cNvPr>
          <p:cNvSpPr/>
          <p:nvPr/>
        </p:nvSpPr>
        <p:spPr>
          <a:xfrm>
            <a:off x="5410278" y="3598270"/>
            <a:ext cx="148574" cy="524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51FA46-7469-2F51-190B-D583C01CCE79}"/>
              </a:ext>
            </a:extLst>
          </p:cNvPr>
          <p:cNvSpPr txBox="1"/>
          <p:nvPr/>
        </p:nvSpPr>
        <p:spPr>
          <a:xfrm>
            <a:off x="5493774" y="3332174"/>
            <a:ext cx="1305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Chromosome 5</a:t>
            </a:r>
            <a:endParaRPr lang="en-IN" sz="10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E13046-5412-994A-9E05-AA68552697C4}"/>
              </a:ext>
            </a:extLst>
          </p:cNvPr>
          <p:cNvSpPr txBox="1"/>
          <p:nvPr/>
        </p:nvSpPr>
        <p:spPr>
          <a:xfrm>
            <a:off x="5493774" y="3506085"/>
            <a:ext cx="1305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Chromosome 12</a:t>
            </a:r>
            <a:endParaRPr lang="en-IN" sz="10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DBD0AC-326B-47B7-8156-6564DE4B1F25}"/>
              </a:ext>
            </a:extLst>
          </p:cNvPr>
          <p:cNvSpPr txBox="1"/>
          <p:nvPr/>
        </p:nvSpPr>
        <p:spPr>
          <a:xfrm>
            <a:off x="5505260" y="3664230"/>
            <a:ext cx="1305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Chromosome 20</a:t>
            </a:r>
            <a:endParaRPr lang="en-IN" sz="1000" b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ED17B31-01C1-D3DF-D16A-D3F2182B59F5}"/>
              </a:ext>
            </a:extLst>
          </p:cNvPr>
          <p:cNvSpPr/>
          <p:nvPr/>
        </p:nvSpPr>
        <p:spPr>
          <a:xfrm>
            <a:off x="5411875" y="3752305"/>
            <a:ext cx="148574" cy="5243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9608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B06BE-0BF1-392D-21B0-ACEB531A0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83027173-E68A-B2F8-5910-9DAD7EFC4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5227C19-072A-2E3F-652F-4E23DB77E856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294C2E1-A881-D767-BBDD-560E5B41CC7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8A8AB95-F9BC-B847-4C0D-1C20EA1B57B8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D4E8709-CE6C-E4A4-E4F5-2F38C0FDA3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046D78B-906D-768A-9D7D-750CECB6FC82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8884A2E-4F7E-0E82-1222-FB4AD3EF84A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240164F-23B1-0137-89EC-41E2247A8AA5}"/>
                  </a:ext>
                </a:extLst>
              </p14:cNvPr>
              <p14:cNvContentPartPr/>
              <p14:nvPr/>
            </p14:nvContentPartPr>
            <p14:xfrm>
              <a:off x="2520835" y="1793823"/>
              <a:ext cx="401760" cy="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D797A6B-1022-B51C-BF4A-26F611D9F40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0283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4DC132F-D7C7-C647-18B8-E281BD69DB61}"/>
                  </a:ext>
                </a:extLst>
              </p14:cNvPr>
              <p14:cNvContentPartPr/>
              <p14:nvPr/>
            </p14:nvContentPartPr>
            <p14:xfrm>
              <a:off x="2519035" y="1834863"/>
              <a:ext cx="413280" cy="6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74C6DDA-F7E9-8355-7A0E-E4C8C3B9E2B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0139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3844A6E-F167-3A2F-4480-45D5060523EB}"/>
                  </a:ext>
                </a:extLst>
              </p14:cNvPr>
              <p14:cNvContentPartPr/>
              <p14:nvPr/>
            </p14:nvContentPartPr>
            <p14:xfrm>
              <a:off x="3067175" y="1793823"/>
              <a:ext cx="401760" cy="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04C6942-145C-5829-0997-B40490A0C20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4917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827DF99-66BA-619D-F15F-B2D2A53EE1D8}"/>
                  </a:ext>
                </a:extLst>
              </p14:cNvPr>
              <p14:cNvContentPartPr/>
              <p14:nvPr/>
            </p14:nvContentPartPr>
            <p14:xfrm>
              <a:off x="3065375" y="1834863"/>
              <a:ext cx="413280" cy="6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AECD1F2-92E6-9B22-F97C-02861E4BB45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4773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30452B8-4DB7-2080-8590-B4AF8CE847CD}"/>
                  </a:ext>
                </a:extLst>
              </p14:cNvPr>
              <p14:cNvContentPartPr/>
              <p14:nvPr/>
            </p14:nvContentPartPr>
            <p14:xfrm>
              <a:off x="3635572" y="1793705"/>
              <a:ext cx="401760" cy="3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52C5CA1-B53C-FC16-8575-B73CBD135D2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17572" y="17757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33A9E03-639C-37FD-3946-4A62010752E3}"/>
                  </a:ext>
                </a:extLst>
              </p14:cNvPr>
              <p14:cNvContentPartPr/>
              <p14:nvPr/>
            </p14:nvContentPartPr>
            <p14:xfrm>
              <a:off x="3633772" y="1834745"/>
              <a:ext cx="413280" cy="6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9311FFD-6B74-E5B1-6960-32ECF5C0D66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16132" y="1817105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3460B92-3318-DDDE-2A3B-61B089C84C82}"/>
                  </a:ext>
                </a:extLst>
              </p14:cNvPr>
              <p14:cNvContentPartPr/>
              <p14:nvPr/>
            </p14:nvContentPartPr>
            <p14:xfrm>
              <a:off x="4191632" y="1790105"/>
              <a:ext cx="401760" cy="3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33BE4FC-F72C-A15F-B8CB-EC7675A25A1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73632" y="17721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94E477B-C2CD-3CB8-9207-F0FC2E8EADFB}"/>
                  </a:ext>
                </a:extLst>
              </p14:cNvPr>
              <p14:cNvContentPartPr/>
              <p14:nvPr/>
            </p14:nvContentPartPr>
            <p14:xfrm>
              <a:off x="4189832" y="1831145"/>
              <a:ext cx="413280" cy="6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CED7568-93BF-F27C-54F2-593433C8DC3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72192" y="1813505"/>
                <a:ext cx="448920" cy="4212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EF784B9E-322A-089E-09F2-03B5F0C4E002}"/>
              </a:ext>
            </a:extLst>
          </p:cNvPr>
          <p:cNvSpPr/>
          <p:nvPr/>
        </p:nvSpPr>
        <p:spPr>
          <a:xfrm>
            <a:off x="1939826" y="2228796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978DBD3-A82D-19CF-F1A3-EFB6203FD42F}"/>
              </a:ext>
            </a:extLst>
          </p:cNvPr>
          <p:cNvSpPr/>
          <p:nvPr/>
        </p:nvSpPr>
        <p:spPr>
          <a:xfrm>
            <a:off x="1939826" y="2776755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1199581-A33A-18FA-2CE8-5C0FD4C891C7}"/>
              </a:ext>
            </a:extLst>
          </p:cNvPr>
          <p:cNvSpPr/>
          <p:nvPr/>
        </p:nvSpPr>
        <p:spPr>
          <a:xfrm>
            <a:off x="1939826" y="2492632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842B34-A6DF-28F3-53AD-1FC4EEE267F5}"/>
              </a:ext>
            </a:extLst>
          </p:cNvPr>
          <p:cNvSpPr/>
          <p:nvPr/>
        </p:nvSpPr>
        <p:spPr>
          <a:xfrm>
            <a:off x="1945082" y="3059969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C98410-9B70-DB89-AB31-556F9C1BB510}"/>
              </a:ext>
            </a:extLst>
          </p:cNvPr>
          <p:cNvSpPr/>
          <p:nvPr/>
        </p:nvSpPr>
        <p:spPr>
          <a:xfrm>
            <a:off x="1939826" y="3432676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60BF1FE-FA3D-47CD-96F5-51FCF4221D78}"/>
              </a:ext>
            </a:extLst>
          </p:cNvPr>
          <p:cNvSpPr/>
          <p:nvPr/>
        </p:nvSpPr>
        <p:spPr>
          <a:xfrm>
            <a:off x="1939825" y="3661697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8A3255C-01F3-BE90-D909-058E2312D4D0}"/>
              </a:ext>
            </a:extLst>
          </p:cNvPr>
          <p:cNvSpPr/>
          <p:nvPr/>
        </p:nvSpPr>
        <p:spPr>
          <a:xfrm>
            <a:off x="2492250" y="3434660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1BC3EAC-99FE-C721-1677-301AF6935B07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C971A42-9A22-1619-B4D3-FDEF878414B8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A972046-13E5-7AD4-51B0-DAC0645C3150}"/>
              </a:ext>
            </a:extLst>
          </p:cNvPr>
          <p:cNvSpPr txBox="1"/>
          <p:nvPr/>
        </p:nvSpPr>
        <p:spPr>
          <a:xfrm>
            <a:off x="2932315" y="1467968"/>
            <a:ext cx="76761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(Suspect-2 Sample)</a:t>
            </a:r>
            <a:endParaRPr lang="en-IN" sz="5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565666D-72E0-F747-7AC4-F516466FFC2E}"/>
              </a:ext>
            </a:extLst>
          </p:cNvPr>
          <p:cNvSpPr txBox="1"/>
          <p:nvPr/>
        </p:nvSpPr>
        <p:spPr>
          <a:xfrm>
            <a:off x="3517318" y="1470362"/>
            <a:ext cx="74776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(Suspect-4 Sample)</a:t>
            </a:r>
            <a:endParaRPr lang="en-IN" sz="500" b="1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02F3760-C66D-7484-7A81-E101053C9317}"/>
              </a:ext>
            </a:extLst>
          </p:cNvPr>
          <p:cNvSpPr txBox="1"/>
          <p:nvPr/>
        </p:nvSpPr>
        <p:spPr>
          <a:xfrm>
            <a:off x="4104337" y="1469501"/>
            <a:ext cx="76761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(Suspect-1 Sample)</a:t>
            </a:r>
            <a:endParaRPr lang="en-IN" sz="5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36D0EBC-11A7-230D-2AD7-47624B3F8FB6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7022A26-FA36-E411-774A-7AA33E5A8647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E757CA-F71B-5FDE-86E9-466C800F3B05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5E6122D-3F89-0A04-E628-C99FB3AADFCD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FA9B362-1BD5-6366-EB75-29B23D723119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C1BFAE5-B06D-43F5-853F-A4432D558D3A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FB9D16F-7540-412F-B2A4-FD129CB0B90A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A99372-A5DF-7ACD-2F23-728B0970A0BB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B9D0087-5357-6D8E-5445-E37D043B96A2}"/>
                  </a:ext>
                </a:extLst>
              </p14:cNvPr>
              <p14:cNvContentPartPr/>
              <p14:nvPr/>
            </p14:nvContentPartPr>
            <p14:xfrm>
              <a:off x="1871630" y="1549538"/>
              <a:ext cx="590040" cy="39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C6D253F-9EED-5C5D-F7E1-69D50C93546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853630" y="1531538"/>
                <a:ext cx="625680" cy="7524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2EFC529F-8810-68C8-12F6-F6BE7A3B726D}"/>
              </a:ext>
            </a:extLst>
          </p:cNvPr>
          <p:cNvSpPr/>
          <p:nvPr/>
        </p:nvSpPr>
        <p:spPr>
          <a:xfrm>
            <a:off x="3616400" y="2477117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7C105AE-1167-3AE5-FB4A-FC7F993E092F}"/>
              </a:ext>
            </a:extLst>
          </p:cNvPr>
          <p:cNvSpPr/>
          <p:nvPr/>
        </p:nvSpPr>
        <p:spPr>
          <a:xfrm>
            <a:off x="3616399" y="2784091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8864254-7CC2-C2B5-D211-BC312C5CD0C7}"/>
              </a:ext>
            </a:extLst>
          </p:cNvPr>
          <p:cNvSpPr/>
          <p:nvPr/>
        </p:nvSpPr>
        <p:spPr>
          <a:xfrm>
            <a:off x="3611462" y="2220921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DC57747-5478-8F78-0BA4-6601FCBBB2EF}"/>
              </a:ext>
            </a:extLst>
          </p:cNvPr>
          <p:cNvSpPr/>
          <p:nvPr/>
        </p:nvSpPr>
        <p:spPr>
          <a:xfrm>
            <a:off x="3616400" y="3441008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60E2273-566F-4E0E-815E-A3955F229BEE}"/>
              </a:ext>
            </a:extLst>
          </p:cNvPr>
          <p:cNvSpPr/>
          <p:nvPr/>
        </p:nvSpPr>
        <p:spPr>
          <a:xfrm>
            <a:off x="3611462" y="3656778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87475B2-E9DC-8F63-E946-EC2C2A642460}"/>
              </a:ext>
            </a:extLst>
          </p:cNvPr>
          <p:cNvSpPr/>
          <p:nvPr/>
        </p:nvSpPr>
        <p:spPr>
          <a:xfrm>
            <a:off x="3611462" y="3050354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376D8A7-5B24-DBC8-97A5-92E907B66C83}"/>
              </a:ext>
            </a:extLst>
          </p:cNvPr>
          <p:cNvSpPr/>
          <p:nvPr/>
        </p:nvSpPr>
        <p:spPr>
          <a:xfrm>
            <a:off x="2492250" y="3660502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F8D82FD-0428-578F-C29B-2528EDFCC137}"/>
              </a:ext>
            </a:extLst>
          </p:cNvPr>
          <p:cNvSpPr/>
          <p:nvPr/>
        </p:nvSpPr>
        <p:spPr>
          <a:xfrm>
            <a:off x="2492250" y="3065007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6930418-5F97-857A-0EF3-A7E08DB1EA28}"/>
              </a:ext>
            </a:extLst>
          </p:cNvPr>
          <p:cNvSpPr/>
          <p:nvPr/>
        </p:nvSpPr>
        <p:spPr>
          <a:xfrm>
            <a:off x="2496160" y="2502880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6286886-9BD0-60A5-5C79-8215D3059434}"/>
              </a:ext>
            </a:extLst>
          </p:cNvPr>
          <p:cNvSpPr/>
          <p:nvPr/>
        </p:nvSpPr>
        <p:spPr>
          <a:xfrm>
            <a:off x="2495891" y="2781198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6E6F752-7513-31A2-09D5-0CD4F62AC018}"/>
              </a:ext>
            </a:extLst>
          </p:cNvPr>
          <p:cNvSpPr/>
          <p:nvPr/>
        </p:nvSpPr>
        <p:spPr>
          <a:xfrm>
            <a:off x="2492251" y="2231317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A363F35-6C60-2619-3D15-A83037CC815D}"/>
              </a:ext>
            </a:extLst>
          </p:cNvPr>
          <p:cNvSpPr/>
          <p:nvPr/>
        </p:nvSpPr>
        <p:spPr>
          <a:xfrm>
            <a:off x="4156612" y="3059969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38805C1-D0B0-9C3F-6AEA-4C0CDE5342C6}"/>
              </a:ext>
            </a:extLst>
          </p:cNvPr>
          <p:cNvSpPr/>
          <p:nvPr/>
        </p:nvSpPr>
        <p:spPr>
          <a:xfrm>
            <a:off x="4152356" y="3442008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62B7F41-5D29-FF75-622D-29A0B81593CC}"/>
              </a:ext>
            </a:extLst>
          </p:cNvPr>
          <p:cNvSpPr/>
          <p:nvPr/>
        </p:nvSpPr>
        <p:spPr>
          <a:xfrm>
            <a:off x="4156614" y="2477117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C4FD33F-D3F9-3B7B-246C-3361FA481F67}"/>
              </a:ext>
            </a:extLst>
          </p:cNvPr>
          <p:cNvSpPr/>
          <p:nvPr/>
        </p:nvSpPr>
        <p:spPr>
          <a:xfrm>
            <a:off x="4163887" y="2219568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9268ADD-F103-DC5D-D566-DBFCD526F299}"/>
              </a:ext>
            </a:extLst>
          </p:cNvPr>
          <p:cNvSpPr/>
          <p:nvPr/>
        </p:nvSpPr>
        <p:spPr>
          <a:xfrm>
            <a:off x="4155665" y="3662705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156A64B-9E9B-D30D-62B6-6CC21E114D81}"/>
              </a:ext>
            </a:extLst>
          </p:cNvPr>
          <p:cNvSpPr/>
          <p:nvPr/>
        </p:nvSpPr>
        <p:spPr>
          <a:xfrm>
            <a:off x="4156613" y="2774559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F1E5B5A-9254-2F25-7CE6-34F9423679AB}"/>
              </a:ext>
            </a:extLst>
          </p:cNvPr>
          <p:cNvSpPr txBox="1"/>
          <p:nvPr/>
        </p:nvSpPr>
        <p:spPr>
          <a:xfrm rot="16200000">
            <a:off x="-117491" y="3286518"/>
            <a:ext cx="3130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Short Tandem Repeat Numbers </a:t>
            </a:r>
            <a:endParaRPr lang="en-IN" sz="1600" b="1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71D8E4F-9BF3-02A3-ED45-E2611B9C9503}"/>
              </a:ext>
            </a:extLst>
          </p:cNvPr>
          <p:cNvSpPr txBox="1"/>
          <p:nvPr/>
        </p:nvSpPr>
        <p:spPr>
          <a:xfrm>
            <a:off x="1423351" y="1797531"/>
            <a:ext cx="520448" cy="246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Large </a:t>
            </a:r>
            <a:endParaRPr lang="en-IN" sz="1000" b="1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84EDCC0-72A5-4139-DA09-1271FC31B522}"/>
              </a:ext>
            </a:extLst>
          </p:cNvPr>
          <p:cNvSpPr txBox="1"/>
          <p:nvPr/>
        </p:nvSpPr>
        <p:spPr>
          <a:xfrm>
            <a:off x="1406416" y="4997941"/>
            <a:ext cx="520448" cy="246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Small</a:t>
            </a:r>
            <a:endParaRPr lang="en-IN" sz="1000" b="1" dirty="0"/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5DF02088-84DF-BBCC-844B-817CDB0D457B}"/>
              </a:ext>
            </a:extLst>
          </p:cNvPr>
          <p:cNvCxnSpPr>
            <a:stCxn id="121" idx="2"/>
            <a:endCxn id="122" idx="0"/>
          </p:cNvCxnSpPr>
          <p:nvPr/>
        </p:nvCxnSpPr>
        <p:spPr>
          <a:xfrm flipH="1">
            <a:off x="1666640" y="2043642"/>
            <a:ext cx="16935" cy="2954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0D39E1E-1884-3DC3-8912-87DDD309072F}"/>
              </a:ext>
            </a:extLst>
          </p:cNvPr>
          <p:cNvSpPr txBox="1"/>
          <p:nvPr/>
        </p:nvSpPr>
        <p:spPr>
          <a:xfrm>
            <a:off x="8957172" y="1244181"/>
            <a:ext cx="2456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Suspects of the crime</a:t>
            </a:r>
            <a:endParaRPr lang="en-IN" b="1" dirty="0"/>
          </a:p>
        </p:txBody>
      </p:sp>
      <p:pic>
        <p:nvPicPr>
          <p:cNvPr id="32" name="Picture 6" descr="Human Head Silhouette – Royalty-Free Vector | VectorStock">
            <a:extLst>
              <a:ext uri="{FF2B5EF4-FFF2-40B4-BE49-F238E27FC236}">
                <a16:creationId xmlns:a16="http://schemas.microsoft.com/office/drawing/2014/main" id="{6909B1A6-2FC3-5AEC-B8F7-93394AC7B9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4" r="9894" b="11212"/>
          <a:stretch>
            <a:fillRect/>
          </a:stretch>
        </p:blipFill>
        <p:spPr bwMode="auto">
          <a:xfrm>
            <a:off x="9011491" y="1645695"/>
            <a:ext cx="887394" cy="118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8" descr="108,600+ Face Silhouette Stock Illustrations, Royalty-Free Vector Graphics  &amp; Clip Art - iStock">
            <a:extLst>
              <a:ext uri="{FF2B5EF4-FFF2-40B4-BE49-F238E27FC236}">
                <a16:creationId xmlns:a16="http://schemas.microsoft.com/office/drawing/2014/main" id="{A0FA6EAF-8506-F9D3-17F4-38000976F6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5" r="8285" b="4469"/>
          <a:stretch>
            <a:fillRect/>
          </a:stretch>
        </p:blipFill>
        <p:spPr bwMode="auto">
          <a:xfrm>
            <a:off x="10511002" y="1668181"/>
            <a:ext cx="848598" cy="1131464"/>
          </a:xfrm>
          <a:prstGeom prst="rect">
            <a:avLst/>
          </a:prstGeom>
          <a:noFill/>
          <a:ln w="5715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0" descr="Woman silhouette - Free people icons">
            <a:extLst>
              <a:ext uri="{FF2B5EF4-FFF2-40B4-BE49-F238E27FC236}">
                <a16:creationId xmlns:a16="http://schemas.microsoft.com/office/drawing/2014/main" id="{59D33A85-384A-ED0B-1109-18794449A3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>
            <a:fillRect/>
          </a:stretch>
        </p:blipFill>
        <p:spPr bwMode="auto">
          <a:xfrm>
            <a:off x="9076523" y="3540030"/>
            <a:ext cx="971373" cy="1295164"/>
          </a:xfrm>
          <a:prstGeom prst="rect">
            <a:avLst/>
          </a:prstGeom>
          <a:noFill/>
          <a:ln w="5715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silueta-mujer-fot-carnet - Bilbao Gazte">
            <a:extLst>
              <a:ext uri="{FF2B5EF4-FFF2-40B4-BE49-F238E27FC236}">
                <a16:creationId xmlns:a16="http://schemas.microsoft.com/office/drawing/2014/main" id="{30C9484C-B397-B8DF-88F8-FCFE6FABBB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7" t="11573" r="5797"/>
          <a:stretch>
            <a:fillRect/>
          </a:stretch>
        </p:blipFill>
        <p:spPr bwMode="auto">
          <a:xfrm>
            <a:off x="10470832" y="3520974"/>
            <a:ext cx="1121600" cy="1322403"/>
          </a:xfrm>
          <a:prstGeom prst="rect">
            <a:avLst/>
          </a:prstGeom>
          <a:noFill/>
          <a:ln w="5715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1D61350F-6DD4-0424-3F01-FD052F6ED99D}"/>
              </a:ext>
            </a:extLst>
          </p:cNvPr>
          <p:cNvSpPr txBox="1"/>
          <p:nvPr/>
        </p:nvSpPr>
        <p:spPr>
          <a:xfrm>
            <a:off x="10327905" y="2967335"/>
            <a:ext cx="1246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92D050"/>
                </a:solidFill>
              </a:rPr>
              <a:t>Bravo! </a:t>
            </a:r>
          </a:p>
          <a:p>
            <a:pPr algn="ctr"/>
            <a:r>
              <a:rPr lang="en-US" sz="800" b="1" dirty="0">
                <a:solidFill>
                  <a:srgbClr val="92D050"/>
                </a:solidFill>
              </a:rPr>
              <a:t>You have correctly identified the criminal. </a:t>
            </a:r>
            <a:endParaRPr lang="en-IN" sz="800" b="1" dirty="0">
              <a:solidFill>
                <a:srgbClr val="92D05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6723A3-4FDF-E467-BBFC-A2E136BB5D43}"/>
              </a:ext>
            </a:extLst>
          </p:cNvPr>
          <p:cNvSpPr txBox="1"/>
          <p:nvPr/>
        </p:nvSpPr>
        <p:spPr>
          <a:xfrm>
            <a:off x="6438902" y="5983554"/>
            <a:ext cx="1015998" cy="461665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Reset</a:t>
            </a:r>
            <a:endParaRPr lang="en-IN" sz="24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C9EBB2-3AB5-A8FB-7F17-BBBF3330E98C}"/>
              </a:ext>
            </a:extLst>
          </p:cNvPr>
          <p:cNvSpPr txBox="1"/>
          <p:nvPr/>
        </p:nvSpPr>
        <p:spPr>
          <a:xfrm>
            <a:off x="2048568" y="104715"/>
            <a:ext cx="809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Identify The Criminal Through DNA Fingerprinting</a:t>
            </a:r>
            <a:endParaRPr lang="en-IN" sz="2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7D28F05-6036-374F-34AC-45CD9285B8D0}"/>
              </a:ext>
            </a:extLst>
          </p:cNvPr>
          <p:cNvSpPr txBox="1"/>
          <p:nvPr/>
        </p:nvSpPr>
        <p:spPr>
          <a:xfrm>
            <a:off x="10607681" y="2770252"/>
            <a:ext cx="928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461CDF0-EFB4-E8D8-A2B9-90D8D7A5BB2A}"/>
              </a:ext>
            </a:extLst>
          </p:cNvPr>
          <p:cNvSpPr txBox="1"/>
          <p:nvPr/>
        </p:nvSpPr>
        <p:spPr>
          <a:xfrm>
            <a:off x="9177635" y="4869348"/>
            <a:ext cx="9286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650A08B-7851-2C8E-B42D-B9DEE78A807C}"/>
              </a:ext>
            </a:extLst>
          </p:cNvPr>
          <p:cNvSpPr txBox="1"/>
          <p:nvPr/>
        </p:nvSpPr>
        <p:spPr>
          <a:xfrm>
            <a:off x="10616148" y="4872083"/>
            <a:ext cx="9286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B44D3EA-4E24-49AE-AA49-0B47271C0788}"/>
              </a:ext>
            </a:extLst>
          </p:cNvPr>
          <p:cNvSpPr txBox="1"/>
          <p:nvPr/>
        </p:nvSpPr>
        <p:spPr>
          <a:xfrm>
            <a:off x="9066566" y="2785226"/>
            <a:ext cx="928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 -1</a:t>
            </a:r>
            <a:endParaRPr lang="en-IN" sz="11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1BAA855-EC3A-B0BF-7CBD-A0ED860143EF}"/>
              </a:ext>
            </a:extLst>
          </p:cNvPr>
          <p:cNvSpPr txBox="1"/>
          <p:nvPr/>
        </p:nvSpPr>
        <p:spPr>
          <a:xfrm>
            <a:off x="1903665" y="1467382"/>
            <a:ext cx="546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" b="1" dirty="0"/>
              <a:t>Crime scene</a:t>
            </a:r>
          </a:p>
          <a:p>
            <a:pPr algn="ctr"/>
            <a:r>
              <a:rPr lang="en-US" sz="450" b="1" dirty="0"/>
              <a:t>sample</a:t>
            </a:r>
            <a:endParaRPr lang="en-IN" sz="450" b="1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28875DE-1C27-0031-2BC0-3D357D3E3823}"/>
              </a:ext>
            </a:extLst>
          </p:cNvPr>
          <p:cNvSpPr txBox="1"/>
          <p:nvPr/>
        </p:nvSpPr>
        <p:spPr>
          <a:xfrm>
            <a:off x="2347383" y="1467297"/>
            <a:ext cx="7615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(Suspect-3 Sample)</a:t>
            </a:r>
            <a:endParaRPr lang="en-IN" sz="5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B37FB1-6537-11F3-5732-15F3BDAF7F78}"/>
              </a:ext>
            </a:extLst>
          </p:cNvPr>
          <p:cNvSpPr txBox="1"/>
          <p:nvPr/>
        </p:nvSpPr>
        <p:spPr>
          <a:xfrm>
            <a:off x="5405526" y="2957453"/>
            <a:ext cx="1380948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Color index of the </a:t>
            </a:r>
          </a:p>
          <a:p>
            <a:pPr algn="ctr"/>
            <a:r>
              <a:rPr lang="en-US" sz="1000" b="1" dirty="0"/>
              <a:t>VNTR bands of DNA</a:t>
            </a:r>
            <a:endParaRPr lang="en-IN" sz="1000" b="1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812E152-FBE6-6C86-09CF-CE04CC1D3CEF}"/>
              </a:ext>
            </a:extLst>
          </p:cNvPr>
          <p:cNvSpPr/>
          <p:nvPr/>
        </p:nvSpPr>
        <p:spPr>
          <a:xfrm>
            <a:off x="5405526" y="3444235"/>
            <a:ext cx="148574" cy="524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42A9C5E-C63C-736C-1D1C-ABEF9F8ED0BD}"/>
              </a:ext>
            </a:extLst>
          </p:cNvPr>
          <p:cNvSpPr/>
          <p:nvPr/>
        </p:nvSpPr>
        <p:spPr>
          <a:xfrm>
            <a:off x="5410278" y="3598270"/>
            <a:ext cx="148574" cy="524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BD40A74-E043-C638-0A61-07B120729E27}"/>
              </a:ext>
            </a:extLst>
          </p:cNvPr>
          <p:cNvSpPr txBox="1"/>
          <p:nvPr/>
        </p:nvSpPr>
        <p:spPr>
          <a:xfrm>
            <a:off x="5493774" y="3332174"/>
            <a:ext cx="1305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Chromosome 1</a:t>
            </a:r>
            <a:endParaRPr lang="en-IN" sz="10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83B186-9552-7526-58CF-02D8E918350B}"/>
              </a:ext>
            </a:extLst>
          </p:cNvPr>
          <p:cNvSpPr txBox="1"/>
          <p:nvPr/>
        </p:nvSpPr>
        <p:spPr>
          <a:xfrm>
            <a:off x="5493774" y="3506085"/>
            <a:ext cx="1305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Chromosome 9</a:t>
            </a:r>
            <a:endParaRPr lang="en-IN" sz="10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430FA7-93CF-FD06-931F-AEE24F7A12D2}"/>
              </a:ext>
            </a:extLst>
          </p:cNvPr>
          <p:cNvSpPr txBox="1"/>
          <p:nvPr/>
        </p:nvSpPr>
        <p:spPr>
          <a:xfrm>
            <a:off x="5505260" y="3664230"/>
            <a:ext cx="1305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Chromosome 22</a:t>
            </a:r>
            <a:endParaRPr lang="en-IN" sz="1000" b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9C173D-4652-D9F2-DD48-687E56EF10B8}"/>
              </a:ext>
            </a:extLst>
          </p:cNvPr>
          <p:cNvSpPr/>
          <p:nvPr/>
        </p:nvSpPr>
        <p:spPr>
          <a:xfrm>
            <a:off x="5411875" y="3752305"/>
            <a:ext cx="148574" cy="5243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25ABC4-9FB7-D545-952B-E8ADBB7DB86C}"/>
              </a:ext>
            </a:extLst>
          </p:cNvPr>
          <p:cNvSpPr/>
          <p:nvPr/>
        </p:nvSpPr>
        <p:spPr>
          <a:xfrm>
            <a:off x="3073255" y="2228796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F51F42-D3B8-1A95-B5D5-2CBB083970CF}"/>
              </a:ext>
            </a:extLst>
          </p:cNvPr>
          <p:cNvSpPr/>
          <p:nvPr/>
        </p:nvSpPr>
        <p:spPr>
          <a:xfrm>
            <a:off x="3073255" y="2776755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04BA0A-F587-F0FA-C707-8D2757BB4C58}"/>
              </a:ext>
            </a:extLst>
          </p:cNvPr>
          <p:cNvSpPr/>
          <p:nvPr/>
        </p:nvSpPr>
        <p:spPr>
          <a:xfrm>
            <a:off x="3073255" y="2492632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787A2E-459E-CC9F-4688-FDB52C060551}"/>
              </a:ext>
            </a:extLst>
          </p:cNvPr>
          <p:cNvSpPr/>
          <p:nvPr/>
        </p:nvSpPr>
        <p:spPr>
          <a:xfrm>
            <a:off x="3078511" y="3059969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0E0820B-D899-AD63-86EA-17AB24A2A9DB}"/>
              </a:ext>
            </a:extLst>
          </p:cNvPr>
          <p:cNvSpPr/>
          <p:nvPr/>
        </p:nvSpPr>
        <p:spPr>
          <a:xfrm>
            <a:off x="3073255" y="3432676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5D68350-0612-6405-7884-570F35C6057B}"/>
              </a:ext>
            </a:extLst>
          </p:cNvPr>
          <p:cNvSpPr/>
          <p:nvPr/>
        </p:nvSpPr>
        <p:spPr>
          <a:xfrm>
            <a:off x="3073254" y="3661697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9628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83B04-4407-3091-1166-6C73B94DE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9A5129F0-D83D-1758-1770-AB2815465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98" y="1295400"/>
            <a:ext cx="3234078" cy="39850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7017469-716D-7E38-3F8F-DB09659F9845}"/>
                  </a:ext>
                </a:extLst>
              </p14:cNvPr>
              <p14:cNvContentPartPr/>
              <p14:nvPr/>
            </p14:nvContentPartPr>
            <p14:xfrm>
              <a:off x="1985655" y="1793705"/>
              <a:ext cx="402120" cy="5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294C2E1-A881-D767-BBDD-560E5B41CC7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67655" y="1775705"/>
                <a:ext cx="437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B2AE892-A331-2649-4C05-019B56F7F6E6}"/>
                  </a:ext>
                </a:extLst>
              </p14:cNvPr>
              <p14:cNvContentPartPr/>
              <p14:nvPr/>
            </p14:nvContentPartPr>
            <p14:xfrm>
              <a:off x="1977735" y="1830065"/>
              <a:ext cx="414720" cy="8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D4E8709-CE6C-E4A4-E4F5-2F38C0FDA3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59735" y="1812065"/>
                <a:ext cx="4503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A0F8D95-426E-4302-CB0A-C41F79534E2C}"/>
                  </a:ext>
                </a:extLst>
              </p14:cNvPr>
              <p14:cNvContentPartPr/>
              <p14:nvPr/>
            </p14:nvContentPartPr>
            <p14:xfrm>
              <a:off x="10452619" y="490865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8884A2E-4F7E-0E82-1222-FB4AD3EF84A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446499" y="490253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6B83EA7-349B-E7BA-416A-536AE6023217}"/>
                  </a:ext>
                </a:extLst>
              </p14:cNvPr>
              <p14:cNvContentPartPr/>
              <p14:nvPr/>
            </p14:nvContentPartPr>
            <p14:xfrm>
              <a:off x="2520835" y="1793823"/>
              <a:ext cx="401760" cy="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D797A6B-1022-B51C-BF4A-26F611D9F40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0283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4EDA620-0929-2C1D-E18A-73C68776336D}"/>
                  </a:ext>
                </a:extLst>
              </p14:cNvPr>
              <p14:cNvContentPartPr/>
              <p14:nvPr/>
            </p14:nvContentPartPr>
            <p14:xfrm>
              <a:off x="2519035" y="1834863"/>
              <a:ext cx="413280" cy="6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74C6DDA-F7E9-8355-7A0E-E4C8C3B9E2B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0139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E0AD741-FE8D-8877-1565-DE3CD232F2E2}"/>
                  </a:ext>
                </a:extLst>
              </p14:cNvPr>
              <p14:cNvContentPartPr/>
              <p14:nvPr/>
            </p14:nvContentPartPr>
            <p14:xfrm>
              <a:off x="3067175" y="1793823"/>
              <a:ext cx="401760" cy="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04C6942-145C-5829-0997-B40490A0C20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49175" y="1775823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DBEA178-3A6E-F988-9E87-466083E08E26}"/>
                  </a:ext>
                </a:extLst>
              </p14:cNvPr>
              <p14:cNvContentPartPr/>
              <p14:nvPr/>
            </p14:nvContentPartPr>
            <p14:xfrm>
              <a:off x="3065375" y="1834863"/>
              <a:ext cx="413280" cy="6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AECD1F2-92E6-9B22-F97C-02861E4BB45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47735" y="1817223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54E2F2C-769B-CDA5-B98B-809069715BD3}"/>
                  </a:ext>
                </a:extLst>
              </p14:cNvPr>
              <p14:cNvContentPartPr/>
              <p14:nvPr/>
            </p14:nvContentPartPr>
            <p14:xfrm>
              <a:off x="3635572" y="1793705"/>
              <a:ext cx="401760" cy="3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52C5CA1-B53C-FC16-8575-B73CBD135D2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17572" y="17757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DACD87E-62D8-97C2-FEEC-22A9E2060148}"/>
                  </a:ext>
                </a:extLst>
              </p14:cNvPr>
              <p14:cNvContentPartPr/>
              <p14:nvPr/>
            </p14:nvContentPartPr>
            <p14:xfrm>
              <a:off x="3633772" y="1834745"/>
              <a:ext cx="413280" cy="6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9311FFD-6B74-E5B1-6960-32ECF5C0D66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16132" y="1817105"/>
                <a:ext cx="44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4BFD07F-1263-F564-88DB-555CDCAB4BD4}"/>
                  </a:ext>
                </a:extLst>
              </p14:cNvPr>
              <p14:cNvContentPartPr/>
              <p14:nvPr/>
            </p14:nvContentPartPr>
            <p14:xfrm>
              <a:off x="4191632" y="1790105"/>
              <a:ext cx="401760" cy="3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33BE4FC-F72C-A15F-B8CB-EC7675A25A1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73632" y="1772105"/>
                <a:ext cx="4374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1AA2039-879F-B7BB-7534-DD5AC668D50B}"/>
                  </a:ext>
                </a:extLst>
              </p14:cNvPr>
              <p14:cNvContentPartPr/>
              <p14:nvPr/>
            </p14:nvContentPartPr>
            <p14:xfrm>
              <a:off x="4189832" y="1831145"/>
              <a:ext cx="413280" cy="6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CED7568-93BF-F27C-54F2-593433C8DC3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72192" y="1813505"/>
                <a:ext cx="448920" cy="4212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87F792BA-443B-37ED-E581-45C019788F4E}"/>
              </a:ext>
            </a:extLst>
          </p:cNvPr>
          <p:cNvSpPr/>
          <p:nvPr/>
        </p:nvSpPr>
        <p:spPr>
          <a:xfrm>
            <a:off x="1939826" y="2228796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9375BC4-58F8-3004-401F-F8EFB373941F}"/>
              </a:ext>
            </a:extLst>
          </p:cNvPr>
          <p:cNvSpPr/>
          <p:nvPr/>
        </p:nvSpPr>
        <p:spPr>
          <a:xfrm>
            <a:off x="1947184" y="4924551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9661C3-FAB5-7027-E10D-C4A6CA626E20}"/>
              </a:ext>
            </a:extLst>
          </p:cNvPr>
          <p:cNvSpPr/>
          <p:nvPr/>
        </p:nvSpPr>
        <p:spPr>
          <a:xfrm>
            <a:off x="1939824" y="2361758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0760B44-03EF-A004-B3E3-5C8AF426E752}"/>
              </a:ext>
            </a:extLst>
          </p:cNvPr>
          <p:cNvSpPr/>
          <p:nvPr/>
        </p:nvSpPr>
        <p:spPr>
          <a:xfrm>
            <a:off x="1939823" y="4188088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7FD212E-7B29-0A14-9BFA-91B3B0D9347C}"/>
              </a:ext>
            </a:extLst>
          </p:cNvPr>
          <p:cNvSpPr/>
          <p:nvPr/>
        </p:nvSpPr>
        <p:spPr>
          <a:xfrm>
            <a:off x="1930752" y="3332174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69287DE-2DFF-5CDA-E265-E6A98686441C}"/>
              </a:ext>
            </a:extLst>
          </p:cNvPr>
          <p:cNvSpPr/>
          <p:nvPr/>
        </p:nvSpPr>
        <p:spPr>
          <a:xfrm>
            <a:off x="1939825" y="3661697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75E7C7E-A763-4B3F-902B-A6FE12E3FE71}"/>
              </a:ext>
            </a:extLst>
          </p:cNvPr>
          <p:cNvSpPr/>
          <p:nvPr/>
        </p:nvSpPr>
        <p:spPr>
          <a:xfrm>
            <a:off x="2492250" y="3504964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672C957-EB68-B008-A788-7B7693C42811}"/>
              </a:ext>
            </a:extLst>
          </p:cNvPr>
          <p:cNvSpPr txBox="1"/>
          <p:nvPr/>
        </p:nvSpPr>
        <p:spPr>
          <a:xfrm>
            <a:off x="1706441" y="5193268"/>
            <a:ext cx="323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Agarose Gel Electrophoresis</a:t>
            </a:r>
            <a:endParaRPr lang="en-IN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B54E8B9-EC78-046B-44B0-8EC1F5CF1DC8}"/>
              </a:ext>
            </a:extLst>
          </p:cNvPr>
          <p:cNvSpPr txBox="1"/>
          <p:nvPr/>
        </p:nvSpPr>
        <p:spPr>
          <a:xfrm>
            <a:off x="3141905" y="5983553"/>
            <a:ext cx="1319205" cy="461665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Insights</a:t>
            </a:r>
            <a:endParaRPr lang="en-IN" sz="24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F3144E2-DD77-BE4D-DE97-9C7EB33D6291}"/>
              </a:ext>
            </a:extLst>
          </p:cNvPr>
          <p:cNvSpPr txBox="1"/>
          <p:nvPr/>
        </p:nvSpPr>
        <p:spPr>
          <a:xfrm>
            <a:off x="2932315" y="1467968"/>
            <a:ext cx="76761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(Suspect-2 Sample)</a:t>
            </a:r>
            <a:endParaRPr lang="en-IN" sz="5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E608E98-2149-D643-5707-2FFAF19FACE6}"/>
              </a:ext>
            </a:extLst>
          </p:cNvPr>
          <p:cNvSpPr txBox="1"/>
          <p:nvPr/>
        </p:nvSpPr>
        <p:spPr>
          <a:xfrm>
            <a:off x="3517318" y="1470362"/>
            <a:ext cx="74776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(Suspect-4 Sample)</a:t>
            </a:r>
            <a:endParaRPr lang="en-IN" sz="500" b="1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2901A86-00BE-B882-AE8C-F1156B6A3597}"/>
              </a:ext>
            </a:extLst>
          </p:cNvPr>
          <p:cNvSpPr txBox="1"/>
          <p:nvPr/>
        </p:nvSpPr>
        <p:spPr>
          <a:xfrm>
            <a:off x="4104337" y="1469501"/>
            <a:ext cx="76761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(Suspect-1 Sample)</a:t>
            </a:r>
            <a:endParaRPr lang="en-IN" sz="5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DBDC69B-DEE0-7D47-A9C1-0B6C0993335C}"/>
              </a:ext>
            </a:extLst>
          </p:cNvPr>
          <p:cNvSpPr/>
          <p:nvPr/>
        </p:nvSpPr>
        <p:spPr>
          <a:xfrm>
            <a:off x="4699000" y="1701436"/>
            <a:ext cx="65129" cy="24622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79813F4-9CA9-C183-E65A-0EB34672FF39}"/>
              </a:ext>
            </a:extLst>
          </p:cNvPr>
          <p:cNvSpPr/>
          <p:nvPr/>
        </p:nvSpPr>
        <p:spPr>
          <a:xfrm>
            <a:off x="4699431" y="4962446"/>
            <a:ext cx="65129" cy="24622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CD18A1-519A-4CFA-F7D3-EDC8D88D4031}"/>
              </a:ext>
            </a:extLst>
          </p:cNvPr>
          <p:cNvCxnSpPr/>
          <p:nvPr/>
        </p:nvCxnSpPr>
        <p:spPr>
          <a:xfrm>
            <a:off x="4762718" y="1831145"/>
            <a:ext cx="185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4355E7-A1F1-466E-D559-D9C4E57961FD}"/>
              </a:ext>
            </a:extLst>
          </p:cNvPr>
          <p:cNvCxnSpPr/>
          <p:nvPr/>
        </p:nvCxnSpPr>
        <p:spPr>
          <a:xfrm flipV="1">
            <a:off x="4940518" y="1479561"/>
            <a:ext cx="0" cy="3449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7B2FB5A-5E4E-D361-C077-876B3D46867B}"/>
              </a:ext>
            </a:extLst>
          </p:cNvPr>
          <p:cNvCxnSpPr/>
          <p:nvPr/>
        </p:nvCxnSpPr>
        <p:spPr>
          <a:xfrm>
            <a:off x="4771181" y="5082359"/>
            <a:ext cx="1857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4A32875-18A7-3312-CD1A-0D83B17A1775}"/>
              </a:ext>
            </a:extLst>
          </p:cNvPr>
          <p:cNvCxnSpPr/>
          <p:nvPr/>
        </p:nvCxnSpPr>
        <p:spPr>
          <a:xfrm flipV="1">
            <a:off x="4957448" y="5084423"/>
            <a:ext cx="0" cy="344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EFC056F-A57F-856D-FD08-833CF7A85ABA}"/>
              </a:ext>
            </a:extLst>
          </p:cNvPr>
          <p:cNvSpPr txBox="1"/>
          <p:nvPr/>
        </p:nvSpPr>
        <p:spPr>
          <a:xfrm>
            <a:off x="4743808" y="5330141"/>
            <a:ext cx="54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(+)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A30B0F-57D5-C31F-E722-B1D6BA1E7E09}"/>
              </a:ext>
            </a:extLst>
          </p:cNvPr>
          <p:cNvSpPr txBox="1"/>
          <p:nvPr/>
        </p:nvSpPr>
        <p:spPr>
          <a:xfrm>
            <a:off x="4748290" y="1170128"/>
            <a:ext cx="4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(-)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DA8D6C1-BB3B-0FAD-A18C-11AEFEA8FD24}"/>
                  </a:ext>
                </a:extLst>
              </p14:cNvPr>
              <p14:cNvContentPartPr/>
              <p14:nvPr/>
            </p14:nvContentPartPr>
            <p14:xfrm>
              <a:off x="1871630" y="1549538"/>
              <a:ext cx="590040" cy="39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C6D253F-9EED-5C5D-F7E1-69D50C93546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853630" y="1531538"/>
                <a:ext cx="625680" cy="7524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FDC26ECB-D29F-FA55-C10A-17FF48E42787}"/>
              </a:ext>
            </a:extLst>
          </p:cNvPr>
          <p:cNvSpPr/>
          <p:nvPr/>
        </p:nvSpPr>
        <p:spPr>
          <a:xfrm>
            <a:off x="3616840" y="2363865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33056B3-2DA1-E78E-00AD-19EC4921F2FA}"/>
              </a:ext>
            </a:extLst>
          </p:cNvPr>
          <p:cNvSpPr/>
          <p:nvPr/>
        </p:nvSpPr>
        <p:spPr>
          <a:xfrm>
            <a:off x="3611462" y="4063414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852C50F-CE63-8A19-42FE-2BB6C02770CD}"/>
              </a:ext>
            </a:extLst>
          </p:cNvPr>
          <p:cNvSpPr/>
          <p:nvPr/>
        </p:nvSpPr>
        <p:spPr>
          <a:xfrm>
            <a:off x="3613219" y="2090927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B450BCA-A8B2-5C97-A5F8-AE307D8B8D64}"/>
              </a:ext>
            </a:extLst>
          </p:cNvPr>
          <p:cNvSpPr/>
          <p:nvPr/>
        </p:nvSpPr>
        <p:spPr>
          <a:xfrm>
            <a:off x="3620762" y="4899992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7AF2931-3AE7-E6B2-2615-F2281D91B0C6}"/>
              </a:ext>
            </a:extLst>
          </p:cNvPr>
          <p:cNvSpPr/>
          <p:nvPr/>
        </p:nvSpPr>
        <p:spPr>
          <a:xfrm>
            <a:off x="3611462" y="3656778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3983EDB-7D99-989B-3DD1-1F15F1A99520}"/>
              </a:ext>
            </a:extLst>
          </p:cNvPr>
          <p:cNvSpPr/>
          <p:nvPr/>
        </p:nvSpPr>
        <p:spPr>
          <a:xfrm>
            <a:off x="3608281" y="3327077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9C718AB-8B9B-C112-273D-0B12E9E93AC5}"/>
              </a:ext>
            </a:extLst>
          </p:cNvPr>
          <p:cNvSpPr/>
          <p:nvPr/>
        </p:nvSpPr>
        <p:spPr>
          <a:xfrm>
            <a:off x="2492250" y="3660502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CE218F4-F7DD-5EAD-3A64-11DDDB64C5E6}"/>
              </a:ext>
            </a:extLst>
          </p:cNvPr>
          <p:cNvSpPr/>
          <p:nvPr/>
        </p:nvSpPr>
        <p:spPr>
          <a:xfrm>
            <a:off x="2524895" y="4187304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48B1C5A-7B7D-1D4B-E0E6-D8BD1AD4E6AA}"/>
              </a:ext>
            </a:extLst>
          </p:cNvPr>
          <p:cNvSpPr/>
          <p:nvPr/>
        </p:nvSpPr>
        <p:spPr>
          <a:xfrm>
            <a:off x="2524895" y="4470308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3AF96C4-09CD-0077-8DC6-89B9AB0581E4}"/>
              </a:ext>
            </a:extLst>
          </p:cNvPr>
          <p:cNvSpPr/>
          <p:nvPr/>
        </p:nvSpPr>
        <p:spPr>
          <a:xfrm>
            <a:off x="2495891" y="2781198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3E97AC9-0E92-C199-F009-E265BF9D4C98}"/>
              </a:ext>
            </a:extLst>
          </p:cNvPr>
          <p:cNvSpPr/>
          <p:nvPr/>
        </p:nvSpPr>
        <p:spPr>
          <a:xfrm>
            <a:off x="2492251" y="2231317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0FEE0E6-2984-104D-A0A5-031D6D496952}"/>
              </a:ext>
            </a:extLst>
          </p:cNvPr>
          <p:cNvSpPr txBox="1"/>
          <p:nvPr/>
        </p:nvSpPr>
        <p:spPr>
          <a:xfrm rot="16200000">
            <a:off x="-117491" y="3286518"/>
            <a:ext cx="3130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Short Tandem Repeat Numbers </a:t>
            </a:r>
            <a:endParaRPr lang="en-IN" sz="1600" b="1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6B79F73-3AF4-3A07-201B-0E753DCA3B84}"/>
              </a:ext>
            </a:extLst>
          </p:cNvPr>
          <p:cNvSpPr txBox="1"/>
          <p:nvPr/>
        </p:nvSpPr>
        <p:spPr>
          <a:xfrm>
            <a:off x="1423351" y="1797531"/>
            <a:ext cx="520448" cy="246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Large </a:t>
            </a:r>
            <a:endParaRPr lang="en-IN" sz="1000" b="1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E4FC2D1-061F-44B0-2DDD-9C76290FD956}"/>
              </a:ext>
            </a:extLst>
          </p:cNvPr>
          <p:cNvSpPr txBox="1"/>
          <p:nvPr/>
        </p:nvSpPr>
        <p:spPr>
          <a:xfrm>
            <a:off x="1406416" y="4997941"/>
            <a:ext cx="520448" cy="246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Small</a:t>
            </a:r>
            <a:endParaRPr lang="en-IN" sz="1000" b="1" dirty="0"/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3D0A561C-4AA3-3438-1E01-3DE811923A05}"/>
              </a:ext>
            </a:extLst>
          </p:cNvPr>
          <p:cNvCxnSpPr>
            <a:stCxn id="121" idx="2"/>
            <a:endCxn id="122" idx="0"/>
          </p:cNvCxnSpPr>
          <p:nvPr/>
        </p:nvCxnSpPr>
        <p:spPr>
          <a:xfrm flipH="1">
            <a:off x="1666640" y="2043642"/>
            <a:ext cx="16935" cy="2954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54681AA-F6AA-CD74-39C8-BD0F929A893A}"/>
              </a:ext>
            </a:extLst>
          </p:cNvPr>
          <p:cNvSpPr txBox="1"/>
          <p:nvPr/>
        </p:nvSpPr>
        <p:spPr>
          <a:xfrm>
            <a:off x="8957172" y="1244181"/>
            <a:ext cx="2456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Suspects of the crime</a:t>
            </a:r>
            <a:endParaRPr lang="en-IN" b="1" dirty="0"/>
          </a:p>
        </p:txBody>
      </p:sp>
      <p:pic>
        <p:nvPicPr>
          <p:cNvPr id="32" name="Picture 6" descr="Human Head Silhouette – Royalty-Free Vector | VectorStock">
            <a:extLst>
              <a:ext uri="{FF2B5EF4-FFF2-40B4-BE49-F238E27FC236}">
                <a16:creationId xmlns:a16="http://schemas.microsoft.com/office/drawing/2014/main" id="{67581978-AA8E-D7AF-EDDB-E96BAFBDAC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4" r="9894" b="11212"/>
          <a:stretch>
            <a:fillRect/>
          </a:stretch>
        </p:blipFill>
        <p:spPr bwMode="auto">
          <a:xfrm>
            <a:off x="9011491" y="1645695"/>
            <a:ext cx="887394" cy="1183192"/>
          </a:xfrm>
          <a:prstGeom prst="rect">
            <a:avLst/>
          </a:prstGeom>
          <a:noFill/>
          <a:ln w="3810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8" descr="108,600+ Face Silhouette Stock Illustrations, Royalty-Free Vector Graphics  &amp; Clip Art - iStock">
            <a:extLst>
              <a:ext uri="{FF2B5EF4-FFF2-40B4-BE49-F238E27FC236}">
                <a16:creationId xmlns:a16="http://schemas.microsoft.com/office/drawing/2014/main" id="{44424DEC-4CCA-48C1-7039-D63E8E4010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5" r="8285" b="4469"/>
          <a:stretch>
            <a:fillRect/>
          </a:stretch>
        </p:blipFill>
        <p:spPr bwMode="auto">
          <a:xfrm>
            <a:off x="10511002" y="1668181"/>
            <a:ext cx="848598" cy="1131464"/>
          </a:xfrm>
          <a:prstGeom prst="rect">
            <a:avLst/>
          </a:prstGeom>
          <a:noFill/>
          <a:ln w="5715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0" descr="Woman silhouette - Free people icons">
            <a:extLst>
              <a:ext uri="{FF2B5EF4-FFF2-40B4-BE49-F238E27FC236}">
                <a16:creationId xmlns:a16="http://schemas.microsoft.com/office/drawing/2014/main" id="{138D9DC4-AE1F-4756-2400-5A21DAA74E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>
            <a:fillRect/>
          </a:stretch>
        </p:blipFill>
        <p:spPr bwMode="auto">
          <a:xfrm>
            <a:off x="9076523" y="3540030"/>
            <a:ext cx="971373" cy="1295164"/>
          </a:xfrm>
          <a:prstGeom prst="rect">
            <a:avLst/>
          </a:prstGeom>
          <a:noFill/>
          <a:ln w="5715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silueta-mujer-fot-carnet - Bilbao Gazte">
            <a:extLst>
              <a:ext uri="{FF2B5EF4-FFF2-40B4-BE49-F238E27FC236}">
                <a16:creationId xmlns:a16="http://schemas.microsoft.com/office/drawing/2014/main" id="{9240D73A-D566-B785-7871-ACEF0C028D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7" t="11573" r="5797"/>
          <a:stretch>
            <a:fillRect/>
          </a:stretch>
        </p:blipFill>
        <p:spPr bwMode="auto">
          <a:xfrm>
            <a:off x="10470832" y="3520974"/>
            <a:ext cx="1121600" cy="1322403"/>
          </a:xfrm>
          <a:prstGeom prst="rect">
            <a:avLst/>
          </a:prstGeom>
          <a:noFill/>
          <a:ln w="5715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1AD134CB-035C-1790-C40F-C2B5604F32E0}"/>
              </a:ext>
            </a:extLst>
          </p:cNvPr>
          <p:cNvSpPr txBox="1"/>
          <p:nvPr/>
        </p:nvSpPr>
        <p:spPr>
          <a:xfrm>
            <a:off x="8859980" y="2979272"/>
            <a:ext cx="1246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92D050"/>
                </a:solidFill>
              </a:rPr>
              <a:t>Bravo! </a:t>
            </a:r>
          </a:p>
          <a:p>
            <a:pPr algn="ctr"/>
            <a:r>
              <a:rPr lang="en-US" sz="800" b="1" dirty="0">
                <a:solidFill>
                  <a:srgbClr val="92D050"/>
                </a:solidFill>
              </a:rPr>
              <a:t>You have correctly identified the criminal. </a:t>
            </a:r>
            <a:endParaRPr lang="en-IN" sz="800" b="1" dirty="0">
              <a:solidFill>
                <a:srgbClr val="92D05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192B5E-AA1A-4D24-DA93-98FE4D6F50E9}"/>
              </a:ext>
            </a:extLst>
          </p:cNvPr>
          <p:cNvSpPr txBox="1"/>
          <p:nvPr/>
        </p:nvSpPr>
        <p:spPr>
          <a:xfrm>
            <a:off x="6438902" y="5983554"/>
            <a:ext cx="1015998" cy="461665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Reset</a:t>
            </a:r>
            <a:endParaRPr lang="en-IN" sz="24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7E299EC-52FF-452C-32CE-CC14B7742228}"/>
              </a:ext>
            </a:extLst>
          </p:cNvPr>
          <p:cNvSpPr txBox="1"/>
          <p:nvPr/>
        </p:nvSpPr>
        <p:spPr>
          <a:xfrm>
            <a:off x="2048568" y="104715"/>
            <a:ext cx="809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Identify The Criminal Through DNA Fingerprinting</a:t>
            </a:r>
            <a:endParaRPr lang="en-IN" sz="2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CA1706-13F6-2DDE-7A9F-5A5364E5EEE0}"/>
              </a:ext>
            </a:extLst>
          </p:cNvPr>
          <p:cNvSpPr txBox="1"/>
          <p:nvPr/>
        </p:nvSpPr>
        <p:spPr>
          <a:xfrm>
            <a:off x="10607681" y="2770252"/>
            <a:ext cx="928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AD2EE1B-71A8-ECF8-7ACF-DFC7DB3C3B7B}"/>
              </a:ext>
            </a:extLst>
          </p:cNvPr>
          <p:cNvSpPr txBox="1"/>
          <p:nvPr/>
        </p:nvSpPr>
        <p:spPr>
          <a:xfrm>
            <a:off x="9177635" y="4869348"/>
            <a:ext cx="9286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821C3EB-3106-0BD1-E014-3E4E22A32CBD}"/>
              </a:ext>
            </a:extLst>
          </p:cNvPr>
          <p:cNvSpPr txBox="1"/>
          <p:nvPr/>
        </p:nvSpPr>
        <p:spPr>
          <a:xfrm>
            <a:off x="10616148" y="4872083"/>
            <a:ext cx="9286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Suspect-4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DE803F-E846-23CC-A9AD-3E4EF2FDE906}"/>
              </a:ext>
            </a:extLst>
          </p:cNvPr>
          <p:cNvSpPr txBox="1"/>
          <p:nvPr/>
        </p:nvSpPr>
        <p:spPr>
          <a:xfrm>
            <a:off x="9066566" y="2785226"/>
            <a:ext cx="928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Suspect -1</a:t>
            </a:r>
            <a:endParaRPr lang="en-IN" sz="11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A2A602F-A183-0979-D9F8-9F838E770A09}"/>
              </a:ext>
            </a:extLst>
          </p:cNvPr>
          <p:cNvSpPr txBox="1"/>
          <p:nvPr/>
        </p:nvSpPr>
        <p:spPr>
          <a:xfrm>
            <a:off x="1903665" y="1467382"/>
            <a:ext cx="546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" b="1" dirty="0"/>
              <a:t>Crime scene</a:t>
            </a:r>
          </a:p>
          <a:p>
            <a:pPr algn="ctr"/>
            <a:r>
              <a:rPr lang="en-US" sz="450" b="1" dirty="0"/>
              <a:t>sample</a:t>
            </a:r>
            <a:endParaRPr lang="en-IN" sz="450" b="1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CEC3E3B-A9B0-D929-0C8B-68F3FE400DCB}"/>
              </a:ext>
            </a:extLst>
          </p:cNvPr>
          <p:cNvSpPr txBox="1"/>
          <p:nvPr/>
        </p:nvSpPr>
        <p:spPr>
          <a:xfrm>
            <a:off x="2347383" y="1467297"/>
            <a:ext cx="7615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(Suspect-3 Sample)</a:t>
            </a:r>
            <a:endParaRPr lang="en-IN" sz="5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D73258F-B0DA-1C95-F814-A71F4BCED680}"/>
              </a:ext>
            </a:extLst>
          </p:cNvPr>
          <p:cNvSpPr txBox="1"/>
          <p:nvPr/>
        </p:nvSpPr>
        <p:spPr>
          <a:xfrm>
            <a:off x="5405526" y="2957453"/>
            <a:ext cx="1380948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Color index of the </a:t>
            </a:r>
          </a:p>
          <a:p>
            <a:pPr algn="ctr"/>
            <a:r>
              <a:rPr lang="en-US" sz="1000" b="1" dirty="0"/>
              <a:t>VNTR bands of DNA</a:t>
            </a:r>
            <a:endParaRPr lang="en-IN" sz="1000" b="1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7801F3F-94DC-A6D8-008B-342FB7DD27EF}"/>
              </a:ext>
            </a:extLst>
          </p:cNvPr>
          <p:cNvSpPr/>
          <p:nvPr/>
        </p:nvSpPr>
        <p:spPr>
          <a:xfrm>
            <a:off x="5405526" y="3444235"/>
            <a:ext cx="148574" cy="524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BBBE041-8ABE-361D-04B0-2BCD997C01A0}"/>
              </a:ext>
            </a:extLst>
          </p:cNvPr>
          <p:cNvSpPr/>
          <p:nvPr/>
        </p:nvSpPr>
        <p:spPr>
          <a:xfrm>
            <a:off x="5410278" y="3598270"/>
            <a:ext cx="148574" cy="524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E8A873F-0F7D-3E64-FC69-69F90A723B09}"/>
              </a:ext>
            </a:extLst>
          </p:cNvPr>
          <p:cNvSpPr txBox="1"/>
          <p:nvPr/>
        </p:nvSpPr>
        <p:spPr>
          <a:xfrm>
            <a:off x="5493774" y="3332174"/>
            <a:ext cx="1305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Chromosome 2</a:t>
            </a:r>
            <a:endParaRPr lang="en-IN" sz="10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A0AB7B2-C3FD-EF66-AA51-81AB622C4F8C}"/>
              </a:ext>
            </a:extLst>
          </p:cNvPr>
          <p:cNvSpPr txBox="1"/>
          <p:nvPr/>
        </p:nvSpPr>
        <p:spPr>
          <a:xfrm>
            <a:off x="5493774" y="3506085"/>
            <a:ext cx="1305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Chromosome 7</a:t>
            </a:r>
            <a:endParaRPr lang="en-IN" sz="10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C1FBF5F-846A-4AF9-5A41-F5B1930D41E2}"/>
              </a:ext>
            </a:extLst>
          </p:cNvPr>
          <p:cNvSpPr txBox="1"/>
          <p:nvPr/>
        </p:nvSpPr>
        <p:spPr>
          <a:xfrm>
            <a:off x="5505260" y="3664230"/>
            <a:ext cx="1305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Chromosome 18</a:t>
            </a:r>
            <a:endParaRPr lang="en-IN" sz="1000" b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B8A401-C37E-A8FA-5870-55515CB582E0}"/>
              </a:ext>
            </a:extLst>
          </p:cNvPr>
          <p:cNvSpPr/>
          <p:nvPr/>
        </p:nvSpPr>
        <p:spPr>
          <a:xfrm>
            <a:off x="5411875" y="3752305"/>
            <a:ext cx="148574" cy="5243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427BCA-874F-4605-21D1-350DB770C4A7}"/>
              </a:ext>
            </a:extLst>
          </p:cNvPr>
          <p:cNvSpPr/>
          <p:nvPr/>
        </p:nvSpPr>
        <p:spPr>
          <a:xfrm>
            <a:off x="3073255" y="2228796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E311B9-E7F5-97F2-2596-9000F9CC2BE6}"/>
              </a:ext>
            </a:extLst>
          </p:cNvPr>
          <p:cNvSpPr/>
          <p:nvPr/>
        </p:nvSpPr>
        <p:spPr>
          <a:xfrm>
            <a:off x="3073252" y="4181362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3D719F-8E8F-AF8D-5B32-5E593ED1E9F8}"/>
              </a:ext>
            </a:extLst>
          </p:cNvPr>
          <p:cNvSpPr/>
          <p:nvPr/>
        </p:nvSpPr>
        <p:spPr>
          <a:xfrm>
            <a:off x="3073255" y="2492632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71358E5-5EE5-4E60-C388-492045EB97BD}"/>
              </a:ext>
            </a:extLst>
          </p:cNvPr>
          <p:cNvSpPr/>
          <p:nvPr/>
        </p:nvSpPr>
        <p:spPr>
          <a:xfrm>
            <a:off x="3065098" y="4904106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CD61AA-DFFA-D4D6-59F0-407A9EF53E10}"/>
              </a:ext>
            </a:extLst>
          </p:cNvPr>
          <p:cNvSpPr/>
          <p:nvPr/>
        </p:nvSpPr>
        <p:spPr>
          <a:xfrm>
            <a:off x="3069232" y="3334703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AF5DC6D-254C-A6F7-4D6D-10F686D72F7B}"/>
              </a:ext>
            </a:extLst>
          </p:cNvPr>
          <p:cNvSpPr/>
          <p:nvPr/>
        </p:nvSpPr>
        <p:spPr>
          <a:xfrm>
            <a:off x="3073254" y="3661697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B6F1C33-6066-03EA-9CFD-5B858801F987}"/>
              </a:ext>
            </a:extLst>
          </p:cNvPr>
          <p:cNvSpPr/>
          <p:nvPr/>
        </p:nvSpPr>
        <p:spPr>
          <a:xfrm>
            <a:off x="4159299" y="2220921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BEC08C1-87B2-DF77-0795-C9111A6AA861}"/>
              </a:ext>
            </a:extLst>
          </p:cNvPr>
          <p:cNvSpPr/>
          <p:nvPr/>
        </p:nvSpPr>
        <p:spPr>
          <a:xfrm>
            <a:off x="4159295" y="4887404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228EB7D-B187-8520-F5D9-AD93CB451C0F}"/>
              </a:ext>
            </a:extLst>
          </p:cNvPr>
          <p:cNvSpPr/>
          <p:nvPr/>
        </p:nvSpPr>
        <p:spPr>
          <a:xfrm>
            <a:off x="4159297" y="2353883"/>
            <a:ext cx="47179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64D49E9-2F0F-7967-5BFC-53B63391286E}"/>
              </a:ext>
            </a:extLst>
          </p:cNvPr>
          <p:cNvSpPr/>
          <p:nvPr/>
        </p:nvSpPr>
        <p:spPr>
          <a:xfrm>
            <a:off x="4159296" y="4180213"/>
            <a:ext cx="471795" cy="4571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AE441EE-4387-CF2A-5047-5CAC393280C9}"/>
              </a:ext>
            </a:extLst>
          </p:cNvPr>
          <p:cNvSpPr/>
          <p:nvPr/>
        </p:nvSpPr>
        <p:spPr>
          <a:xfrm>
            <a:off x="4150225" y="3324299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B744451-3354-DBD1-04BA-450C345A9690}"/>
              </a:ext>
            </a:extLst>
          </p:cNvPr>
          <p:cNvSpPr/>
          <p:nvPr/>
        </p:nvSpPr>
        <p:spPr>
          <a:xfrm>
            <a:off x="4159298" y="3653822"/>
            <a:ext cx="471795" cy="457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055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ca993b-b6bc-4113-99de-a211870a4452">
      <Terms xmlns="http://schemas.microsoft.com/office/infopath/2007/PartnerControls"/>
    </lcf76f155ced4ddcb4097134ff3c332f>
    <TaxCatchAll xmlns="9eca5fc9-8bfb-495c-bbec-76d384a6d7d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53891E2FD5764EB975B6A6029DFCD2" ma:contentTypeVersion="11" ma:contentTypeDescription="Create a new document." ma:contentTypeScope="" ma:versionID="9d54884602efb6b161d1b87ebe9cdde1">
  <xsd:schema xmlns:xsd="http://www.w3.org/2001/XMLSchema" xmlns:xs="http://www.w3.org/2001/XMLSchema" xmlns:p="http://schemas.microsoft.com/office/2006/metadata/properties" xmlns:ns2="b0ca993b-b6bc-4113-99de-a211870a4452" xmlns:ns3="9eca5fc9-8bfb-495c-bbec-76d384a6d7de" targetNamespace="http://schemas.microsoft.com/office/2006/metadata/properties" ma:root="true" ma:fieldsID="f86acc7623f13b770a42fbb9b8836cbf" ns2:_="" ns3:_="">
    <xsd:import namespace="b0ca993b-b6bc-4113-99de-a211870a4452"/>
    <xsd:import namespace="9eca5fc9-8bfb-495c-bbec-76d384a6d7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ca993b-b6bc-4113-99de-a211870a44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8303834e-7c61-44a6-8d91-b93222de6d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ca5fc9-8bfb-495c-bbec-76d384a6d7de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50edc9b6-d766-432f-9f5f-32df6f466364}" ma:internalName="TaxCatchAll" ma:showField="CatchAllData" ma:web="9eca5fc9-8bfb-495c-bbec-76d384a6d7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08EF536-8477-42A7-B43D-635F1935927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80DB94-A6A3-498E-A357-E7849118AF2A}">
  <ds:schemaRefs>
    <ds:schemaRef ds:uri="http://schemas.microsoft.com/office/2006/metadata/properties"/>
    <ds:schemaRef ds:uri="http://schemas.microsoft.com/office/infopath/2007/PartnerControls"/>
    <ds:schemaRef ds:uri="b0ca993b-b6bc-4113-99de-a211870a4452"/>
    <ds:schemaRef ds:uri="9eca5fc9-8bfb-495c-bbec-76d384a6d7de"/>
  </ds:schemaRefs>
</ds:datastoreItem>
</file>

<file path=customXml/itemProps3.xml><?xml version="1.0" encoding="utf-8"?>
<ds:datastoreItem xmlns:ds="http://schemas.openxmlformats.org/officeDocument/2006/customXml" ds:itemID="{AA20C986-4397-4863-A3D9-3A6E0A9FC9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ca993b-b6bc-4113-99de-a211870a4452"/>
    <ds:schemaRef ds:uri="9eca5fc9-8bfb-495c-bbec-76d384a6d7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1123</TotalTime>
  <Words>1985</Words>
  <Application>Microsoft Office PowerPoint</Application>
  <PresentationFormat>Widescreen</PresentationFormat>
  <Paragraphs>478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Barenya Das</dc:creator>
  <cp:lastModifiedBy>Ramdas Wadaye</cp:lastModifiedBy>
  <cp:revision>1</cp:revision>
  <dcterms:created xsi:type="dcterms:W3CDTF">2026-01-20T05:42:09Z</dcterms:created>
  <dcterms:modified xsi:type="dcterms:W3CDTF">2026-02-05T08:03:56Z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5461b64-6fff-4241-89b6-0f9995fb2371_Enabled">
    <vt:lpwstr>true</vt:lpwstr>
  </property>
  <property fmtid="{D5CDD505-2E9C-101B-9397-08002B2CF9AE}" pid="3" name="MSIP_Label_b5461b64-6fff-4241-89b6-0f9995fb2371_SetDate">
    <vt:lpwstr>2026-01-20T06:48:54Z</vt:lpwstr>
  </property>
  <property fmtid="{D5CDD505-2E9C-101B-9397-08002B2CF9AE}" pid="4" name="MSIP_Label_b5461b64-6fff-4241-89b6-0f9995fb2371_Method">
    <vt:lpwstr>Privileged</vt:lpwstr>
  </property>
  <property fmtid="{D5CDD505-2E9C-101B-9397-08002B2CF9AE}" pid="5" name="MSIP_Label_b5461b64-6fff-4241-89b6-0f9995fb2371_Name">
    <vt:lpwstr>Unrestricted</vt:lpwstr>
  </property>
  <property fmtid="{D5CDD505-2E9C-101B-9397-08002B2CF9AE}" pid="6" name="MSIP_Label_b5461b64-6fff-4241-89b6-0f9995fb2371_SiteId">
    <vt:lpwstr>75c3e1d9-ede6-4170-a7eb-fb975ba962e6</vt:lpwstr>
  </property>
  <property fmtid="{D5CDD505-2E9C-101B-9397-08002B2CF9AE}" pid="7" name="MSIP_Label_b5461b64-6fff-4241-89b6-0f9995fb2371_ActionId">
    <vt:lpwstr>01ebe455-79bf-426e-979b-9ff82d74c4cb</vt:lpwstr>
  </property>
  <property fmtid="{D5CDD505-2E9C-101B-9397-08002B2CF9AE}" pid="8" name="MSIP_Label_b5461b64-6fff-4241-89b6-0f9995fb2371_ContentBits">
    <vt:lpwstr>2</vt:lpwstr>
  </property>
  <property fmtid="{D5CDD505-2E9C-101B-9397-08002B2CF9AE}" pid="9" name="MSIP_Label_b5461b64-6fff-4241-89b6-0f9995fb2371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Unrestricted</vt:lpwstr>
  </property>
  <property fmtid="{D5CDD505-2E9C-101B-9397-08002B2CF9AE}" pid="12" name="ContentTypeId">
    <vt:lpwstr>0x0101005353891E2FD5764EB975B6A6029DFCD2</vt:lpwstr>
  </property>
  <property fmtid="{D5CDD505-2E9C-101B-9397-08002B2CF9AE}" pid="13" name="MediaServiceImageTags">
    <vt:lpwstr/>
  </property>
</Properties>
</file>