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70" r:id="rId6"/>
    <p:sldId id="257" r:id="rId7"/>
    <p:sldId id="267" r:id="rId8"/>
    <p:sldId id="268" r:id="rId9"/>
    <p:sldId id="258" r:id="rId10"/>
    <p:sldId id="259" r:id="rId11"/>
    <p:sldId id="271" r:id="rId12"/>
    <p:sldId id="261" r:id="rId13"/>
    <p:sldId id="262" r:id="rId14"/>
    <p:sldId id="264" r:id="rId15"/>
    <p:sldId id="265" r:id="rId16"/>
    <p:sldId id="266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6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B44AE-5D22-4B0C-BA89-24D840318F25}" v="8" dt="2026-02-03T04:13:4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ith Radhakrishnan Nair" userId="e7670b58-30f0-4302-a424-dac10fc9e231" providerId="ADAL" clId="{C5643FB2-DA00-4608-98AE-6F04EA7A65CC}"/>
    <pc:docChg chg="custSel addSld modSld">
      <pc:chgData name="Srijith Radhakrishnan Nair" userId="e7670b58-30f0-4302-a424-dac10fc9e231" providerId="ADAL" clId="{C5643FB2-DA00-4608-98AE-6F04EA7A65CC}" dt="2026-02-03T04:15:07.809" v="261" actId="20577"/>
      <pc:docMkLst>
        <pc:docMk/>
      </pc:docMkLst>
      <pc:sldChg chg="addSp modSp mod">
        <pc:chgData name="Srijith Radhakrishnan Nair" userId="e7670b58-30f0-4302-a424-dac10fc9e231" providerId="ADAL" clId="{C5643FB2-DA00-4608-98AE-6F04EA7A65CC}" dt="2026-02-03T04:11:56.716" v="28" actId="207"/>
        <pc:sldMkLst>
          <pc:docMk/>
          <pc:sldMk cId="1213384506" sldId="257"/>
        </pc:sldMkLst>
        <pc:spChg chg="add mod">
          <ac:chgData name="Srijith Radhakrishnan Nair" userId="e7670b58-30f0-4302-a424-dac10fc9e231" providerId="ADAL" clId="{C5643FB2-DA00-4608-98AE-6F04EA7A65CC}" dt="2026-02-03T04:11:56.716" v="28" actId="207"/>
          <ac:spMkLst>
            <pc:docMk/>
            <pc:sldMk cId="1213384506" sldId="257"/>
            <ac:spMk id="3" creationId="{EB389EBB-1142-5F00-70A4-EF98291A85F1}"/>
          </ac:spMkLst>
        </pc:spChg>
      </pc:sldChg>
      <pc:sldChg chg="addSp modSp">
        <pc:chgData name="Srijith Radhakrishnan Nair" userId="e7670b58-30f0-4302-a424-dac10fc9e231" providerId="ADAL" clId="{C5643FB2-DA00-4608-98AE-6F04EA7A65CC}" dt="2026-02-03T04:12:21.296" v="31"/>
        <pc:sldMkLst>
          <pc:docMk/>
          <pc:sldMk cId="1631051861" sldId="258"/>
        </pc:sldMkLst>
        <pc:spChg chg="add mod">
          <ac:chgData name="Srijith Radhakrishnan Nair" userId="e7670b58-30f0-4302-a424-dac10fc9e231" providerId="ADAL" clId="{C5643FB2-DA00-4608-98AE-6F04EA7A65CC}" dt="2026-02-03T04:12:21.296" v="31"/>
          <ac:spMkLst>
            <pc:docMk/>
            <pc:sldMk cId="1631051861" sldId="258"/>
            <ac:spMk id="2" creationId="{C62FC2AA-9D77-21C7-FD63-E36230EF07F9}"/>
          </ac:spMkLst>
        </pc:spChg>
      </pc:sldChg>
      <pc:sldChg chg="addSp modSp">
        <pc:chgData name="Srijith Radhakrishnan Nair" userId="e7670b58-30f0-4302-a424-dac10fc9e231" providerId="ADAL" clId="{C5643FB2-DA00-4608-98AE-6F04EA7A65CC}" dt="2026-02-03T04:12:24.721" v="32"/>
        <pc:sldMkLst>
          <pc:docMk/>
          <pc:sldMk cId="3679104975" sldId="259"/>
        </pc:sldMkLst>
        <pc:spChg chg="add mod">
          <ac:chgData name="Srijith Radhakrishnan Nair" userId="e7670b58-30f0-4302-a424-dac10fc9e231" providerId="ADAL" clId="{C5643FB2-DA00-4608-98AE-6F04EA7A65CC}" dt="2026-02-03T04:12:24.721" v="32"/>
          <ac:spMkLst>
            <pc:docMk/>
            <pc:sldMk cId="3679104975" sldId="259"/>
            <ac:spMk id="4" creationId="{2607518C-8AE0-22D0-9490-104BE3B50FEB}"/>
          </ac:spMkLst>
        </pc:spChg>
      </pc:sldChg>
      <pc:sldChg chg="addSp modSp">
        <pc:chgData name="Srijith Radhakrishnan Nair" userId="e7670b58-30f0-4302-a424-dac10fc9e231" providerId="ADAL" clId="{C5643FB2-DA00-4608-98AE-6F04EA7A65CC}" dt="2026-02-03T04:12:15.477" v="29"/>
        <pc:sldMkLst>
          <pc:docMk/>
          <pc:sldMk cId="2823019291" sldId="267"/>
        </pc:sldMkLst>
        <pc:spChg chg="add mod">
          <ac:chgData name="Srijith Radhakrishnan Nair" userId="e7670b58-30f0-4302-a424-dac10fc9e231" providerId="ADAL" clId="{C5643FB2-DA00-4608-98AE-6F04EA7A65CC}" dt="2026-02-03T04:12:15.477" v="29"/>
          <ac:spMkLst>
            <pc:docMk/>
            <pc:sldMk cId="2823019291" sldId="267"/>
            <ac:spMk id="2" creationId="{3194E202-86C9-C63D-E07F-FB827026386B}"/>
          </ac:spMkLst>
        </pc:spChg>
      </pc:sldChg>
      <pc:sldChg chg="addSp modSp">
        <pc:chgData name="Srijith Radhakrishnan Nair" userId="e7670b58-30f0-4302-a424-dac10fc9e231" providerId="ADAL" clId="{C5643FB2-DA00-4608-98AE-6F04EA7A65CC}" dt="2026-02-03T04:12:17.684" v="30"/>
        <pc:sldMkLst>
          <pc:docMk/>
          <pc:sldMk cId="1212327388" sldId="268"/>
        </pc:sldMkLst>
        <pc:spChg chg="add mod">
          <ac:chgData name="Srijith Radhakrishnan Nair" userId="e7670b58-30f0-4302-a424-dac10fc9e231" providerId="ADAL" clId="{C5643FB2-DA00-4608-98AE-6F04EA7A65CC}" dt="2026-02-03T04:12:17.684" v="30"/>
          <ac:spMkLst>
            <pc:docMk/>
            <pc:sldMk cId="1212327388" sldId="268"/>
            <ac:spMk id="4" creationId="{C0D5E586-FC79-5743-C636-24F4C464EDAB}"/>
          </ac:spMkLst>
        </pc:spChg>
      </pc:sldChg>
      <pc:sldChg chg="addSp delSp modSp add mod modNotesTx">
        <pc:chgData name="Srijith Radhakrishnan Nair" userId="e7670b58-30f0-4302-a424-dac10fc9e231" providerId="ADAL" clId="{C5643FB2-DA00-4608-98AE-6F04EA7A65CC}" dt="2026-02-03T04:15:07.809" v="261" actId="20577"/>
        <pc:sldMkLst>
          <pc:docMk/>
          <pc:sldMk cId="2593872172" sldId="271"/>
        </pc:sldMkLst>
        <pc:spChg chg="mod">
          <ac:chgData name="Srijith Radhakrishnan Nair" userId="e7670b58-30f0-4302-a424-dac10fc9e231" providerId="ADAL" clId="{C5643FB2-DA00-4608-98AE-6F04EA7A65CC}" dt="2026-02-03T04:13:01.623" v="36" actId="207"/>
          <ac:spMkLst>
            <pc:docMk/>
            <pc:sldMk cId="2593872172" sldId="271"/>
            <ac:spMk id="4" creationId="{D3484C26-5C70-D86B-8DC3-44FCA6FC25F3}"/>
          </ac:spMkLst>
        </pc:spChg>
        <pc:spChg chg="mod">
          <ac:chgData name="Srijith Radhakrishnan Nair" userId="e7670b58-30f0-4302-a424-dac10fc9e231" providerId="ADAL" clId="{C5643FB2-DA00-4608-98AE-6F04EA7A65CC}" dt="2026-02-03T04:13:18.040" v="39" actId="1076"/>
          <ac:spMkLst>
            <pc:docMk/>
            <pc:sldMk cId="2593872172" sldId="271"/>
            <ac:spMk id="5" creationId="{2B775CDA-7B3E-05B5-7ED8-EE5BF23C5814}"/>
          </ac:spMkLst>
        </pc:spChg>
        <pc:spChg chg="add mod">
          <ac:chgData name="Srijith Radhakrishnan Nair" userId="e7670b58-30f0-4302-a424-dac10fc9e231" providerId="ADAL" clId="{C5643FB2-DA00-4608-98AE-6F04EA7A65CC}" dt="2026-02-03T04:13:38.156" v="43" actId="1076"/>
          <ac:spMkLst>
            <pc:docMk/>
            <pc:sldMk cId="2593872172" sldId="271"/>
            <ac:spMk id="7" creationId="{2757E460-06B7-765D-AD4B-1ED9001863A6}"/>
          </ac:spMkLst>
        </pc:spChg>
        <pc:spChg chg="add mod">
          <ac:chgData name="Srijith Radhakrishnan Nair" userId="e7670b58-30f0-4302-a424-dac10fc9e231" providerId="ADAL" clId="{C5643FB2-DA00-4608-98AE-6F04EA7A65CC}" dt="2026-02-03T04:14:16.411" v="81" actId="20577"/>
          <ac:spMkLst>
            <pc:docMk/>
            <pc:sldMk cId="2593872172" sldId="271"/>
            <ac:spMk id="8" creationId="{8256E89B-43C2-F763-6ACB-A36CF0EE00CE}"/>
          </ac:spMkLst>
        </pc:spChg>
        <pc:spChg chg="del mod">
          <ac:chgData name="Srijith Radhakrishnan Nair" userId="e7670b58-30f0-4302-a424-dac10fc9e231" providerId="ADAL" clId="{C5643FB2-DA00-4608-98AE-6F04EA7A65CC}" dt="2026-02-03T04:13:34.153" v="41" actId="478"/>
          <ac:spMkLst>
            <pc:docMk/>
            <pc:sldMk cId="2593872172" sldId="271"/>
            <ac:spMk id="21" creationId="{84AE20A8-939C-926F-53B9-0EF099269C02}"/>
          </ac:spMkLst>
        </pc:spChg>
        <pc:spChg chg="del">
          <ac:chgData name="Srijith Radhakrishnan Nair" userId="e7670b58-30f0-4302-a424-dac10fc9e231" providerId="ADAL" clId="{C5643FB2-DA00-4608-98AE-6F04EA7A65CC}" dt="2026-02-03T04:13:08.449" v="37" actId="478"/>
          <ac:spMkLst>
            <pc:docMk/>
            <pc:sldMk cId="2593872172" sldId="271"/>
            <ac:spMk id="31" creationId="{487221D0-F273-D58B-1FDF-77FBB179E66F}"/>
          </ac:spMkLst>
        </pc:spChg>
        <pc:picChg chg="del">
          <ac:chgData name="Srijith Radhakrishnan Nair" userId="e7670b58-30f0-4302-a424-dac10fc9e231" providerId="ADAL" clId="{C5643FB2-DA00-4608-98AE-6F04EA7A65CC}" dt="2026-02-03T04:13:10.525" v="38" actId="478"/>
          <ac:picMkLst>
            <pc:docMk/>
            <pc:sldMk cId="2593872172" sldId="271"/>
            <ac:picMk id="3" creationId="{B55558BA-E57A-BDFE-0C72-2451D55F54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C4287-F172-4A49-BEB9-6D7ABCD6FB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8C24B-203E-4258-92AC-F1DCF7E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005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CFAC-F380-7F37-1B78-E3718993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846FB-58AD-08C3-1608-4ECF84F1F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B1E0C-FBAB-334B-0747-8E0A837CD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taps each pair and makes it disappear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87001-6DE2-DC5D-5D86-E0FEC6A84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32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FE14-EDEF-7245-29D2-B6DB8D74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173A3-DF54-528B-B9A3-3D4B5925E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55C87-1D91-FA5E-6009-40862FD08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scrolls the ? Mark to type the answer or let the user use annotation tools to write the answer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D8B8-1E10-BC95-EDB0-BFC0F8F9E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37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Show Answer, Group the pair of red and blue buttons and make them disappear by a pop effect (sound)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274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983D-073A-C614-6EBE-67F81193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632D1-F095-4093-32F3-60520AA40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84C5A-0C1E-4407-1B43-C15D5A519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Show Answer, Group the pair of red and blue buttons and make them disappear by a pop effect and the ? mark is replaced by the number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6FD1-BB38-838F-D834-3B61E4A8A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53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CC90-8152-9552-C9FF-EF5BBA33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D0AE4-7735-AF40-9774-30723118D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8350B-5053-9D05-803E-D01A022E0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Playground mode, the user will have to add the chips. Tap the chips to add them. The user can type </a:t>
            </a:r>
            <a:r>
              <a:rPr lang="en-US"/>
              <a:t>the problem in the box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0F4C6-B19D-705F-27C1-A5A86F978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07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Type your addition problem button, a keypad opens up and the user can type the question. When the question is typed and clicked Done it shows the initial screen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1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CC22-5507-5720-5EBF-C54F03A3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ED081-B6D8-FA75-8C0B-8365B506B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C34CE-3360-1EBF-9852-25F3CE18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the number line, a feedback Lottie animation is shown for the correct and incorrect answer and the correct number of jumps are shown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C6D0-E0BD-E7BE-A403-F76DD01A4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91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4EF6-2E9E-57EE-1B98-6FD63ED0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E9821-B369-70A0-4708-958A7615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655B3-E939-137D-72FE-E2763983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the number line, a feedback Lottie animation is shown for the correct and incorrect answer and the correct number of jumps are shown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D6A4C-E1D6-E582-859B-E439968E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DEE6-53A5-D3FA-7CF1-03F0F412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7C251-6533-B885-E67D-2BE15997F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5B990-EC85-9D16-5EF1-26E51AEB8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the number line, a feedback Lottie animation is shown for the incorrect answer. When the Show Answer button is clicked, show the right answer with the correct number of jumps.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9F8F-9369-B262-77F4-F5972D8E3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81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7DBC-70A7-B0DD-2641-8603C7C6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D3A1C-8E4B-E8CF-BA8D-2C9A255E5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CEC16-D74E-F847-E2BC-3D042DDCF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user clicks on Hint, show the Hint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C972B-F71D-6DD3-1851-864C8B09D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8C24B-203E-4258-92AC-F1DCF7E6576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64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7BFF-5EF3-4381-EAE1-0BC6ACB59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02D06-FC50-302C-2540-E6D5CB4F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AC731-BA5C-1F7F-68F7-DB7D34DC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2BCE1-D0EB-CE8B-E0F4-26B6095D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85FDB-C8BD-E444-743A-C5A0A526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2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8D99-EAA6-90CB-DCEC-2632BFF5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48F1-94DB-64DA-E7E7-5D12265C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DB4D-A57A-314B-AA75-2824DF18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D259B-3D38-1F77-EEA8-5E86EEE7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0D46F-ECC6-CA93-346E-12A1F050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7B3-4694-9FB1-CC1D-58E995F2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A6BE3-B5DF-3C6F-97AF-397AC7C76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2C64-D16A-58E0-B61C-FE518678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579C-5207-F5C4-19C0-FCF44188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8C049-087A-5570-2615-46C4A1BD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85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BF6D-2987-BEDE-E985-150D8E8F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49F6-C763-285E-A0FF-10978A493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11C23-C115-58F4-7E0A-3C2C5ED03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4B92E-2F6C-6BBD-F7C3-8A5035CC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4F766-7BBA-069E-3EF8-E3657135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43A2D-32DC-BC5D-A976-FA02910D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74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A1FF-E846-5EE4-EAF1-375AE7B4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A98A-CEC6-9B8C-1F3F-54F8131B0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F1901-F024-CB0A-AE8D-D48B67106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57239-F330-00BB-FC87-7F9E3AE2E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4FCB0-A395-A7DA-2DE5-71146AA8E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13119-69EC-4CB4-D293-4C84995E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08157-3959-E20D-BF6F-E63D1A17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0A386-7486-64FD-DECC-142615BA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94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5652-32E8-08D4-C27F-66AA094B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E08DF-F678-22D4-58D1-EF211B9E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1645E-A1B1-4ACC-FAB2-33F2F440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ACDB9-2998-33DB-C159-35760F9A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54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C79EB-319F-E2D5-F605-09D5B168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52C95-7998-57AE-9587-BD4178C7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B5DF1-2B30-72C9-8936-DF967E4C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58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D908-2A01-CC36-82ED-9DBB71A84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E2985-D595-E481-E167-7DA76E3EC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3E02-AB9C-D4FF-D413-7C65D5014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E77B7-066C-C31C-F90C-97B3AE48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B3DD0-908A-A2CD-688E-2CEB51A0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CA17C-0BAA-64DD-8BC4-C7AF9B1E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87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B9CB-39D7-5A13-563D-9FBF76CD1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25BD3-983E-9CA5-4451-E3F88798B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E7B07-4CAB-F358-F85A-974199E18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549AE-67B9-6A95-3B9C-5F5A3AC1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CBDA7-B5ED-2337-2B13-3928F155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34149-44E1-D9AF-F275-DA62A08A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8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C4DA-CF43-6F46-B1A0-8714C3C1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52653-B732-5114-A0B8-F8B73B58B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D73CB-1525-BE2E-BA3E-698424F3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A3B5D-F9BA-8036-9997-C55B70D7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64FA-FDE3-1DB6-3500-CFE2825E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91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1AC3C-0213-96CA-52F3-8FCDDFC84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89B71-07B9-EEAD-9BF0-0DC1903B0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C1378-09AE-3F94-C9E4-7AF20FAB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99DF-07CB-65DF-455A-011FB648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9837-708E-6DC9-79F8-9B416B00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5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463B5-DCE1-BB8F-56C2-F10DD329F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B5A88-A192-F548-657C-D6A820B2C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1FBAE-1B31-C858-34D4-10F2FD701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282BB-BF33-4EEC-8DCB-B86ACCE33EC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45227-4D66-D65B-2818-4DBB320D8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6E7E-80D7-4AC5-3D0E-6CC4658B5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86E10-E494-4ADE-90E1-9D0A5CD3480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30B45-8FB5-EF96-65DE-5F45E8EC03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3425" y="6642100"/>
            <a:ext cx="59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51657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CBC2-8693-0D43-853B-C9A9CEF15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Widget – Addition of Integers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56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667A-11CE-572D-D87B-08404D0E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of Integers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310B-AE6F-F5DF-B1B6-5D3271283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6 Addition of Integers  </a:t>
            </a:r>
            <a:r>
              <a:rPr lang="en-IN" dirty="0"/>
              <a:t>tp-8278baad-c9b3-4533-9db6-1f32701d5418</a:t>
            </a:r>
          </a:p>
          <a:p>
            <a:endParaRPr lang="en-IN" dirty="0"/>
          </a:p>
          <a:p>
            <a:r>
              <a:rPr lang="en-IN" dirty="0"/>
              <a:t>The teacher uses chip method to show how integers can be added. She/he establishes that the sum of+1 and -1 is 0 through the cancellation of chips.</a:t>
            </a:r>
          </a:p>
          <a:p>
            <a:r>
              <a:rPr lang="en-IN" dirty="0"/>
              <a:t>The teacher reinforces the concept of addition as moving forward or backward depending on the integer to be added using the number line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01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D64FE59-DB8E-227B-2A11-D0575D09FC01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4C031DE-C9A5-3180-F1DF-B738525B4FFE}"/>
              </a:ext>
            </a:extLst>
          </p:cNvPr>
          <p:cNvSpPr/>
          <p:nvPr/>
        </p:nvSpPr>
        <p:spPr>
          <a:xfrm>
            <a:off x="528219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429EF8-5FBB-A78F-BF2D-781C500E0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8B665B9F-D43E-1FF3-AD99-11BDAA363CAB}"/>
              </a:ext>
            </a:extLst>
          </p:cNvPr>
          <p:cNvSpPr/>
          <p:nvPr/>
        </p:nvSpPr>
        <p:spPr>
          <a:xfrm>
            <a:off x="7081379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0EDFBE2-F7C7-2216-C183-148580E3BAC9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30457B78-327B-11C1-F111-BE5944696907}"/>
              </a:ext>
            </a:extLst>
          </p:cNvPr>
          <p:cNvSpPr/>
          <p:nvPr/>
        </p:nvSpPr>
        <p:spPr>
          <a:xfrm>
            <a:off x="5282197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BF1BC6FD-5A95-0EB5-1B0C-A906343113E5}"/>
              </a:ext>
            </a:extLst>
          </p:cNvPr>
          <p:cNvSpPr/>
          <p:nvPr/>
        </p:nvSpPr>
        <p:spPr>
          <a:xfrm>
            <a:off x="6181788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50437F8-840F-1061-D07B-620A9C3CDA52}"/>
              </a:ext>
            </a:extLst>
          </p:cNvPr>
          <p:cNvSpPr/>
          <p:nvPr/>
        </p:nvSpPr>
        <p:spPr>
          <a:xfrm>
            <a:off x="6210122" y="3751740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F7789EA9-B21D-C869-A8CC-6B019598D719}"/>
              </a:ext>
            </a:extLst>
          </p:cNvPr>
          <p:cNvSpPr/>
          <p:nvPr/>
        </p:nvSpPr>
        <p:spPr>
          <a:xfrm>
            <a:off x="713804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613AFF-B9D0-B818-A2E3-A97E3BA3B8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D3B8E18-6DD9-3E46-B882-2D4D29793280}"/>
              </a:ext>
            </a:extLst>
          </p:cNvPr>
          <p:cNvSpPr/>
          <p:nvPr/>
        </p:nvSpPr>
        <p:spPr>
          <a:xfrm>
            <a:off x="4082774" y="5681882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B14B397-E74F-8062-2062-D0D183F7D992}"/>
              </a:ext>
            </a:extLst>
          </p:cNvPr>
          <p:cNvSpPr/>
          <p:nvPr/>
        </p:nvSpPr>
        <p:spPr>
          <a:xfrm>
            <a:off x="9201191" y="563590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DFF03-AECF-568C-4421-8513144CB3CD}"/>
              </a:ext>
            </a:extLst>
          </p:cNvPr>
          <p:cNvSpPr txBox="1"/>
          <p:nvPr/>
        </p:nvSpPr>
        <p:spPr>
          <a:xfrm>
            <a:off x="3040257" y="4971324"/>
            <a:ext cx="4807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each pair of positive and negative chips.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389EBB-1142-5F00-70A4-EF98291A85F1}"/>
              </a:ext>
            </a:extLst>
          </p:cNvPr>
          <p:cNvSpPr/>
          <p:nvPr/>
        </p:nvSpPr>
        <p:spPr>
          <a:xfrm>
            <a:off x="157994" y="4614615"/>
            <a:ext cx="1487925" cy="570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Playground Mode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38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3045-F88B-4BC4-84CD-796231FD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B949250D-3A22-092D-3B27-E8A16968D974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D63B138-354B-78B3-9D1D-411BFD322BB0}"/>
              </a:ext>
            </a:extLst>
          </p:cNvPr>
          <p:cNvSpPr/>
          <p:nvPr/>
        </p:nvSpPr>
        <p:spPr>
          <a:xfrm>
            <a:off x="528219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C9059C-0E4E-56B6-824D-44846CD5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ACC870C-8021-9879-7E17-06BB1AD8CE4D}"/>
              </a:ext>
            </a:extLst>
          </p:cNvPr>
          <p:cNvSpPr/>
          <p:nvPr/>
        </p:nvSpPr>
        <p:spPr>
          <a:xfrm>
            <a:off x="7081379" y="2597230"/>
            <a:ext cx="660400" cy="609600"/>
          </a:xfrm>
          <a:prstGeom prst="flowChartConnector">
            <a:avLst/>
          </a:prstGeom>
          <a:solidFill>
            <a:srgbClr val="FF0000">
              <a:alpha val="1000"/>
            </a:srgb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E329B180-247F-D3B9-8F7A-4AAA5853C4E1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BC48BE8F-0968-A155-CA05-25113A1074C0}"/>
              </a:ext>
            </a:extLst>
          </p:cNvPr>
          <p:cNvSpPr/>
          <p:nvPr/>
        </p:nvSpPr>
        <p:spPr>
          <a:xfrm>
            <a:off x="5282197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EE8A9111-92BF-1821-CB42-B5716AEABA1B}"/>
              </a:ext>
            </a:extLst>
          </p:cNvPr>
          <p:cNvSpPr/>
          <p:nvPr/>
        </p:nvSpPr>
        <p:spPr>
          <a:xfrm>
            <a:off x="6181788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2FA2279-DFF5-8850-620F-1FF19A1FEA0C}"/>
              </a:ext>
            </a:extLst>
          </p:cNvPr>
          <p:cNvSpPr/>
          <p:nvPr/>
        </p:nvSpPr>
        <p:spPr>
          <a:xfrm>
            <a:off x="6210122" y="3751740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F5D487B1-1A35-19A2-43DF-FE4943E0B904}"/>
              </a:ext>
            </a:extLst>
          </p:cNvPr>
          <p:cNvSpPr/>
          <p:nvPr/>
        </p:nvSpPr>
        <p:spPr>
          <a:xfrm>
            <a:off x="7138047" y="3718303"/>
            <a:ext cx="660400" cy="609600"/>
          </a:xfrm>
          <a:prstGeom prst="flowChartConnector">
            <a:avLst/>
          </a:prstGeom>
          <a:solidFill>
            <a:schemeClr val="tx1">
              <a:alpha val="1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EDB419B-B44A-A1D1-E87F-B1E18E111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178" y="5895434"/>
            <a:ext cx="1776416" cy="784928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289C32-6DA9-BF63-789E-EBD0730AF1F0}"/>
              </a:ext>
            </a:extLst>
          </p:cNvPr>
          <p:cNvSpPr/>
          <p:nvPr/>
        </p:nvSpPr>
        <p:spPr>
          <a:xfrm>
            <a:off x="4155112" y="5890871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70B6D-9FB6-17AF-CF93-8061323F785B}"/>
              </a:ext>
            </a:extLst>
          </p:cNvPr>
          <p:cNvSpPr/>
          <p:nvPr/>
        </p:nvSpPr>
        <p:spPr>
          <a:xfrm>
            <a:off x="7081379" y="2476982"/>
            <a:ext cx="717068" cy="200242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F83106-E937-680D-CE48-4892FC2D31E3}"/>
              </a:ext>
            </a:extLst>
          </p:cNvPr>
          <p:cNvSpPr/>
          <p:nvPr/>
        </p:nvSpPr>
        <p:spPr>
          <a:xfrm>
            <a:off x="9166467" y="580952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94E202-86C9-C63D-E07F-FB827026386B}"/>
              </a:ext>
            </a:extLst>
          </p:cNvPr>
          <p:cNvSpPr/>
          <p:nvPr/>
        </p:nvSpPr>
        <p:spPr>
          <a:xfrm>
            <a:off x="157994" y="4614615"/>
            <a:ext cx="1487925" cy="570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Playground Mode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01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B40B-D39D-F488-CA0B-FC6F749B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13ED417-DBF3-60B2-9D88-AB267B95483F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6825D1-63E8-19E3-FA34-99FB81623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589"/>
          <a:stretch>
            <a:fillRect/>
          </a:stretch>
        </p:blipFill>
        <p:spPr>
          <a:xfrm>
            <a:off x="238752" y="211075"/>
            <a:ext cx="7559695" cy="570102"/>
          </a:xfrm>
          <a:prstGeom prst="rect">
            <a:avLst/>
          </a:prstGeom>
        </p:spPr>
      </p:pic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A520D33-4AAB-DA22-7FB2-C63EAE31BC34}"/>
              </a:ext>
            </a:extLst>
          </p:cNvPr>
          <p:cNvSpPr/>
          <p:nvPr/>
        </p:nvSpPr>
        <p:spPr>
          <a:xfrm>
            <a:off x="7081379" y="2597230"/>
            <a:ext cx="660400" cy="609600"/>
          </a:xfrm>
          <a:prstGeom prst="flowChartConnector">
            <a:avLst/>
          </a:prstGeom>
          <a:solidFill>
            <a:srgbClr val="FF0000">
              <a:alpha val="1000"/>
            </a:srgb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C4CE067-3474-6568-2B26-0EA90B4BE2FA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F69EB0A-7244-A04A-0062-1BDD26920665}"/>
              </a:ext>
            </a:extLst>
          </p:cNvPr>
          <p:cNvSpPr/>
          <p:nvPr/>
        </p:nvSpPr>
        <p:spPr>
          <a:xfrm>
            <a:off x="7138047" y="3718303"/>
            <a:ext cx="660400" cy="609600"/>
          </a:xfrm>
          <a:prstGeom prst="flowChartConnector">
            <a:avLst/>
          </a:prstGeom>
          <a:solidFill>
            <a:schemeClr val="tx1">
              <a:alpha val="1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1FC62CB-02A6-D496-8F7E-FB365BBDD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178" y="5895434"/>
            <a:ext cx="1776416" cy="784928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EC6724B-C750-6A55-6AA4-CB856F7059FE}"/>
              </a:ext>
            </a:extLst>
          </p:cNvPr>
          <p:cNvSpPr/>
          <p:nvPr/>
        </p:nvSpPr>
        <p:spPr>
          <a:xfrm>
            <a:off x="4155112" y="5890871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8F63B0-F7B1-3C46-0C9F-77C8950DFD70}"/>
              </a:ext>
            </a:extLst>
          </p:cNvPr>
          <p:cNvSpPr/>
          <p:nvPr/>
        </p:nvSpPr>
        <p:spPr>
          <a:xfrm>
            <a:off x="9166467" y="580952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3DCC716-9BFF-8B3D-6CA3-196D1D57C76D}"/>
              </a:ext>
            </a:extLst>
          </p:cNvPr>
          <p:cNvSpPr/>
          <p:nvPr/>
        </p:nvSpPr>
        <p:spPr>
          <a:xfrm>
            <a:off x="6177507" y="2597230"/>
            <a:ext cx="660400" cy="609600"/>
          </a:xfrm>
          <a:prstGeom prst="flowChartConnector">
            <a:avLst/>
          </a:prstGeom>
          <a:solidFill>
            <a:srgbClr val="FF0000">
              <a:alpha val="1000"/>
            </a:srgb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1512626-F954-0016-0C42-63A913296B16}"/>
              </a:ext>
            </a:extLst>
          </p:cNvPr>
          <p:cNvSpPr/>
          <p:nvPr/>
        </p:nvSpPr>
        <p:spPr>
          <a:xfrm>
            <a:off x="6234175" y="3718303"/>
            <a:ext cx="660400" cy="609600"/>
          </a:xfrm>
          <a:prstGeom prst="flowChartConnector">
            <a:avLst/>
          </a:prstGeom>
          <a:solidFill>
            <a:schemeClr val="tx1">
              <a:alpha val="1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784122A-4E02-F8E5-526D-C935A68EC1E2}"/>
              </a:ext>
            </a:extLst>
          </p:cNvPr>
          <p:cNvSpPr/>
          <p:nvPr/>
        </p:nvSpPr>
        <p:spPr>
          <a:xfrm>
            <a:off x="5246714" y="2597230"/>
            <a:ext cx="660400" cy="609600"/>
          </a:xfrm>
          <a:prstGeom prst="flowChartConnector">
            <a:avLst/>
          </a:prstGeom>
          <a:solidFill>
            <a:srgbClr val="FF0000">
              <a:alpha val="1000"/>
            </a:srgb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445DACF-50AC-94F7-287D-C9BE26B94C5C}"/>
              </a:ext>
            </a:extLst>
          </p:cNvPr>
          <p:cNvSpPr/>
          <p:nvPr/>
        </p:nvSpPr>
        <p:spPr>
          <a:xfrm>
            <a:off x="5303382" y="3718303"/>
            <a:ext cx="660400" cy="609600"/>
          </a:xfrm>
          <a:prstGeom prst="flowChartConnector">
            <a:avLst/>
          </a:prstGeom>
          <a:solidFill>
            <a:schemeClr val="tx1">
              <a:alpha val="1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732E46-3AC8-80FE-C692-CC1FEEBA7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979" y="316293"/>
            <a:ext cx="3835088" cy="2059990"/>
          </a:xfrm>
          <a:prstGeom prst="rect">
            <a:avLst/>
          </a:prstGeom>
        </p:spPr>
      </p:pic>
      <p:sp>
        <p:nvSpPr>
          <p:cNvPr id="12" name="Callout: Line 11">
            <a:extLst>
              <a:ext uri="{FF2B5EF4-FFF2-40B4-BE49-F238E27FC236}">
                <a16:creationId xmlns:a16="http://schemas.microsoft.com/office/drawing/2014/main" id="{BCAA2B31-1546-001F-F709-5828CA461C54}"/>
              </a:ext>
            </a:extLst>
          </p:cNvPr>
          <p:cNvSpPr/>
          <p:nvPr/>
        </p:nvSpPr>
        <p:spPr>
          <a:xfrm>
            <a:off x="8796856" y="577589"/>
            <a:ext cx="2829087" cy="1512468"/>
          </a:xfrm>
          <a:prstGeom prst="borderCallout1">
            <a:avLst>
              <a:gd name="adj1" fmla="val 18750"/>
              <a:gd name="adj2" fmla="val -8333"/>
              <a:gd name="adj3" fmla="val 53039"/>
              <a:gd name="adj4" fmla="val -569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to developer Use numpad or let the user annotate to write the </a:t>
            </a:r>
            <a:r>
              <a:rPr lang="en-US" dirty="0" err="1"/>
              <a:t>answrer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D5E586-FC79-5743-C636-24F4C464EDAB}"/>
              </a:ext>
            </a:extLst>
          </p:cNvPr>
          <p:cNvSpPr/>
          <p:nvPr/>
        </p:nvSpPr>
        <p:spPr>
          <a:xfrm>
            <a:off x="157994" y="4614615"/>
            <a:ext cx="1487925" cy="570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Playground Mode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2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B4A9-9FCD-886B-EDD6-DFB9BABA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983A169-EFC7-F370-D322-5981F5C9DCDD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DF6A70C-F4FA-1E49-AF2C-27920F21EF8C}"/>
              </a:ext>
            </a:extLst>
          </p:cNvPr>
          <p:cNvSpPr/>
          <p:nvPr/>
        </p:nvSpPr>
        <p:spPr>
          <a:xfrm>
            <a:off x="528219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447AD3-FB4A-E44B-D66A-A0976BA88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28DAE1D3-0344-27C3-74BD-093C4CA64906}"/>
              </a:ext>
            </a:extLst>
          </p:cNvPr>
          <p:cNvSpPr/>
          <p:nvPr/>
        </p:nvSpPr>
        <p:spPr>
          <a:xfrm>
            <a:off x="7081379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4E3160A9-8BF3-B37F-0973-DB9E40212184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F1A3BC42-7538-CD73-EF1E-AA8890EA495A}"/>
              </a:ext>
            </a:extLst>
          </p:cNvPr>
          <p:cNvSpPr/>
          <p:nvPr/>
        </p:nvSpPr>
        <p:spPr>
          <a:xfrm>
            <a:off x="5282197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BC4E3B16-E84D-6654-5D41-75879F450067}"/>
              </a:ext>
            </a:extLst>
          </p:cNvPr>
          <p:cNvSpPr/>
          <p:nvPr/>
        </p:nvSpPr>
        <p:spPr>
          <a:xfrm>
            <a:off x="6181788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31BB1B6-2984-57B7-56C1-50E7F1D779A9}"/>
              </a:ext>
            </a:extLst>
          </p:cNvPr>
          <p:cNvSpPr/>
          <p:nvPr/>
        </p:nvSpPr>
        <p:spPr>
          <a:xfrm>
            <a:off x="6210122" y="3751740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0954E1D-C779-4922-2BE9-EE9A66037B78}"/>
              </a:ext>
            </a:extLst>
          </p:cNvPr>
          <p:cNvSpPr/>
          <p:nvPr/>
        </p:nvSpPr>
        <p:spPr>
          <a:xfrm>
            <a:off x="713804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1FEC99B-D097-5921-0CF8-8296AC592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178" y="5895434"/>
            <a:ext cx="1776416" cy="784928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10616F-41CA-E3EB-B638-5654407B528A}"/>
              </a:ext>
            </a:extLst>
          </p:cNvPr>
          <p:cNvSpPr/>
          <p:nvPr/>
        </p:nvSpPr>
        <p:spPr>
          <a:xfrm>
            <a:off x="4155112" y="5890871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B1D2E-E8F8-9E5E-B3E6-10DC1BE53C9D}"/>
              </a:ext>
            </a:extLst>
          </p:cNvPr>
          <p:cNvSpPr/>
          <p:nvPr/>
        </p:nvSpPr>
        <p:spPr>
          <a:xfrm>
            <a:off x="7081379" y="2476982"/>
            <a:ext cx="717068" cy="200242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4FCD7E-44F0-52D2-ECCA-02227B122C47}"/>
              </a:ext>
            </a:extLst>
          </p:cNvPr>
          <p:cNvSpPr/>
          <p:nvPr/>
        </p:nvSpPr>
        <p:spPr>
          <a:xfrm>
            <a:off x="9166467" y="580952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2FC2AA-9D77-21C7-FD63-E36230EF07F9}"/>
              </a:ext>
            </a:extLst>
          </p:cNvPr>
          <p:cNvSpPr/>
          <p:nvPr/>
        </p:nvSpPr>
        <p:spPr>
          <a:xfrm>
            <a:off x="157994" y="4614615"/>
            <a:ext cx="1487925" cy="570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Playground Mode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05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1B9C-5272-DF4A-AB1E-E1985015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9FCC8A7-950E-84CC-DA7B-30EA7CF444B4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CD542B-D6B0-0BEE-1E4A-E514FBA77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8BA3D2CA-FE89-272D-25AA-AC5609A7BBEF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7C297E2-0498-8B46-AFD1-5A62B4A41C52}"/>
              </a:ext>
            </a:extLst>
          </p:cNvPr>
          <p:cNvSpPr/>
          <p:nvPr/>
        </p:nvSpPr>
        <p:spPr>
          <a:xfrm>
            <a:off x="4155112" y="5890871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982F97-65F9-6EAB-589D-2CF4365DFFA6}"/>
              </a:ext>
            </a:extLst>
          </p:cNvPr>
          <p:cNvSpPr/>
          <p:nvPr/>
        </p:nvSpPr>
        <p:spPr>
          <a:xfrm>
            <a:off x="6096000" y="1207368"/>
            <a:ext cx="983848" cy="84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306EE8"/>
                </a:solidFill>
              </a:rPr>
              <a:t>2</a:t>
            </a:r>
            <a:endParaRPr lang="en-IN" sz="5400" b="1" dirty="0">
              <a:solidFill>
                <a:srgbClr val="306EE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C9BA1-B728-7668-D3D0-BD5373C486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18" t="-18195"/>
          <a:stretch>
            <a:fillRect/>
          </a:stretch>
        </p:blipFill>
        <p:spPr>
          <a:xfrm>
            <a:off x="1435261" y="5752618"/>
            <a:ext cx="2092446" cy="9277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1226E9-78FE-6074-9082-3FCDB2BEEE94}"/>
              </a:ext>
            </a:extLst>
          </p:cNvPr>
          <p:cNvSpPr/>
          <p:nvPr/>
        </p:nvSpPr>
        <p:spPr>
          <a:xfrm>
            <a:off x="9166467" y="5890871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07518C-8AE0-22D0-9490-104BE3B50FEB}"/>
              </a:ext>
            </a:extLst>
          </p:cNvPr>
          <p:cNvSpPr/>
          <p:nvPr/>
        </p:nvSpPr>
        <p:spPr>
          <a:xfrm>
            <a:off x="157994" y="4614615"/>
            <a:ext cx="1487925" cy="570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Playground Mode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0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804C-C111-5FF4-49BA-9AFEF535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B775CDA-7B3E-05B5-7ED8-EE5BF23C5814}"/>
              </a:ext>
            </a:extLst>
          </p:cNvPr>
          <p:cNvSpPr/>
          <p:nvPr/>
        </p:nvSpPr>
        <p:spPr>
          <a:xfrm>
            <a:off x="612396" y="248547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92159E-811E-8E62-9B59-00D51CA21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059082-DECB-3996-67C9-7CFC0CA51A38}"/>
              </a:ext>
            </a:extLst>
          </p:cNvPr>
          <p:cNvSpPr/>
          <p:nvPr/>
        </p:nvSpPr>
        <p:spPr>
          <a:xfrm>
            <a:off x="6096000" y="1207368"/>
            <a:ext cx="983848" cy="84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306EE8"/>
                </a:solidFill>
              </a:rPr>
              <a:t>2</a:t>
            </a:r>
            <a:endParaRPr lang="en-IN" sz="5400" b="1" dirty="0">
              <a:solidFill>
                <a:srgbClr val="306EE8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8FE8E1-A118-DEEA-D6DF-1450DFC5A8A3}"/>
              </a:ext>
            </a:extLst>
          </p:cNvPr>
          <p:cNvSpPr/>
          <p:nvPr/>
        </p:nvSpPr>
        <p:spPr>
          <a:xfrm>
            <a:off x="9166467" y="5890871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484C26-5C70-D86B-8DC3-44FCA6FC25F3}"/>
              </a:ext>
            </a:extLst>
          </p:cNvPr>
          <p:cNvSpPr/>
          <p:nvPr/>
        </p:nvSpPr>
        <p:spPr>
          <a:xfrm>
            <a:off x="198634" y="4598108"/>
            <a:ext cx="1487925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Playground Mode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757E460-06B7-765D-AD4B-1ED9001863A6}"/>
              </a:ext>
            </a:extLst>
          </p:cNvPr>
          <p:cNvSpPr/>
          <p:nvPr/>
        </p:nvSpPr>
        <p:spPr>
          <a:xfrm>
            <a:off x="612396" y="363702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6E89B-43C2-F763-6ACB-A36CF0EE00CE}"/>
              </a:ext>
            </a:extLst>
          </p:cNvPr>
          <p:cNvSpPr txBox="1"/>
          <p:nvPr/>
        </p:nvSpPr>
        <p:spPr>
          <a:xfrm>
            <a:off x="325120" y="6175922"/>
            <a:ext cx="521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chips to add them.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87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2CD46-7B4D-35F4-45FE-8D8C8033B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3379BD2-3005-774E-CDC1-AD1E8187387D}"/>
              </a:ext>
            </a:extLst>
          </p:cNvPr>
          <p:cNvSpPr/>
          <p:nvPr/>
        </p:nvSpPr>
        <p:spPr>
          <a:xfrm>
            <a:off x="3494712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3C5C88B-D920-8A6E-4B02-B65974583481}"/>
              </a:ext>
            </a:extLst>
          </p:cNvPr>
          <p:cNvSpPr/>
          <p:nvPr/>
        </p:nvSpPr>
        <p:spPr>
          <a:xfrm>
            <a:off x="528219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B22CD5-24C0-88FB-CD48-6FC8FA092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" y="177638"/>
            <a:ext cx="7559695" cy="1874682"/>
          </a:xfrm>
          <a:prstGeom prst="rect">
            <a:avLst/>
          </a:prstGeom>
        </p:spPr>
      </p:pic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21957893-1B5B-43D8-DF78-0E95DC1B6621}"/>
              </a:ext>
            </a:extLst>
          </p:cNvPr>
          <p:cNvSpPr/>
          <p:nvPr/>
        </p:nvSpPr>
        <p:spPr>
          <a:xfrm>
            <a:off x="7081379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5E85A4C2-6197-A0B3-B21A-0E67C033B214}"/>
              </a:ext>
            </a:extLst>
          </p:cNvPr>
          <p:cNvSpPr/>
          <p:nvPr/>
        </p:nvSpPr>
        <p:spPr>
          <a:xfrm>
            <a:off x="4341916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78D72BEC-09CB-061A-D2E7-25045675B86B}"/>
              </a:ext>
            </a:extLst>
          </p:cNvPr>
          <p:cNvSpPr/>
          <p:nvPr/>
        </p:nvSpPr>
        <p:spPr>
          <a:xfrm>
            <a:off x="5282197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9BB1862-600A-E5E3-A8CE-BD5922BEF04D}"/>
              </a:ext>
            </a:extLst>
          </p:cNvPr>
          <p:cNvSpPr/>
          <p:nvPr/>
        </p:nvSpPr>
        <p:spPr>
          <a:xfrm>
            <a:off x="6181788" y="2597230"/>
            <a:ext cx="660400" cy="6096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BB042FD-4721-DEF5-4091-88D713C4CA79}"/>
              </a:ext>
            </a:extLst>
          </p:cNvPr>
          <p:cNvSpPr/>
          <p:nvPr/>
        </p:nvSpPr>
        <p:spPr>
          <a:xfrm>
            <a:off x="6210122" y="3751740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02BC5D2B-9168-9E0E-B364-AD0C4A803B67}"/>
              </a:ext>
            </a:extLst>
          </p:cNvPr>
          <p:cNvSpPr/>
          <p:nvPr/>
        </p:nvSpPr>
        <p:spPr>
          <a:xfrm>
            <a:off x="7138047" y="3718303"/>
            <a:ext cx="660400" cy="6096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1A1EA9B-DDB1-C1B1-E538-4725A0697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7A91C2-A3D2-52FA-A58D-E6B0D1F744E6}"/>
              </a:ext>
            </a:extLst>
          </p:cNvPr>
          <p:cNvSpPr/>
          <p:nvPr/>
        </p:nvSpPr>
        <p:spPr>
          <a:xfrm>
            <a:off x="6304785" y="5636549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39BDA8-D2D2-418C-E5CD-E077706E20E4}"/>
              </a:ext>
            </a:extLst>
          </p:cNvPr>
          <p:cNvSpPr/>
          <p:nvPr/>
        </p:nvSpPr>
        <p:spPr>
          <a:xfrm>
            <a:off x="3240229" y="5647802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3A61608-509F-B903-FD4E-5D5ADDDAA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75"/>
          <a:stretch>
            <a:fillRect/>
          </a:stretch>
        </p:blipFill>
        <p:spPr>
          <a:xfrm>
            <a:off x="9321248" y="2893671"/>
            <a:ext cx="2217612" cy="3286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95FED6-6BAE-BB6B-A8E0-CE518405475D}"/>
              </a:ext>
            </a:extLst>
          </p:cNvPr>
          <p:cNvSpPr/>
          <p:nvPr/>
        </p:nvSpPr>
        <p:spPr>
          <a:xfrm>
            <a:off x="45065" y="0"/>
            <a:ext cx="11988941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5F3FC-9B0B-0DE9-1D6D-5391F55FCA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75"/>
          <a:stretch>
            <a:fillRect/>
          </a:stretch>
        </p:blipFill>
        <p:spPr>
          <a:xfrm>
            <a:off x="8299048" y="780503"/>
            <a:ext cx="3239812" cy="480074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92516C-C347-B468-EF55-C2F1D12C5F4A}"/>
              </a:ext>
            </a:extLst>
          </p:cNvPr>
          <p:cNvSpPr/>
          <p:nvPr/>
        </p:nvSpPr>
        <p:spPr>
          <a:xfrm>
            <a:off x="8738337" y="601776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32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FEDB-6128-4F1F-8571-3CB6A055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94C37E1-580C-BC3D-3E54-A67302171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F761BD-CBF1-D193-C1E6-1A4EA574187A}"/>
              </a:ext>
            </a:extLst>
          </p:cNvPr>
          <p:cNvSpPr/>
          <p:nvPr/>
        </p:nvSpPr>
        <p:spPr>
          <a:xfrm>
            <a:off x="4082774" y="5681882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1FEE26-6767-4937-538B-366BCDCBB3FF}"/>
              </a:ext>
            </a:extLst>
          </p:cNvPr>
          <p:cNvSpPr/>
          <p:nvPr/>
        </p:nvSpPr>
        <p:spPr>
          <a:xfrm>
            <a:off x="9201191" y="563590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20BD6-E925-FAA0-3B94-CFE1BEF786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412"/>
          <a:stretch>
            <a:fillRect/>
          </a:stretch>
        </p:blipFill>
        <p:spPr>
          <a:xfrm>
            <a:off x="1134319" y="115520"/>
            <a:ext cx="7175483" cy="1226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1AF3D8-C467-D792-8EAD-3A2DFDE54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4" y="2946250"/>
            <a:ext cx="9035181" cy="96550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88CE78C-1573-62D9-BA0B-FEF62D4F9A71}"/>
              </a:ext>
            </a:extLst>
          </p:cNvPr>
          <p:cNvSpPr/>
          <p:nvPr/>
        </p:nvSpPr>
        <p:spPr>
          <a:xfrm>
            <a:off x="4768770" y="3217762"/>
            <a:ext cx="208344" cy="21123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273F0-CC83-D5CC-BE75-2C074AD92AD7}"/>
              </a:ext>
            </a:extLst>
          </p:cNvPr>
          <p:cNvSpPr txBox="1"/>
          <p:nvPr/>
        </p:nvSpPr>
        <p:spPr>
          <a:xfrm>
            <a:off x="4467828" y="2777924"/>
            <a:ext cx="76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DABAF-8718-6C31-2544-3E989EAB29C9}"/>
              </a:ext>
            </a:extLst>
          </p:cNvPr>
          <p:cNvSpPr txBox="1"/>
          <p:nvPr/>
        </p:nvSpPr>
        <p:spPr>
          <a:xfrm>
            <a:off x="3229336" y="2078185"/>
            <a:ext cx="717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answer on the number line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CEAF46-FE5D-73E1-858E-75AE3146FCAE}"/>
              </a:ext>
            </a:extLst>
          </p:cNvPr>
          <p:cNvSpPr/>
          <p:nvPr/>
        </p:nvSpPr>
        <p:spPr>
          <a:xfrm>
            <a:off x="2873828" y="5681882"/>
            <a:ext cx="98854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Hint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83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D5E5-1641-4987-A497-DB2AE389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5856B26-454E-BCD5-3DEC-C7645BB5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268CF8F-A4D6-8A59-6D3E-4A5300774AA3}"/>
              </a:ext>
            </a:extLst>
          </p:cNvPr>
          <p:cNvSpPr/>
          <p:nvPr/>
        </p:nvSpPr>
        <p:spPr>
          <a:xfrm>
            <a:off x="4082774" y="5681882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1C0F8D-C5B0-FA35-E3AF-954B80894C4C}"/>
              </a:ext>
            </a:extLst>
          </p:cNvPr>
          <p:cNvSpPr/>
          <p:nvPr/>
        </p:nvSpPr>
        <p:spPr>
          <a:xfrm>
            <a:off x="9201191" y="563590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C1BBF3-0D1B-D5D9-91E0-C2CB51F0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412"/>
          <a:stretch>
            <a:fillRect/>
          </a:stretch>
        </p:blipFill>
        <p:spPr>
          <a:xfrm>
            <a:off x="1134319" y="115520"/>
            <a:ext cx="7175483" cy="1226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E0E0C3-2BB5-D02A-FFAA-907BFFAE5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4" y="2946250"/>
            <a:ext cx="9035181" cy="96550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C5BB724-28EF-6BEF-0566-8B79DA79C3F4}"/>
              </a:ext>
            </a:extLst>
          </p:cNvPr>
          <p:cNvSpPr/>
          <p:nvPr/>
        </p:nvSpPr>
        <p:spPr>
          <a:xfrm>
            <a:off x="4768770" y="3217762"/>
            <a:ext cx="208344" cy="21123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2D605-10AB-D9F1-5443-62BEAB666A3A}"/>
              </a:ext>
            </a:extLst>
          </p:cNvPr>
          <p:cNvSpPr txBox="1"/>
          <p:nvPr/>
        </p:nvSpPr>
        <p:spPr>
          <a:xfrm>
            <a:off x="4467828" y="2777924"/>
            <a:ext cx="76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9AD69-47C7-2BE3-4633-44A6E2568343}"/>
              </a:ext>
            </a:extLst>
          </p:cNvPr>
          <p:cNvSpPr txBox="1"/>
          <p:nvPr/>
        </p:nvSpPr>
        <p:spPr>
          <a:xfrm>
            <a:off x="3229336" y="2078185"/>
            <a:ext cx="717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answer on the number line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88EF55-B48E-5298-621A-00B0180B2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035" y="457236"/>
            <a:ext cx="3258857" cy="1993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DD15D1-9C7D-D91A-B962-DCCF753A2E6E}"/>
              </a:ext>
            </a:extLst>
          </p:cNvPr>
          <p:cNvSpPr txBox="1"/>
          <p:nvPr/>
        </p:nvSpPr>
        <p:spPr>
          <a:xfrm>
            <a:off x="6966983" y="457236"/>
            <a:ext cx="185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That’s correct!</a:t>
            </a:r>
            <a:endParaRPr lang="en-IN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9136083-DB80-3E0A-6356-5F3D8AAEA456}"/>
              </a:ext>
            </a:extLst>
          </p:cNvPr>
          <p:cNvSpPr/>
          <p:nvPr/>
        </p:nvSpPr>
        <p:spPr>
          <a:xfrm>
            <a:off x="4843305" y="3014084"/>
            <a:ext cx="2381460" cy="278794"/>
          </a:xfrm>
          <a:custGeom>
            <a:avLst/>
            <a:gdLst>
              <a:gd name="csX0" fmla="*/ 0 w 2381460"/>
              <a:gd name="csY0" fmla="*/ 216461 h 278794"/>
              <a:gd name="csX1" fmla="*/ 125605 w 2381460"/>
              <a:gd name="csY1" fmla="*/ 70760 h 278794"/>
              <a:gd name="csX2" fmla="*/ 356717 w 2381460"/>
              <a:gd name="csY2" fmla="*/ 50663 h 278794"/>
              <a:gd name="csX3" fmla="*/ 417007 w 2381460"/>
              <a:gd name="csY3" fmla="*/ 231534 h 278794"/>
              <a:gd name="csX4" fmla="*/ 567732 w 2381460"/>
              <a:gd name="csY4" fmla="*/ 40615 h 278794"/>
              <a:gd name="csX5" fmla="*/ 733530 w 2381460"/>
              <a:gd name="csY5" fmla="*/ 55687 h 278794"/>
              <a:gd name="csX6" fmla="*/ 813917 w 2381460"/>
              <a:gd name="csY6" fmla="*/ 266703 h 278794"/>
              <a:gd name="csX7" fmla="*/ 949570 w 2381460"/>
              <a:gd name="csY7" fmla="*/ 25542 h 278794"/>
              <a:gd name="csX8" fmla="*/ 1150537 w 2381460"/>
              <a:gd name="csY8" fmla="*/ 121002 h 278794"/>
              <a:gd name="csX9" fmla="*/ 1200779 w 2381460"/>
              <a:gd name="csY9" fmla="*/ 251630 h 278794"/>
              <a:gd name="csX10" fmla="*/ 1346480 w 2381460"/>
              <a:gd name="csY10" fmla="*/ 421 h 278794"/>
              <a:gd name="csX11" fmla="*/ 1597688 w 2381460"/>
              <a:gd name="csY11" fmla="*/ 211437 h 278794"/>
              <a:gd name="csX12" fmla="*/ 1587640 w 2381460"/>
              <a:gd name="csY12" fmla="*/ 266703 h 278794"/>
              <a:gd name="csX13" fmla="*/ 1708220 w 2381460"/>
              <a:gd name="csY13" fmla="*/ 5446 h 278794"/>
              <a:gd name="csX14" fmla="*/ 1929284 w 2381460"/>
              <a:gd name="csY14" fmla="*/ 100905 h 278794"/>
              <a:gd name="csX15" fmla="*/ 1974502 w 2381460"/>
              <a:gd name="csY15" fmla="*/ 236558 h 278794"/>
              <a:gd name="csX16" fmla="*/ 2105130 w 2381460"/>
              <a:gd name="csY16" fmla="*/ 10470 h 278794"/>
              <a:gd name="csX17" fmla="*/ 2326194 w 2381460"/>
              <a:gd name="csY17" fmla="*/ 100905 h 278794"/>
              <a:gd name="csX18" fmla="*/ 2381460 w 2381460"/>
              <a:gd name="csY18" fmla="*/ 266703 h 2787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381460" h="278794">
                <a:moveTo>
                  <a:pt x="0" y="216461"/>
                </a:moveTo>
                <a:cubicBezTo>
                  <a:pt x="33076" y="157427"/>
                  <a:pt x="66152" y="98393"/>
                  <a:pt x="125605" y="70760"/>
                </a:cubicBezTo>
                <a:cubicBezTo>
                  <a:pt x="185058" y="43127"/>
                  <a:pt x="308150" y="23867"/>
                  <a:pt x="356717" y="50663"/>
                </a:cubicBezTo>
                <a:cubicBezTo>
                  <a:pt x="405284" y="77459"/>
                  <a:pt x="381838" y="233209"/>
                  <a:pt x="417007" y="231534"/>
                </a:cubicBezTo>
                <a:cubicBezTo>
                  <a:pt x="452176" y="229859"/>
                  <a:pt x="514978" y="69923"/>
                  <a:pt x="567732" y="40615"/>
                </a:cubicBezTo>
                <a:cubicBezTo>
                  <a:pt x="620486" y="11307"/>
                  <a:pt x="692499" y="18006"/>
                  <a:pt x="733530" y="55687"/>
                </a:cubicBezTo>
                <a:cubicBezTo>
                  <a:pt x="774561" y="93368"/>
                  <a:pt x="777910" y="271727"/>
                  <a:pt x="813917" y="266703"/>
                </a:cubicBezTo>
                <a:cubicBezTo>
                  <a:pt x="849924" y="261679"/>
                  <a:pt x="893467" y="49825"/>
                  <a:pt x="949570" y="25542"/>
                </a:cubicBezTo>
                <a:cubicBezTo>
                  <a:pt x="1005673" y="1259"/>
                  <a:pt x="1108669" y="83321"/>
                  <a:pt x="1150537" y="121002"/>
                </a:cubicBezTo>
                <a:cubicBezTo>
                  <a:pt x="1192405" y="158683"/>
                  <a:pt x="1168122" y="271727"/>
                  <a:pt x="1200779" y="251630"/>
                </a:cubicBezTo>
                <a:cubicBezTo>
                  <a:pt x="1233436" y="231533"/>
                  <a:pt x="1280329" y="7120"/>
                  <a:pt x="1346480" y="421"/>
                </a:cubicBezTo>
                <a:cubicBezTo>
                  <a:pt x="1412631" y="-6278"/>
                  <a:pt x="1557495" y="167057"/>
                  <a:pt x="1597688" y="211437"/>
                </a:cubicBezTo>
                <a:cubicBezTo>
                  <a:pt x="1637881" y="255817"/>
                  <a:pt x="1569218" y="301035"/>
                  <a:pt x="1587640" y="266703"/>
                </a:cubicBezTo>
                <a:cubicBezTo>
                  <a:pt x="1606062" y="232371"/>
                  <a:pt x="1651279" y="33079"/>
                  <a:pt x="1708220" y="5446"/>
                </a:cubicBezTo>
                <a:cubicBezTo>
                  <a:pt x="1765161" y="-22187"/>
                  <a:pt x="1884904" y="62386"/>
                  <a:pt x="1929284" y="100905"/>
                </a:cubicBezTo>
                <a:cubicBezTo>
                  <a:pt x="1973664" y="139424"/>
                  <a:pt x="1945194" y="251631"/>
                  <a:pt x="1974502" y="236558"/>
                </a:cubicBezTo>
                <a:cubicBezTo>
                  <a:pt x="2003810" y="221486"/>
                  <a:pt x="2046515" y="33079"/>
                  <a:pt x="2105130" y="10470"/>
                </a:cubicBezTo>
                <a:cubicBezTo>
                  <a:pt x="2163745" y="-12139"/>
                  <a:pt x="2280139" y="58200"/>
                  <a:pt x="2326194" y="100905"/>
                </a:cubicBezTo>
                <a:cubicBezTo>
                  <a:pt x="2372249" y="143610"/>
                  <a:pt x="2376854" y="205156"/>
                  <a:pt x="2381460" y="2667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91A77-F9BD-10CA-CAEA-9777B9658B69}"/>
              </a:ext>
            </a:extLst>
          </p:cNvPr>
          <p:cNvSpPr/>
          <p:nvPr/>
        </p:nvSpPr>
        <p:spPr>
          <a:xfrm>
            <a:off x="5257088" y="808884"/>
            <a:ext cx="587829" cy="600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>
                <a:solidFill>
                  <a:srgbClr val="306EE8"/>
                </a:solidFill>
              </a:rPr>
              <a:t>4</a:t>
            </a:r>
            <a:endParaRPr lang="en-IN" sz="3500" b="1" dirty="0">
              <a:solidFill>
                <a:srgbClr val="306EE8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489A5D-C8B2-4955-D3DB-988A8F342F78}"/>
              </a:ext>
            </a:extLst>
          </p:cNvPr>
          <p:cNvSpPr/>
          <p:nvPr/>
        </p:nvSpPr>
        <p:spPr>
          <a:xfrm>
            <a:off x="2873828" y="5681882"/>
            <a:ext cx="98854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Hint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4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7EC5-E0DB-708C-E780-9BAA0590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0DEEE898-F409-8B0A-D9F4-3D8EEAAE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A540F5-1B34-220B-F951-5639DB2E0252}"/>
              </a:ext>
            </a:extLst>
          </p:cNvPr>
          <p:cNvSpPr/>
          <p:nvPr/>
        </p:nvSpPr>
        <p:spPr>
          <a:xfrm>
            <a:off x="4082774" y="5681882"/>
            <a:ext cx="256957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306890-330E-3A73-B952-3D93229461C7}"/>
              </a:ext>
            </a:extLst>
          </p:cNvPr>
          <p:cNvSpPr/>
          <p:nvPr/>
        </p:nvSpPr>
        <p:spPr>
          <a:xfrm>
            <a:off x="9201191" y="563590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0C4BA-8309-7622-D211-0D2BA021CA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412"/>
          <a:stretch>
            <a:fillRect/>
          </a:stretch>
        </p:blipFill>
        <p:spPr>
          <a:xfrm>
            <a:off x="1134319" y="115520"/>
            <a:ext cx="7175483" cy="1226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5BCBE-8D40-58FE-EB93-828DE3267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4" y="2946250"/>
            <a:ext cx="9035181" cy="96550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093243D-8716-878C-D290-E1CAF22111DD}"/>
              </a:ext>
            </a:extLst>
          </p:cNvPr>
          <p:cNvSpPr/>
          <p:nvPr/>
        </p:nvSpPr>
        <p:spPr>
          <a:xfrm>
            <a:off x="4768770" y="3217762"/>
            <a:ext cx="208344" cy="21123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710110-54F1-371D-650C-53BF8E865050}"/>
              </a:ext>
            </a:extLst>
          </p:cNvPr>
          <p:cNvSpPr txBox="1"/>
          <p:nvPr/>
        </p:nvSpPr>
        <p:spPr>
          <a:xfrm>
            <a:off x="4467828" y="2777924"/>
            <a:ext cx="76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D0C74-4521-4784-9C91-CB3662742B16}"/>
              </a:ext>
            </a:extLst>
          </p:cNvPr>
          <p:cNvSpPr txBox="1"/>
          <p:nvPr/>
        </p:nvSpPr>
        <p:spPr>
          <a:xfrm>
            <a:off x="3229336" y="2078185"/>
            <a:ext cx="717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answer on the number line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43E4E2-BF09-AD89-1663-300C7CE694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542" y="966837"/>
            <a:ext cx="3258857" cy="18110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4E11FC-FBA6-AE0D-86FB-5A5F420C8F65}"/>
              </a:ext>
            </a:extLst>
          </p:cNvPr>
          <p:cNvSpPr txBox="1"/>
          <p:nvPr/>
        </p:nvSpPr>
        <p:spPr>
          <a:xfrm>
            <a:off x="6966983" y="457236"/>
            <a:ext cx="185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quite!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AF187-FFC5-B567-A1B5-C791FBF335E6}"/>
              </a:ext>
            </a:extLst>
          </p:cNvPr>
          <p:cNvSpPr/>
          <p:nvPr/>
        </p:nvSpPr>
        <p:spPr>
          <a:xfrm>
            <a:off x="5257088" y="808884"/>
            <a:ext cx="587829" cy="600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>
                <a:solidFill>
                  <a:srgbClr val="306EE8"/>
                </a:solidFill>
              </a:rPr>
              <a:t>?</a:t>
            </a:r>
            <a:endParaRPr lang="en-IN" sz="3500" b="1" dirty="0">
              <a:solidFill>
                <a:srgbClr val="306EE8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663077-2E2F-D8BD-0FB8-BDF2960B2826}"/>
              </a:ext>
            </a:extLst>
          </p:cNvPr>
          <p:cNvSpPr/>
          <p:nvPr/>
        </p:nvSpPr>
        <p:spPr>
          <a:xfrm>
            <a:off x="2873828" y="5681882"/>
            <a:ext cx="98854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Hint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4E6A80-1098-1DB3-7D35-826AAF7BB340}"/>
              </a:ext>
            </a:extLst>
          </p:cNvPr>
          <p:cNvSpPr/>
          <p:nvPr/>
        </p:nvSpPr>
        <p:spPr>
          <a:xfrm>
            <a:off x="3229336" y="3217762"/>
            <a:ext cx="156959" cy="1333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D8C0-DEF0-8FEB-FD4C-EAE161DC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D83B591-E4BA-8FE1-54AA-95B5F7E6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18" t="-18195"/>
          <a:stretch>
            <a:fillRect/>
          </a:stretch>
        </p:blipFill>
        <p:spPr>
          <a:xfrm>
            <a:off x="157994" y="5348033"/>
            <a:ext cx="2587259" cy="114713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8B63979-C2E8-A66E-92FD-15954474531B}"/>
              </a:ext>
            </a:extLst>
          </p:cNvPr>
          <p:cNvSpPr/>
          <p:nvPr/>
        </p:nvSpPr>
        <p:spPr>
          <a:xfrm>
            <a:off x="4399297" y="5657152"/>
            <a:ext cx="2569579" cy="5701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Show Answer</a:t>
            </a:r>
            <a:endParaRPr lang="en-IN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CFC35CC-4104-9344-FD16-29C24B90DA5E}"/>
              </a:ext>
            </a:extLst>
          </p:cNvPr>
          <p:cNvSpPr/>
          <p:nvPr/>
        </p:nvSpPr>
        <p:spPr>
          <a:xfrm>
            <a:off x="9201191" y="5635905"/>
            <a:ext cx="2569579" cy="57010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 your addition problem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51B04-387B-A4CA-8039-CB2FEFAA07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412"/>
          <a:stretch>
            <a:fillRect/>
          </a:stretch>
        </p:blipFill>
        <p:spPr>
          <a:xfrm>
            <a:off x="1134319" y="115520"/>
            <a:ext cx="7175483" cy="1226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4960D7-D32E-58F0-99D5-492D1A524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14" y="2946250"/>
            <a:ext cx="9035181" cy="96550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976D943-F396-6A3B-B3CC-B26479BB8165}"/>
              </a:ext>
            </a:extLst>
          </p:cNvPr>
          <p:cNvSpPr/>
          <p:nvPr/>
        </p:nvSpPr>
        <p:spPr>
          <a:xfrm>
            <a:off x="4768770" y="3217762"/>
            <a:ext cx="208344" cy="21123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B2F84-3288-E0BB-6010-12D7681643E3}"/>
              </a:ext>
            </a:extLst>
          </p:cNvPr>
          <p:cNvSpPr txBox="1"/>
          <p:nvPr/>
        </p:nvSpPr>
        <p:spPr>
          <a:xfrm>
            <a:off x="4467828" y="2777924"/>
            <a:ext cx="76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63A8E-8EE7-EFEF-4537-80ECB0EC0779}"/>
              </a:ext>
            </a:extLst>
          </p:cNvPr>
          <p:cNvSpPr txBox="1"/>
          <p:nvPr/>
        </p:nvSpPr>
        <p:spPr>
          <a:xfrm>
            <a:off x="3229336" y="2078185"/>
            <a:ext cx="717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answer on the number line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CD82FC-ECCC-14AE-071E-3F1957E3CD5C}"/>
              </a:ext>
            </a:extLst>
          </p:cNvPr>
          <p:cNvSpPr/>
          <p:nvPr/>
        </p:nvSpPr>
        <p:spPr>
          <a:xfrm>
            <a:off x="2873828" y="5681882"/>
            <a:ext cx="988549" cy="570102"/>
          </a:xfrm>
          <a:prstGeom prst="roundRect">
            <a:avLst/>
          </a:prstGeom>
          <a:solidFill>
            <a:srgbClr val="306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Hint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2CF0AF-3E14-9FDF-80BF-2B0CD0C8948C}"/>
              </a:ext>
            </a:extLst>
          </p:cNvPr>
          <p:cNvSpPr/>
          <p:nvPr/>
        </p:nvSpPr>
        <p:spPr>
          <a:xfrm>
            <a:off x="12600633" y="178358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BC8CCC-A5FF-B7E7-D411-447A49FA543E}"/>
              </a:ext>
            </a:extLst>
          </p:cNvPr>
          <p:cNvSpPr/>
          <p:nvPr/>
        </p:nvSpPr>
        <p:spPr>
          <a:xfrm>
            <a:off x="0" y="40193"/>
            <a:ext cx="12269037" cy="6817807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B1EDA4-527D-2557-D970-382EED8102D8}"/>
              </a:ext>
            </a:extLst>
          </p:cNvPr>
          <p:cNvSpPr/>
          <p:nvPr/>
        </p:nvSpPr>
        <p:spPr>
          <a:xfrm>
            <a:off x="1787471" y="362834"/>
            <a:ext cx="4726983" cy="5319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Start at the first number on the number line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The second number tells you how many steps to move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Move forward (right) when adding a positive integer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E.g., -5 + 2 → start at -5, move 2 steps right → land on -3</a:t>
            </a: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r>
              <a:rPr lang="en-US" dirty="0">
                <a:solidFill>
                  <a:schemeClr val="tx2"/>
                </a:solidFill>
              </a:rPr>
              <a:t>4. Move backward (left) when adding a negative integer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E.g., -5 + (-2) → start at -5, move 2 steps left → land on -7</a:t>
            </a:r>
          </a:p>
        </p:txBody>
      </p:sp>
    </p:spTree>
    <p:extLst>
      <p:ext uri="{BB962C8B-B14F-4D97-AF65-F5344CB8AC3E}">
        <p14:creationId xmlns:p14="http://schemas.microsoft.com/office/powerpoint/2010/main" val="128448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E8E2-FB9E-DA3E-F065-83831007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the developer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4364-64C0-98EC-43EB-BB75EE35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 chip shows positive number whereas black chip shows negative number. Limit the number from -10 to 10. The answer can be  from -20 to 2</a:t>
            </a:r>
          </a:p>
          <a:p>
            <a:r>
              <a:rPr lang="en-US" dirty="0"/>
              <a:t>Use sound effects (pop sound) for disappearing chips</a:t>
            </a:r>
          </a:p>
          <a:p>
            <a:r>
              <a:rPr lang="en-US" dirty="0"/>
              <a:t>Number line method: </a:t>
            </a:r>
          </a:p>
          <a:p>
            <a:r>
              <a:rPr lang="en-US" dirty="0"/>
              <a:t>Move forward (right) when adding a positive integer E.g., -5 + 2 → start at -5, move 2 steps right → land on -3</a:t>
            </a:r>
          </a:p>
          <a:p>
            <a:r>
              <a:rPr lang="en-US" dirty="0"/>
              <a:t>Move backward (left) when adding a negative </a:t>
            </a:r>
            <a:r>
              <a:rPr lang="en-US" dirty="0" err="1"/>
              <a:t>integerE.g</a:t>
            </a:r>
            <a:r>
              <a:rPr lang="en-US" dirty="0"/>
              <a:t>., 5 + (-2) → start at 5, move 2 steps left → land on 3</a:t>
            </a:r>
          </a:p>
        </p:txBody>
      </p:sp>
    </p:spTree>
    <p:extLst>
      <p:ext uri="{BB962C8B-B14F-4D97-AF65-F5344CB8AC3E}">
        <p14:creationId xmlns:p14="http://schemas.microsoft.com/office/powerpoint/2010/main" val="323617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ca993b-b6bc-4113-99de-a211870a4452">
      <Terms xmlns="http://schemas.microsoft.com/office/infopath/2007/PartnerControls"/>
    </lcf76f155ced4ddcb4097134ff3c332f>
    <TaxCatchAll xmlns="9eca5fc9-8bfb-495c-bbec-76d384a6d7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53891E2FD5764EB975B6A6029DFCD2" ma:contentTypeVersion="11" ma:contentTypeDescription="Create a new document." ma:contentTypeScope="" ma:versionID="9d54884602efb6b161d1b87ebe9cdde1">
  <xsd:schema xmlns:xsd="http://www.w3.org/2001/XMLSchema" xmlns:xs="http://www.w3.org/2001/XMLSchema" xmlns:p="http://schemas.microsoft.com/office/2006/metadata/properties" xmlns:ns2="b0ca993b-b6bc-4113-99de-a211870a4452" xmlns:ns3="9eca5fc9-8bfb-495c-bbec-76d384a6d7de" targetNamespace="http://schemas.microsoft.com/office/2006/metadata/properties" ma:root="true" ma:fieldsID="f86acc7623f13b770a42fbb9b8836cbf" ns2:_="" ns3:_="">
    <xsd:import namespace="b0ca993b-b6bc-4113-99de-a211870a4452"/>
    <xsd:import namespace="9eca5fc9-8bfb-495c-bbec-76d384a6d7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a993b-b6bc-4113-99de-a211870a44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303834e-7c61-44a6-8d91-b93222de6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5fc9-8bfb-495c-bbec-76d384a6d7d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0edc9b6-d766-432f-9f5f-32df6f466364}" ma:internalName="TaxCatchAll" ma:showField="CatchAllData" ma:web="9eca5fc9-8bfb-495c-bbec-76d384a6d7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833D96-605F-47D5-BB93-7497FD247564}">
  <ds:schemaRefs>
    <ds:schemaRef ds:uri="http://schemas.microsoft.com/office/2006/metadata/properties"/>
    <ds:schemaRef ds:uri="http://schemas.microsoft.com/office/infopath/2007/PartnerControls"/>
    <ds:schemaRef ds:uri="b0ca993b-b6bc-4113-99de-a211870a4452"/>
    <ds:schemaRef ds:uri="9eca5fc9-8bfb-495c-bbec-76d384a6d7de"/>
  </ds:schemaRefs>
</ds:datastoreItem>
</file>

<file path=customXml/itemProps2.xml><?xml version="1.0" encoding="utf-8"?>
<ds:datastoreItem xmlns:ds="http://schemas.openxmlformats.org/officeDocument/2006/customXml" ds:itemID="{A8B4F84D-3E12-4934-8925-896756F9F1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F03F4-3939-4EC2-B621-673F98716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ca993b-b6bc-4113-99de-a211870a4452"/>
    <ds:schemaRef ds:uri="9eca5fc9-8bfb-495c-bbec-76d384a6d7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749</Words>
  <Application>Microsoft Office PowerPoint</Application>
  <PresentationFormat>Widescreen</PresentationFormat>
  <Paragraphs>133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Widget – Addition of Integers</vt:lpstr>
      <vt:lpstr>Addition of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Rules for the developer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Srijith Radhakrishnan Nair</dc:creator>
  <cp:lastModifiedBy>Srijith Radhakrishnan Nair</cp:lastModifiedBy>
  <cp:revision>2</cp:revision>
  <dcterms:created xsi:type="dcterms:W3CDTF">2026-01-27T09:37:32Z</dcterms:created>
  <dcterms:modified xsi:type="dcterms:W3CDTF">2026-02-03T04:15:09Z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ee06df-5c1a-42cc-bd42-875dbc9d88c6_Enabled">
    <vt:lpwstr>true</vt:lpwstr>
  </property>
  <property fmtid="{D5CDD505-2E9C-101B-9397-08002B2CF9AE}" pid="3" name="MSIP_Label_40ee06df-5c1a-42cc-bd42-875dbc9d88c6_SetDate">
    <vt:lpwstr>2026-01-27T12:13:31Z</vt:lpwstr>
  </property>
  <property fmtid="{D5CDD505-2E9C-101B-9397-08002B2CF9AE}" pid="4" name="MSIP_Label_40ee06df-5c1a-42cc-bd42-875dbc9d88c6_Method">
    <vt:lpwstr>Privileged</vt:lpwstr>
  </property>
  <property fmtid="{D5CDD505-2E9C-101B-9397-08002B2CF9AE}" pid="5" name="MSIP_Label_40ee06df-5c1a-42cc-bd42-875dbc9d88c6_Name">
    <vt:lpwstr>Restricted</vt:lpwstr>
  </property>
  <property fmtid="{D5CDD505-2E9C-101B-9397-08002B2CF9AE}" pid="6" name="MSIP_Label_40ee06df-5c1a-42cc-bd42-875dbc9d88c6_SiteId">
    <vt:lpwstr>75c3e1d9-ede6-4170-a7eb-fb975ba962e6</vt:lpwstr>
  </property>
  <property fmtid="{D5CDD505-2E9C-101B-9397-08002B2CF9AE}" pid="7" name="MSIP_Label_40ee06df-5c1a-42cc-bd42-875dbc9d88c6_ActionId">
    <vt:lpwstr>834989f2-8f78-48aa-8ea8-1a3936646e88</vt:lpwstr>
  </property>
  <property fmtid="{D5CDD505-2E9C-101B-9397-08002B2CF9AE}" pid="8" name="MSIP_Label_40ee06df-5c1a-42cc-bd42-875dbc9d88c6_ContentBits">
    <vt:lpwstr>2</vt:lpwstr>
  </property>
  <property fmtid="{D5CDD505-2E9C-101B-9397-08002B2CF9AE}" pid="9" name="MSIP_Label_40ee06df-5c1a-42cc-bd42-875dbc9d88c6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  <property fmtid="{D5CDD505-2E9C-101B-9397-08002B2CF9AE}" pid="12" name="ContentTypeId">
    <vt:lpwstr>0x0101005353891E2FD5764EB975B6A6029DFCD2</vt:lpwstr>
  </property>
  <property fmtid="{D5CDD505-2E9C-101B-9397-08002B2CF9AE}" pid="13" name="MediaServiceImageTags">
    <vt:lpwstr/>
  </property>
</Properties>
</file>