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8" r:id="rId5"/>
    <p:sldId id="263" r:id="rId6"/>
    <p:sldId id="280" r:id="rId7"/>
    <p:sldId id="283" r:id="rId8"/>
    <p:sldId id="285" r:id="rId9"/>
    <p:sldId id="286" r:id="rId10"/>
    <p:sldId id="287" r:id="rId11"/>
    <p:sldId id="281" r:id="rId12"/>
    <p:sldId id="282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AB781-F44B-48D3-8FAA-7EC7FA14F0AC}" v="3" dt="2026-01-30T09:44:59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unal Patgaonkar" userId="8ae1cb0f-bf62-45e5-bfce-e84e909f2d98" providerId="ADAL" clId="{6DD79A14-B607-4968-91F0-F1D01360A255}"/>
    <pc:docChg chg="undo custSel addSld delSld modSld">
      <pc:chgData name="Mrunal Patgaonkar" userId="8ae1cb0f-bf62-45e5-bfce-e84e909f2d98" providerId="ADAL" clId="{6DD79A14-B607-4968-91F0-F1D01360A255}" dt="2026-01-20T07:50:14.665" v="988" actId="1076"/>
      <pc:docMkLst>
        <pc:docMk/>
      </pc:docMkLst>
      <pc:sldChg chg="modSp mod">
        <pc:chgData name="Mrunal Patgaonkar" userId="8ae1cb0f-bf62-45e5-bfce-e84e909f2d98" providerId="ADAL" clId="{6DD79A14-B607-4968-91F0-F1D01360A255}" dt="2026-01-20T07:16:20.156" v="974" actId="113"/>
        <pc:sldMkLst>
          <pc:docMk/>
          <pc:sldMk cId="1516393682" sldId="258"/>
        </pc:sldMkLst>
        <pc:spChg chg="mod">
          <ac:chgData name="Mrunal Patgaonkar" userId="8ae1cb0f-bf62-45e5-bfce-e84e909f2d98" providerId="ADAL" clId="{6DD79A14-B607-4968-91F0-F1D01360A255}" dt="2026-01-20T07:16:20.156" v="974" actId="113"/>
          <ac:spMkLst>
            <pc:docMk/>
            <pc:sldMk cId="1516393682" sldId="258"/>
            <ac:spMk id="2" creationId="{F4107777-AFBE-24FE-28A9-4F5E91958503}"/>
          </ac:spMkLst>
        </pc:spChg>
        <pc:spChg chg="mod">
          <ac:chgData name="Mrunal Patgaonkar" userId="8ae1cb0f-bf62-45e5-bfce-e84e909f2d98" providerId="ADAL" clId="{6DD79A14-B607-4968-91F0-F1D01360A255}" dt="2026-01-20T05:45:34.025" v="28"/>
          <ac:spMkLst>
            <pc:docMk/>
            <pc:sldMk cId="1516393682" sldId="258"/>
            <ac:spMk id="8" creationId="{E8B9A284-2D9A-8310-2D4E-8BB185E937CB}"/>
          </ac:spMkLst>
        </pc:spChg>
      </pc:sldChg>
      <pc:sldChg chg="addSp delSp modSp mod">
        <pc:chgData name="Mrunal Patgaonkar" userId="8ae1cb0f-bf62-45e5-bfce-e84e909f2d98" providerId="ADAL" clId="{6DD79A14-B607-4968-91F0-F1D01360A255}" dt="2026-01-20T05:59:48.081" v="354" actId="1076"/>
        <pc:sldMkLst>
          <pc:docMk/>
          <pc:sldMk cId="2890525495" sldId="263"/>
        </pc:sldMkLst>
        <pc:spChg chg="add del mod">
          <ac:chgData name="Mrunal Patgaonkar" userId="8ae1cb0f-bf62-45e5-bfce-e84e909f2d98" providerId="ADAL" clId="{6DD79A14-B607-4968-91F0-F1D01360A255}" dt="2026-01-20T05:59:17.465" v="347" actId="478"/>
          <ac:spMkLst>
            <pc:docMk/>
            <pc:sldMk cId="2890525495" sldId="263"/>
            <ac:spMk id="2" creationId="{7BAE586C-2AC0-A1E3-20FB-3217F0C4E077}"/>
          </ac:spMkLst>
        </pc:spChg>
        <pc:spChg chg="add mod">
          <ac:chgData name="Mrunal Patgaonkar" userId="8ae1cb0f-bf62-45e5-bfce-e84e909f2d98" providerId="ADAL" clId="{6DD79A14-B607-4968-91F0-F1D01360A255}" dt="2026-01-20T05:59:33.212" v="351" actId="1076"/>
          <ac:spMkLst>
            <pc:docMk/>
            <pc:sldMk cId="2890525495" sldId="263"/>
            <ac:spMk id="3" creationId="{77AFF209-A70C-E7CA-992C-F88231703D37}"/>
          </ac:spMkLst>
        </pc:spChg>
        <pc:spChg chg="del mod">
          <ac:chgData name="Mrunal Patgaonkar" userId="8ae1cb0f-bf62-45e5-bfce-e84e909f2d98" providerId="ADAL" clId="{6DD79A14-B607-4968-91F0-F1D01360A255}" dt="2026-01-20T05:59:17.465" v="347" actId="478"/>
          <ac:spMkLst>
            <pc:docMk/>
            <pc:sldMk cId="2890525495" sldId="263"/>
            <ac:spMk id="4" creationId="{C37B2373-909C-4C7C-3506-29BD3415C0ED}"/>
          </ac:spMkLst>
        </pc:spChg>
        <pc:spChg chg="mod">
          <ac:chgData name="Mrunal Patgaonkar" userId="8ae1cb0f-bf62-45e5-bfce-e84e909f2d98" providerId="ADAL" clId="{6DD79A14-B607-4968-91F0-F1D01360A255}" dt="2026-01-20T05:58:51.370" v="341"/>
          <ac:spMkLst>
            <pc:docMk/>
            <pc:sldMk cId="2890525495" sldId="263"/>
            <ac:spMk id="6" creationId="{83BC2367-40E6-A09E-B37E-13F745AE86C4}"/>
          </ac:spMkLst>
        </pc:spChg>
        <pc:spChg chg="add mod">
          <ac:chgData name="Mrunal Patgaonkar" userId="8ae1cb0f-bf62-45e5-bfce-e84e909f2d98" providerId="ADAL" clId="{6DD79A14-B607-4968-91F0-F1D01360A255}" dt="2026-01-20T05:59:48.081" v="354" actId="1076"/>
          <ac:spMkLst>
            <pc:docMk/>
            <pc:sldMk cId="2890525495" sldId="263"/>
            <ac:spMk id="8" creationId="{09C00C99-48E1-8AF1-FE71-B79C1C61A054}"/>
          </ac:spMkLst>
        </pc:spChg>
        <pc:spChg chg="del">
          <ac:chgData name="Mrunal Patgaonkar" userId="8ae1cb0f-bf62-45e5-bfce-e84e909f2d98" providerId="ADAL" clId="{6DD79A14-B607-4968-91F0-F1D01360A255}" dt="2026-01-20T05:59:38.003" v="352" actId="478"/>
          <ac:spMkLst>
            <pc:docMk/>
            <pc:sldMk cId="2890525495" sldId="263"/>
            <ac:spMk id="9" creationId="{C9DC37C5-8CE7-7CB5-302D-AB6E3310921B}"/>
          </ac:spMkLst>
        </pc:spChg>
      </pc:sldChg>
      <pc:sldChg chg="del">
        <pc:chgData name="Mrunal Patgaonkar" userId="8ae1cb0f-bf62-45e5-bfce-e84e909f2d98" providerId="ADAL" clId="{6DD79A14-B607-4968-91F0-F1D01360A255}" dt="2026-01-20T06:07:21.282" v="529" actId="47"/>
        <pc:sldMkLst>
          <pc:docMk/>
          <pc:sldMk cId="2034264129" sldId="267"/>
        </pc:sldMkLst>
      </pc:sldChg>
      <pc:sldChg chg="del">
        <pc:chgData name="Mrunal Patgaonkar" userId="8ae1cb0f-bf62-45e5-bfce-e84e909f2d98" providerId="ADAL" clId="{6DD79A14-B607-4968-91F0-F1D01360A255}" dt="2026-01-20T06:07:27.745" v="535" actId="47"/>
        <pc:sldMkLst>
          <pc:docMk/>
          <pc:sldMk cId="681970082" sldId="272"/>
        </pc:sldMkLst>
      </pc:sldChg>
      <pc:sldChg chg="del">
        <pc:chgData name="Mrunal Patgaonkar" userId="8ae1cb0f-bf62-45e5-bfce-e84e909f2d98" providerId="ADAL" clId="{6DD79A14-B607-4968-91F0-F1D01360A255}" dt="2026-01-20T06:07:19.953" v="528" actId="47"/>
        <pc:sldMkLst>
          <pc:docMk/>
          <pc:sldMk cId="4021574451" sldId="273"/>
        </pc:sldMkLst>
      </pc:sldChg>
      <pc:sldChg chg="del">
        <pc:chgData name="Mrunal Patgaonkar" userId="8ae1cb0f-bf62-45e5-bfce-e84e909f2d98" providerId="ADAL" clId="{6DD79A14-B607-4968-91F0-F1D01360A255}" dt="2026-01-20T06:07:23.265" v="530" actId="47"/>
        <pc:sldMkLst>
          <pc:docMk/>
          <pc:sldMk cId="2719263575" sldId="274"/>
        </pc:sldMkLst>
      </pc:sldChg>
      <pc:sldChg chg="del">
        <pc:chgData name="Mrunal Patgaonkar" userId="8ae1cb0f-bf62-45e5-bfce-e84e909f2d98" providerId="ADAL" clId="{6DD79A14-B607-4968-91F0-F1D01360A255}" dt="2026-01-20T06:07:24.315" v="531" actId="47"/>
        <pc:sldMkLst>
          <pc:docMk/>
          <pc:sldMk cId="30098819" sldId="275"/>
        </pc:sldMkLst>
      </pc:sldChg>
      <pc:sldChg chg="del">
        <pc:chgData name="Mrunal Patgaonkar" userId="8ae1cb0f-bf62-45e5-bfce-e84e909f2d98" providerId="ADAL" clId="{6DD79A14-B607-4968-91F0-F1D01360A255}" dt="2026-01-20T06:07:25.161" v="532" actId="47"/>
        <pc:sldMkLst>
          <pc:docMk/>
          <pc:sldMk cId="1323239387" sldId="276"/>
        </pc:sldMkLst>
      </pc:sldChg>
      <pc:sldChg chg="del">
        <pc:chgData name="Mrunal Patgaonkar" userId="8ae1cb0f-bf62-45e5-bfce-e84e909f2d98" providerId="ADAL" clId="{6DD79A14-B607-4968-91F0-F1D01360A255}" dt="2026-01-20T06:07:25.968" v="533" actId="47"/>
        <pc:sldMkLst>
          <pc:docMk/>
          <pc:sldMk cId="2665643024" sldId="277"/>
        </pc:sldMkLst>
      </pc:sldChg>
      <pc:sldChg chg="del">
        <pc:chgData name="Mrunal Patgaonkar" userId="8ae1cb0f-bf62-45e5-bfce-e84e909f2d98" providerId="ADAL" clId="{6DD79A14-B607-4968-91F0-F1D01360A255}" dt="2026-01-20T06:07:26.839" v="534" actId="47"/>
        <pc:sldMkLst>
          <pc:docMk/>
          <pc:sldMk cId="3926964591" sldId="278"/>
        </pc:sldMkLst>
      </pc:sldChg>
      <pc:sldChg chg="del">
        <pc:chgData name="Mrunal Patgaonkar" userId="8ae1cb0f-bf62-45e5-bfce-e84e909f2d98" providerId="ADAL" clId="{6DD79A14-B607-4968-91F0-F1D01360A255}" dt="2026-01-20T06:07:28.829" v="536" actId="47"/>
        <pc:sldMkLst>
          <pc:docMk/>
          <pc:sldMk cId="3242535473" sldId="279"/>
        </pc:sldMkLst>
      </pc:sldChg>
      <pc:sldChg chg="addSp delSp modSp add mod">
        <pc:chgData name="Mrunal Patgaonkar" userId="8ae1cb0f-bf62-45e5-bfce-e84e909f2d98" providerId="ADAL" clId="{6DD79A14-B607-4968-91F0-F1D01360A255}" dt="2026-01-20T07:13:51.204" v="946" actId="478"/>
        <pc:sldMkLst>
          <pc:docMk/>
          <pc:sldMk cId="2398686430" sldId="280"/>
        </pc:sldMkLst>
        <pc:spChg chg="add del mod">
          <ac:chgData name="Mrunal Patgaonkar" userId="8ae1cb0f-bf62-45e5-bfce-e84e909f2d98" providerId="ADAL" clId="{6DD79A14-B607-4968-91F0-F1D01360A255}" dt="2026-01-20T07:13:51.204" v="946" actId="478"/>
          <ac:spMkLst>
            <pc:docMk/>
            <pc:sldMk cId="2398686430" sldId="280"/>
            <ac:spMk id="3" creationId="{DE77C3A6-7F54-7ADC-F469-D8536C61084B}"/>
          </ac:spMkLst>
        </pc:spChg>
        <pc:spChg chg="mod">
          <ac:chgData name="Mrunal Patgaonkar" userId="8ae1cb0f-bf62-45e5-bfce-e84e909f2d98" providerId="ADAL" clId="{6DD79A14-B607-4968-91F0-F1D01360A255}" dt="2026-01-20T07:11:43.454" v="913"/>
          <ac:spMkLst>
            <pc:docMk/>
            <pc:sldMk cId="2398686430" sldId="280"/>
            <ac:spMk id="4" creationId="{03C9FB3F-BE05-2338-5B02-404126AD8A3E}"/>
          </ac:spMkLst>
        </pc:spChg>
        <pc:spChg chg="add del mod">
          <ac:chgData name="Mrunal Patgaonkar" userId="8ae1cb0f-bf62-45e5-bfce-e84e909f2d98" providerId="ADAL" clId="{6DD79A14-B607-4968-91F0-F1D01360A255}" dt="2026-01-20T07:13:33.382" v="931" actId="478"/>
          <ac:spMkLst>
            <pc:docMk/>
            <pc:sldMk cId="2398686430" sldId="280"/>
            <ac:spMk id="5" creationId="{1317FA96-B60B-9ADC-48E9-3390C133960C}"/>
          </ac:spMkLst>
        </pc:spChg>
        <pc:spChg chg="del mod">
          <ac:chgData name="Mrunal Patgaonkar" userId="8ae1cb0f-bf62-45e5-bfce-e84e909f2d98" providerId="ADAL" clId="{6DD79A14-B607-4968-91F0-F1D01360A255}" dt="2026-01-20T05:55:08.605" v="37"/>
          <ac:spMkLst>
            <pc:docMk/>
            <pc:sldMk cId="2398686430" sldId="280"/>
            <ac:spMk id="6" creationId="{6478C0B2-20D6-4920-01C6-0D7AD7660D25}"/>
          </ac:spMkLst>
        </pc:spChg>
        <pc:spChg chg="del">
          <ac:chgData name="Mrunal Patgaonkar" userId="8ae1cb0f-bf62-45e5-bfce-e84e909f2d98" providerId="ADAL" clId="{6DD79A14-B607-4968-91F0-F1D01360A255}" dt="2026-01-20T05:55:08.600" v="35" actId="478"/>
          <ac:spMkLst>
            <pc:docMk/>
            <pc:sldMk cId="2398686430" sldId="280"/>
            <ac:spMk id="7" creationId="{5415488F-5381-4041-F02C-F09B1B35224F}"/>
          </ac:spMkLst>
        </pc:spChg>
        <pc:spChg chg="add del mod">
          <ac:chgData name="Mrunal Patgaonkar" userId="8ae1cb0f-bf62-45e5-bfce-e84e909f2d98" providerId="ADAL" clId="{6DD79A14-B607-4968-91F0-F1D01360A255}" dt="2026-01-20T07:13:33.382" v="931" actId="478"/>
          <ac:spMkLst>
            <pc:docMk/>
            <pc:sldMk cId="2398686430" sldId="280"/>
            <ac:spMk id="8" creationId="{0D5E4F7A-0DD5-A6DC-912C-0BEBA58B0304}"/>
          </ac:spMkLst>
        </pc:spChg>
        <pc:spChg chg="add del mod">
          <ac:chgData name="Mrunal Patgaonkar" userId="8ae1cb0f-bf62-45e5-bfce-e84e909f2d98" providerId="ADAL" clId="{6DD79A14-B607-4968-91F0-F1D01360A255}" dt="2026-01-20T07:13:33.382" v="931" actId="478"/>
          <ac:spMkLst>
            <pc:docMk/>
            <pc:sldMk cId="2398686430" sldId="280"/>
            <ac:spMk id="10" creationId="{8F6950DA-F3C0-8464-6EA5-A7B16862F5EC}"/>
          </ac:spMkLst>
        </pc:spChg>
        <pc:spChg chg="add del mod">
          <ac:chgData name="Mrunal Patgaonkar" userId="8ae1cb0f-bf62-45e5-bfce-e84e909f2d98" providerId="ADAL" clId="{6DD79A14-B607-4968-91F0-F1D01360A255}" dt="2026-01-20T07:13:33.382" v="931" actId="478"/>
          <ac:spMkLst>
            <pc:docMk/>
            <pc:sldMk cId="2398686430" sldId="280"/>
            <ac:spMk id="11" creationId="{1765262F-2B82-BA5E-A247-2664938165E8}"/>
          </ac:spMkLst>
        </pc:spChg>
        <pc:spChg chg="add del mod">
          <ac:chgData name="Mrunal Patgaonkar" userId="8ae1cb0f-bf62-45e5-bfce-e84e909f2d98" providerId="ADAL" clId="{6DD79A14-B607-4968-91F0-F1D01360A255}" dt="2026-01-20T07:13:33.382" v="931" actId="478"/>
          <ac:spMkLst>
            <pc:docMk/>
            <pc:sldMk cId="2398686430" sldId="280"/>
            <ac:spMk id="12" creationId="{CF9DBCA4-1A08-ED5E-D24E-33B20D9F623F}"/>
          </ac:spMkLst>
        </pc:spChg>
        <pc:spChg chg="add del mod">
          <ac:chgData name="Mrunal Patgaonkar" userId="8ae1cb0f-bf62-45e5-bfce-e84e909f2d98" providerId="ADAL" clId="{6DD79A14-B607-4968-91F0-F1D01360A255}" dt="2026-01-20T07:13:33.382" v="931" actId="478"/>
          <ac:spMkLst>
            <pc:docMk/>
            <pc:sldMk cId="2398686430" sldId="280"/>
            <ac:spMk id="13" creationId="{E975A958-4FBB-9566-93BC-152A6A2E3C25}"/>
          </ac:spMkLst>
        </pc:spChg>
      </pc:sldChg>
      <pc:sldChg chg="addSp delSp modSp add mod">
        <pc:chgData name="Mrunal Patgaonkar" userId="8ae1cb0f-bf62-45e5-bfce-e84e909f2d98" providerId="ADAL" clId="{6DD79A14-B607-4968-91F0-F1D01360A255}" dt="2026-01-20T07:10:38.854" v="816" actId="13926"/>
        <pc:sldMkLst>
          <pc:docMk/>
          <pc:sldMk cId="2402530171" sldId="281"/>
        </pc:sldMkLst>
        <pc:spChg chg="add mod">
          <ac:chgData name="Mrunal Patgaonkar" userId="8ae1cb0f-bf62-45e5-bfce-e84e909f2d98" providerId="ADAL" clId="{6DD79A14-B607-4968-91F0-F1D01360A255}" dt="2026-01-20T07:05:34.856" v="773" actId="6549"/>
          <ac:spMkLst>
            <pc:docMk/>
            <pc:sldMk cId="2402530171" sldId="281"/>
            <ac:spMk id="3" creationId="{B13EEBDE-10A1-F8FD-B5D6-B236434029FC}"/>
          </ac:spMkLst>
        </pc:spChg>
        <pc:spChg chg="mod">
          <ac:chgData name="Mrunal Patgaonkar" userId="8ae1cb0f-bf62-45e5-bfce-e84e909f2d98" providerId="ADAL" clId="{6DD79A14-B607-4968-91F0-F1D01360A255}" dt="2026-01-20T07:10:38.854" v="816" actId="13926"/>
          <ac:spMkLst>
            <pc:docMk/>
            <pc:sldMk cId="2402530171" sldId="281"/>
            <ac:spMk id="4" creationId="{012DE23D-2CF0-91EA-4B82-CBE7E63F6B99}"/>
          </ac:spMkLst>
        </pc:spChg>
        <pc:spChg chg="add mod">
          <ac:chgData name="Mrunal Patgaonkar" userId="8ae1cb0f-bf62-45e5-bfce-e84e909f2d98" providerId="ADAL" clId="{6DD79A14-B607-4968-91F0-F1D01360A255}" dt="2026-01-20T07:04:21.645" v="704" actId="1076"/>
          <ac:spMkLst>
            <pc:docMk/>
            <pc:sldMk cId="2402530171" sldId="281"/>
            <ac:spMk id="5" creationId="{75AA7C1B-8E02-F335-C493-588348D37A32}"/>
          </ac:spMkLst>
        </pc:spChg>
        <pc:spChg chg="del mod">
          <ac:chgData name="Mrunal Patgaonkar" userId="8ae1cb0f-bf62-45e5-bfce-e84e909f2d98" providerId="ADAL" clId="{6DD79A14-B607-4968-91F0-F1D01360A255}" dt="2026-01-20T06:06:35.382" v="518" actId="478"/>
          <ac:spMkLst>
            <pc:docMk/>
            <pc:sldMk cId="2402530171" sldId="281"/>
            <ac:spMk id="9" creationId="{D45340C3-86C5-62ED-DB09-C8FBEE39D509}"/>
          </ac:spMkLst>
        </pc:spChg>
      </pc:sldChg>
      <pc:sldChg chg="addSp delSp modSp add mod">
        <pc:chgData name="Mrunal Patgaonkar" userId="8ae1cb0f-bf62-45e5-bfce-e84e909f2d98" providerId="ADAL" clId="{6DD79A14-B607-4968-91F0-F1D01360A255}" dt="2026-01-20T07:10:12.041" v="794" actId="14100"/>
        <pc:sldMkLst>
          <pc:docMk/>
          <pc:sldMk cId="1369964048" sldId="282"/>
        </pc:sldMkLst>
        <pc:spChg chg="del">
          <ac:chgData name="Mrunal Patgaonkar" userId="8ae1cb0f-bf62-45e5-bfce-e84e909f2d98" providerId="ADAL" clId="{6DD79A14-B607-4968-91F0-F1D01360A255}" dt="2026-01-20T06:07:40.540" v="539" actId="478"/>
          <ac:spMkLst>
            <pc:docMk/>
            <pc:sldMk cId="1369964048" sldId="282"/>
            <ac:spMk id="3" creationId="{1EAD9833-DCE5-595D-CEDA-6BAB475CBACF}"/>
          </ac:spMkLst>
        </pc:spChg>
        <pc:spChg chg="del">
          <ac:chgData name="Mrunal Patgaonkar" userId="8ae1cb0f-bf62-45e5-bfce-e84e909f2d98" providerId="ADAL" clId="{6DD79A14-B607-4968-91F0-F1D01360A255}" dt="2026-01-20T06:07:38.443" v="538" actId="478"/>
          <ac:spMkLst>
            <pc:docMk/>
            <pc:sldMk cId="1369964048" sldId="282"/>
            <ac:spMk id="4" creationId="{B4DA4856-8B76-44B0-66F0-67A228D61380}"/>
          </ac:spMkLst>
        </pc:spChg>
        <pc:picChg chg="add del mod">
          <ac:chgData name="Mrunal Patgaonkar" userId="8ae1cb0f-bf62-45e5-bfce-e84e909f2d98" providerId="ADAL" clId="{6DD79A14-B607-4968-91F0-F1D01360A255}" dt="2026-01-20T06:08:18.621" v="545" actId="478"/>
          <ac:picMkLst>
            <pc:docMk/>
            <pc:sldMk cId="1369964048" sldId="282"/>
            <ac:picMk id="5" creationId="{4F213166-78C1-190E-CBEF-8839BD362596}"/>
          </ac:picMkLst>
        </pc:picChg>
        <pc:picChg chg="add del mod">
          <ac:chgData name="Mrunal Patgaonkar" userId="8ae1cb0f-bf62-45e5-bfce-e84e909f2d98" providerId="ADAL" clId="{6DD79A14-B607-4968-91F0-F1D01360A255}" dt="2026-01-20T07:07:09.350" v="777" actId="478"/>
          <ac:picMkLst>
            <pc:docMk/>
            <pc:sldMk cId="1369964048" sldId="282"/>
            <ac:picMk id="7" creationId="{79DD5968-E042-8FC5-3FDA-C164F9D162E1}"/>
          </ac:picMkLst>
        </pc:picChg>
        <pc:picChg chg="add del mod">
          <ac:chgData name="Mrunal Patgaonkar" userId="8ae1cb0f-bf62-45e5-bfce-e84e909f2d98" providerId="ADAL" clId="{6DD79A14-B607-4968-91F0-F1D01360A255}" dt="2026-01-20T07:10:03.319" v="790" actId="478"/>
          <ac:picMkLst>
            <pc:docMk/>
            <pc:sldMk cId="1369964048" sldId="282"/>
            <ac:picMk id="9" creationId="{7E0FE6B3-A76B-1935-0C9A-B9393D67AE49}"/>
          </ac:picMkLst>
        </pc:picChg>
        <pc:picChg chg="add del mod">
          <ac:chgData name="Mrunal Patgaonkar" userId="8ae1cb0f-bf62-45e5-bfce-e84e909f2d98" providerId="ADAL" clId="{6DD79A14-B607-4968-91F0-F1D01360A255}" dt="2026-01-20T07:09:39.176" v="780" actId="478"/>
          <ac:picMkLst>
            <pc:docMk/>
            <pc:sldMk cId="1369964048" sldId="282"/>
            <ac:picMk id="11" creationId="{02D7271D-90E0-975F-C2B7-CD870EE32DB9}"/>
          </ac:picMkLst>
        </pc:picChg>
        <pc:picChg chg="add mod">
          <ac:chgData name="Mrunal Patgaonkar" userId="8ae1cb0f-bf62-45e5-bfce-e84e909f2d98" providerId="ADAL" clId="{6DD79A14-B607-4968-91F0-F1D01360A255}" dt="2026-01-20T07:10:07.976" v="793" actId="208"/>
          <ac:picMkLst>
            <pc:docMk/>
            <pc:sldMk cId="1369964048" sldId="282"/>
            <ac:picMk id="13" creationId="{53255EF1-9BA7-FE21-A4AF-8C454F9E69DC}"/>
          </ac:picMkLst>
        </pc:picChg>
        <pc:picChg chg="add mod">
          <ac:chgData name="Mrunal Patgaonkar" userId="8ae1cb0f-bf62-45e5-bfce-e84e909f2d98" providerId="ADAL" clId="{6DD79A14-B607-4968-91F0-F1D01360A255}" dt="2026-01-20T07:10:12.041" v="794" actId="14100"/>
          <ac:picMkLst>
            <pc:docMk/>
            <pc:sldMk cId="1369964048" sldId="282"/>
            <ac:picMk id="15" creationId="{3269BB80-0482-73E5-133B-4966808B9D26}"/>
          </ac:picMkLst>
        </pc:picChg>
      </pc:sldChg>
      <pc:sldChg chg="addSp delSp modSp add mod">
        <pc:chgData name="Mrunal Patgaonkar" userId="8ae1cb0f-bf62-45e5-bfce-e84e909f2d98" providerId="ADAL" clId="{6DD79A14-B607-4968-91F0-F1D01360A255}" dt="2026-01-20T07:15:57.413" v="972" actId="478"/>
        <pc:sldMkLst>
          <pc:docMk/>
          <pc:sldMk cId="778050052" sldId="283"/>
        </pc:sldMkLst>
        <pc:spChg chg="add del mod">
          <ac:chgData name="Mrunal Patgaonkar" userId="8ae1cb0f-bf62-45e5-bfce-e84e909f2d98" providerId="ADAL" clId="{6DD79A14-B607-4968-91F0-F1D01360A255}" dt="2026-01-20T07:14:12.574" v="953" actId="478"/>
          <ac:spMkLst>
            <pc:docMk/>
            <pc:sldMk cId="778050052" sldId="283"/>
            <ac:spMk id="2" creationId="{DF464D52-677A-042B-B7A4-FAB80B2C3190}"/>
          </ac:spMkLst>
        </pc:spChg>
        <pc:spChg chg="mod">
          <ac:chgData name="Mrunal Patgaonkar" userId="8ae1cb0f-bf62-45e5-bfce-e84e909f2d98" providerId="ADAL" clId="{6DD79A14-B607-4968-91F0-F1D01360A255}" dt="2026-01-20T07:13:46.424" v="945" actId="20577"/>
          <ac:spMkLst>
            <pc:docMk/>
            <pc:sldMk cId="778050052" sldId="283"/>
            <ac:spMk id="3" creationId="{BAB8DBCA-F9FC-82AE-FA2D-C87DF657CBD6}"/>
          </ac:spMkLst>
        </pc:spChg>
        <pc:spChg chg="del">
          <ac:chgData name="Mrunal Patgaonkar" userId="8ae1cb0f-bf62-45e5-bfce-e84e909f2d98" providerId="ADAL" clId="{6DD79A14-B607-4968-91F0-F1D01360A255}" dt="2026-01-20T07:13:40.766" v="933" actId="478"/>
          <ac:spMkLst>
            <pc:docMk/>
            <pc:sldMk cId="778050052" sldId="283"/>
            <ac:spMk id="4" creationId="{A93E4F39-75AE-24EA-E5EC-BE5E88BE79E7}"/>
          </ac:spMkLst>
        </pc:spChg>
        <pc:spChg chg="add mod">
          <ac:chgData name="Mrunal Patgaonkar" userId="8ae1cb0f-bf62-45e5-bfce-e84e909f2d98" providerId="ADAL" clId="{6DD79A14-B607-4968-91F0-F1D01360A255}" dt="2026-01-20T07:14:02.863" v="950" actId="14100"/>
          <ac:spMkLst>
            <pc:docMk/>
            <pc:sldMk cId="778050052" sldId="283"/>
            <ac:spMk id="5" creationId="{C091E006-711C-177D-6CBB-9E1CF7EFC53B}"/>
          </ac:spMkLst>
        </pc:spChg>
        <pc:spChg chg="add del mod">
          <ac:chgData name="Mrunal Patgaonkar" userId="8ae1cb0f-bf62-45e5-bfce-e84e909f2d98" providerId="ADAL" clId="{6DD79A14-B607-4968-91F0-F1D01360A255}" dt="2026-01-20T07:14:16.023" v="954" actId="478"/>
          <ac:spMkLst>
            <pc:docMk/>
            <pc:sldMk cId="778050052" sldId="283"/>
            <ac:spMk id="6" creationId="{10C75E37-C1E0-C4AD-DF04-E807FAC63B03}"/>
          </ac:spMkLst>
        </pc:spChg>
        <pc:spChg chg="add mod">
          <ac:chgData name="Mrunal Patgaonkar" userId="8ae1cb0f-bf62-45e5-bfce-e84e909f2d98" providerId="ADAL" clId="{6DD79A14-B607-4968-91F0-F1D01360A255}" dt="2026-01-20T07:14:02.863" v="950" actId="14100"/>
          <ac:spMkLst>
            <pc:docMk/>
            <pc:sldMk cId="778050052" sldId="283"/>
            <ac:spMk id="7" creationId="{9D9EE4A0-A885-98C0-6705-7361CDE075AF}"/>
          </ac:spMkLst>
        </pc:spChg>
        <pc:spChg chg="add mod">
          <ac:chgData name="Mrunal Patgaonkar" userId="8ae1cb0f-bf62-45e5-bfce-e84e909f2d98" providerId="ADAL" clId="{6DD79A14-B607-4968-91F0-F1D01360A255}" dt="2026-01-20T07:14:02.863" v="950" actId="14100"/>
          <ac:spMkLst>
            <pc:docMk/>
            <pc:sldMk cId="778050052" sldId="283"/>
            <ac:spMk id="8" creationId="{5DCCE031-8CD8-ADD9-E5D2-4288A09C476B}"/>
          </ac:spMkLst>
        </pc:spChg>
        <pc:spChg chg="del">
          <ac:chgData name="Mrunal Patgaonkar" userId="8ae1cb0f-bf62-45e5-bfce-e84e909f2d98" providerId="ADAL" clId="{6DD79A14-B607-4968-91F0-F1D01360A255}" dt="2026-01-20T07:15:57.413" v="972" actId="478"/>
          <ac:spMkLst>
            <pc:docMk/>
            <pc:sldMk cId="778050052" sldId="283"/>
            <ac:spMk id="9" creationId="{815076A1-92A5-C2C9-122D-96FBA01547B2}"/>
          </ac:spMkLst>
        </pc:spChg>
        <pc:spChg chg="add mod">
          <ac:chgData name="Mrunal Patgaonkar" userId="8ae1cb0f-bf62-45e5-bfce-e84e909f2d98" providerId="ADAL" clId="{6DD79A14-B607-4968-91F0-F1D01360A255}" dt="2026-01-20T07:14:02.863" v="950" actId="14100"/>
          <ac:spMkLst>
            <pc:docMk/>
            <pc:sldMk cId="778050052" sldId="283"/>
            <ac:spMk id="10" creationId="{59C4D159-8262-841A-D7A2-3165FA0CBA7C}"/>
          </ac:spMkLst>
        </pc:spChg>
        <pc:spChg chg="add mod">
          <ac:chgData name="Mrunal Patgaonkar" userId="8ae1cb0f-bf62-45e5-bfce-e84e909f2d98" providerId="ADAL" clId="{6DD79A14-B607-4968-91F0-F1D01360A255}" dt="2026-01-20T07:15:54.943" v="971" actId="20577"/>
          <ac:spMkLst>
            <pc:docMk/>
            <pc:sldMk cId="778050052" sldId="283"/>
            <ac:spMk id="12" creationId="{443FF1C7-9B6B-0132-43FA-7C4AA63932E7}"/>
          </ac:spMkLst>
        </pc:spChg>
      </pc:sldChg>
      <pc:sldChg chg="addSp delSp modSp add mod">
        <pc:chgData name="Mrunal Patgaonkar" userId="8ae1cb0f-bf62-45e5-bfce-e84e909f2d98" providerId="ADAL" clId="{6DD79A14-B607-4968-91F0-F1D01360A255}" dt="2026-01-20T07:50:14.665" v="988" actId="1076"/>
        <pc:sldMkLst>
          <pc:docMk/>
          <pc:sldMk cId="2748798999" sldId="284"/>
        </pc:sldMkLst>
        <pc:picChg chg="add mod">
          <ac:chgData name="Mrunal Patgaonkar" userId="8ae1cb0f-bf62-45e5-bfce-e84e909f2d98" providerId="ADAL" clId="{6DD79A14-B607-4968-91F0-F1D01360A255}" dt="2026-01-20T07:50:14.665" v="988" actId="1076"/>
          <ac:picMkLst>
            <pc:docMk/>
            <pc:sldMk cId="2748798999" sldId="284"/>
            <ac:picMk id="3" creationId="{463BCF52-A03C-F36E-8E53-5F59F4E69C21}"/>
          </ac:picMkLst>
        </pc:picChg>
        <pc:picChg chg="add mod">
          <ac:chgData name="Mrunal Patgaonkar" userId="8ae1cb0f-bf62-45e5-bfce-e84e909f2d98" providerId="ADAL" clId="{6DD79A14-B607-4968-91F0-F1D01360A255}" dt="2026-01-20T07:50:10.832" v="986" actId="1076"/>
          <ac:picMkLst>
            <pc:docMk/>
            <pc:sldMk cId="2748798999" sldId="284"/>
            <ac:picMk id="5" creationId="{64BF58CA-EAA1-2592-1B7A-25546574AA78}"/>
          </ac:picMkLst>
        </pc:picChg>
        <pc:picChg chg="del">
          <ac:chgData name="Mrunal Patgaonkar" userId="8ae1cb0f-bf62-45e5-bfce-e84e909f2d98" providerId="ADAL" clId="{6DD79A14-B607-4968-91F0-F1D01360A255}" dt="2026-01-20T07:49:48.910" v="977" actId="478"/>
          <ac:picMkLst>
            <pc:docMk/>
            <pc:sldMk cId="2748798999" sldId="284"/>
            <ac:picMk id="13" creationId="{F4F3254A-CBF0-3BED-4F2F-33C0A37351E2}"/>
          </ac:picMkLst>
        </pc:picChg>
        <pc:picChg chg="del">
          <ac:chgData name="Mrunal Patgaonkar" userId="8ae1cb0f-bf62-45e5-bfce-e84e909f2d98" providerId="ADAL" clId="{6DD79A14-B607-4968-91F0-F1D01360A255}" dt="2026-01-20T07:49:55.952" v="980" actId="478"/>
          <ac:picMkLst>
            <pc:docMk/>
            <pc:sldMk cId="2748798999" sldId="284"/>
            <ac:picMk id="15" creationId="{DA87F6C1-10C6-C158-3B9A-A05A095C505E}"/>
          </ac:picMkLst>
        </pc:picChg>
      </pc:sldChg>
    </pc:docChg>
  </pc:docChgLst>
  <pc:docChgLst>
    <pc:chgData name="Mrunal Patgaonkar" userId="S::mrunalp@tataclassedge.com::8ae1cb0f-bf62-45e5-bfce-e84e909f2d98" providerId="AD" clId="Web-{E1BAB781-F44B-48D3-8FAA-7EC7FA14F0AC}"/>
    <pc:docChg chg="addSld">
      <pc:chgData name="Mrunal Patgaonkar" userId="S::mrunalp@tataclassedge.com::8ae1cb0f-bf62-45e5-bfce-e84e909f2d98" providerId="AD" clId="Web-{E1BAB781-F44B-48D3-8FAA-7EC7FA14F0AC}" dt="2026-01-30T09:44:59.760" v="2"/>
      <pc:docMkLst>
        <pc:docMk/>
      </pc:docMkLst>
      <pc:sldChg chg="add replId">
        <pc:chgData name="Mrunal Patgaonkar" userId="S::mrunalp@tataclassedge.com::8ae1cb0f-bf62-45e5-bfce-e84e909f2d98" providerId="AD" clId="Web-{E1BAB781-F44B-48D3-8FAA-7EC7FA14F0AC}" dt="2026-01-30T09:44:42.666" v="0"/>
        <pc:sldMkLst>
          <pc:docMk/>
          <pc:sldMk cId="174111010" sldId="285"/>
        </pc:sldMkLst>
      </pc:sldChg>
      <pc:sldChg chg="add">
        <pc:chgData name="Mrunal Patgaonkar" userId="S::mrunalp@tataclassedge.com::8ae1cb0f-bf62-45e5-bfce-e84e909f2d98" providerId="AD" clId="Web-{E1BAB781-F44B-48D3-8FAA-7EC7FA14F0AC}" dt="2026-01-30T09:44:59.682" v="1"/>
        <pc:sldMkLst>
          <pc:docMk/>
          <pc:sldMk cId="142562229" sldId="286"/>
        </pc:sldMkLst>
      </pc:sldChg>
      <pc:sldChg chg="add">
        <pc:chgData name="Mrunal Patgaonkar" userId="S::mrunalp@tataclassedge.com::8ae1cb0f-bf62-45e5-bfce-e84e909f2d98" providerId="AD" clId="Web-{E1BAB781-F44B-48D3-8FAA-7EC7FA14F0AC}" dt="2026-01-30T09:44:59.760" v="2"/>
        <pc:sldMkLst>
          <pc:docMk/>
          <pc:sldMk cId="3456674384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16319-8B31-48E4-A344-D71434147C9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94AA5-A4FF-460E-A501-230D962EE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43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12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307B-42F1-2AF2-78D3-CD241D26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FA300-2EA0-0601-BE30-77EC52F1D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8CEA5-366E-E453-F647-BC9E79B08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4A5B-7D22-6FA9-8EB8-51225B4E6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47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9FF0-A09C-1852-1226-372FBA43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465EE-53F0-F4FA-7F87-E1E04A775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37BCB-2D10-0F1F-86B3-593CA2D4A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F9E80-F28E-7B60-FA12-42892FD9B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56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F839-2A3A-A614-59DF-EB222E28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C4952-EE8B-1235-23DA-D1DE177B8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B38B7-89E3-5B8E-B303-FBD1AEC5F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9FA4F-B868-6640-2132-199F1171D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18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9FF0-A09C-1852-1226-372FBA43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465EE-53F0-F4FA-7F87-E1E04A775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37BCB-2D10-0F1F-86B3-593CA2D4A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F9E80-F28E-7B60-FA12-42892FD9B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5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DDD74-DCA3-5C97-9B97-1CF3246A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08B4C-A4A1-0F6D-9A49-D8E6CE5B0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DD335-ECC3-BF4C-B7D4-CE96FADA3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875CF-A2C7-DA87-F04E-C67CF37F1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84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137C-CA92-E6A2-8731-0003FDD0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5F2C6-E478-DC34-BA5B-2C9E4D1B9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480A1-04AF-E989-7147-D27BD02A3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E8B0C-028F-9BAD-C46A-CB9790B82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088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9A68-5AB8-0122-1BEA-BF9F0822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B5E15-0E33-B9BD-42FA-ED5541C06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C21EC-7DDC-6BD2-ACC4-A79DE7540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93730-00FC-7AAA-4B82-BE2DE091D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021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0695-5B30-369B-28A0-11D97454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E101D-FB98-9E2E-8E0B-A9C356E69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8043F-2479-CEE8-DE9C-14B7FDBD1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A2AEE-02CF-38D3-83D7-9A5F43D9A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94AA5-A4FF-460E-A501-230D962EE37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55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02DD-7F4E-47C4-9C3D-D1F050CC9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AA1C7-C590-1D9D-49A8-DBA92434D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8F4C7-1DDA-26C0-4F5C-66694ADA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47582-6301-3FE8-2978-3EE10A8B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6819F-999B-4138-0C63-7DE6E44D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724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5F95-D673-2673-611E-C2E48B39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4A00-09A1-A94F-E945-1473C834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6BAC9-B2F3-6673-7AAC-57744357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61B33-3EA7-3F2F-6217-876B29B2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E2BFD-F6BF-4A2E-4379-99EA1208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3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920E-03EF-3FDF-7229-425B3903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4BFD5-11CC-0634-35B0-CB2C4911B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C0450-00CB-3FA8-E75E-08E840BC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C5D5E-0BA8-9DF4-B58D-C1A3DE89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753F8-1E62-6E36-B7C0-A8FD4BE0D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4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04EA-CECE-2907-31E7-A4053CCA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81DA-6E77-F607-1261-80932B5F7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834F0-AB86-E2ED-CC9A-2CDA7683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024D-B78B-AC0C-9F30-745EB463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BC48F-DAE2-7AFB-1B1A-7075D632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B46CF-8FD5-8C73-2D2E-FCEF8C96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66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FF2B-628A-C097-DE3B-99986101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2F35E-40C8-7C6E-D27F-87A86C931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BF3CE-8131-91BB-5A86-8B7BA6DDE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0219D-7A26-EA9E-FC35-080BB3C80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9CAAE-C6E2-A207-B5E3-02AE7E19D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50570-BF05-62D1-9AB3-1642A22F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2D1BE-8D7D-4319-3EB0-9305A1F8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F0B13-F2CD-2F4C-1E04-09D1CF91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55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BDAF-3C0E-18CA-F13C-CD7147C0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9F159-A56B-446A-93D4-A46AB5B9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218F8-BF6B-5BA2-186C-4048867C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DDBEB-54E1-332F-64A4-5751BE99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46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380C9-46A7-BD67-F65F-6834EA63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AD1A36-5219-045B-DCAB-8DB9A33A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56244-5112-B309-D32E-775D12CC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13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C915-B2A4-D20D-ED8B-138BFA6F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049FA-13C9-AEBD-A265-7B7C155D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DFE78-9183-E344-8FBE-582B8AAD7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640CA-1086-44B9-DB0E-9B1749F8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576EB-4444-779B-2968-07496B34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7693-D003-2467-EF18-9020F85E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4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5732-21C1-ACF6-915E-4DDAC98E0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AD204-447E-0262-3838-9EC10C039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A0AE2-5C18-44A0-2C1B-CF0014409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6128B-9B88-CF7C-AA30-662FBEF2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155E5-C1D8-4963-19BF-E6FCE689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979B9-F94B-3254-90DA-D6255528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4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F583-C520-6DF6-72B3-5AA7AF7C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12926-3AA7-8789-E794-D9572D08D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3640-CB77-F77E-5B9D-5F961D2C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5EBA5-67C1-93A7-B599-50ABCFE1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713AF-0A13-6E64-E6F2-0AC0AB05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8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74F98-FEB2-7632-A265-F41DA779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38DDA-70A4-1079-97E2-51F3C33DA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47507-E80F-3296-C8DF-03A19916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79940-0C44-F5DA-7C69-B69ADFC1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1C7DA-AB9E-9DD2-F33B-D58C4017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2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4B9BE8-696C-D72A-DA28-6E45A5B73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40CE-4B0B-B0E0-950B-F8E6722FC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29268-6C92-11ED-15BC-623BA35CA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04D62-789D-46FE-9513-92EEC7C9199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C64DE-3612-C872-A44C-B215128CE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FF1F3-3195-5F7D-30A7-B12EB0723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BB28D-B1B7-4F15-B4AB-3AD8029FAD1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4930D-620A-EC37-9679-C85A150D5C0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18113" y="6642100"/>
            <a:ext cx="17843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– Tata </a:t>
            </a:r>
            <a:r>
              <a:rPr lang="en-IN" sz="1000" err="1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ClassEdge</a:t>
            </a:r>
            <a:r>
              <a:rPr lang="en-IN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only</a:t>
            </a:r>
          </a:p>
        </p:txBody>
      </p:sp>
    </p:spTree>
    <p:extLst>
      <p:ext uri="{BB962C8B-B14F-4D97-AF65-F5344CB8AC3E}">
        <p14:creationId xmlns:p14="http://schemas.microsoft.com/office/powerpoint/2010/main" val="174231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chat/014c4dc9-5a25-45b1-9f67-03ab352bcfc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chat/ae191406-a63b-4c74-98db-43f51615d1f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7777-AFBE-24FE-28A9-4F5E9195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Widget Title: </a:t>
            </a:r>
            <a:r>
              <a:rPr lang="en-US" b="1"/>
              <a:t>Tests of Divisibility</a:t>
            </a:r>
            <a:endParaRPr lang="en-IN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B9A284-2D9A-8310-2D4E-8BB185E93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TP Details:</a:t>
            </a:r>
          </a:p>
          <a:p>
            <a:pPr marL="0" indent="0">
              <a:buNone/>
            </a:pPr>
            <a:r>
              <a:rPr lang="en-US"/>
              <a:t>CBSE Chapter 5:   Prime Time</a:t>
            </a:r>
          </a:p>
          <a:p>
            <a:pPr marL="0" indent="0">
              <a:buNone/>
            </a:pPr>
            <a:r>
              <a:rPr lang="en-US" b="1"/>
              <a:t>Divisibility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Math Level 3</a:t>
            </a:r>
          </a:p>
          <a:p>
            <a:pPr marL="0" indent="0">
              <a:buNone/>
            </a:pPr>
            <a:r>
              <a:rPr lang="en-US"/>
              <a:t>TP id: tp-84193065-6c41-493a-8fdf-7271bcc2a516</a:t>
            </a:r>
          </a:p>
          <a:p>
            <a:pPr marL="0" indent="0">
              <a:buNone/>
            </a:pPr>
            <a:r>
              <a:rPr lang="en-US"/>
              <a:t>TP title: Tests of Divisibility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39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BC2367-40E6-A09E-B37E-13F745AE86C4}"/>
              </a:ext>
            </a:extLst>
          </p:cNvPr>
          <p:cNvSpPr txBox="1"/>
          <p:nvPr/>
        </p:nvSpPr>
        <p:spPr>
          <a:xfrm>
            <a:off x="554935" y="116682"/>
            <a:ext cx="11082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Objective</a:t>
            </a:r>
          </a:p>
          <a:p>
            <a:r>
              <a:rPr lang="en-US"/>
              <a:t>The Factor Flask Game is an educational math game designed to help users understand and practice the concept of </a:t>
            </a:r>
            <a:r>
              <a:rPr lang="en-US" b="1"/>
              <a:t>factors</a:t>
            </a:r>
            <a:r>
              <a:rPr lang="en-US"/>
              <a:t> through an engaging, interactive experience.</a:t>
            </a: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7B740-1CE4-F23D-7F67-D8E640246E68}"/>
              </a:ext>
            </a:extLst>
          </p:cNvPr>
          <p:cNvSpPr txBox="1"/>
          <p:nvPr/>
        </p:nvSpPr>
        <p:spPr>
          <a:xfrm>
            <a:off x="554935" y="1824842"/>
            <a:ext cx="943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Use case and user interaction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AFF209-A70C-E7CA-992C-F8823170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81" y="2276784"/>
            <a:ext cx="807464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By playing this game, users will:</a:t>
            </a:r>
          </a:p>
          <a:p>
            <a:r>
              <a:rPr lang="en-US"/>
              <a:t>Understand what factors are (numbers that divide evenly into another number)</a:t>
            </a:r>
          </a:p>
          <a:p>
            <a:r>
              <a:rPr lang="en-US"/>
              <a:t>Develop pattern recognition skills with multiples and divisibility</a:t>
            </a:r>
          </a:p>
          <a:p>
            <a:r>
              <a:rPr lang="en-US"/>
              <a:t>Practice mental division with numbers up to 4 digits</a:t>
            </a:r>
          </a:p>
          <a:p>
            <a:r>
              <a:rPr lang="en-US"/>
              <a:t>Improve problem-solving speed and accuracy</a:t>
            </a:r>
          </a:p>
          <a:p>
            <a:r>
              <a:rPr lang="en-US"/>
              <a:t>Learn divisibility rules naturally through practice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Teachers assign the game as homework or in-class activity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practice identifying factors in an engaging, self-paced environment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Teachers can use it during math centers or as a reward activity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tracking through scores helps assess student understanding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00C99-48E1-8AF1-FE71-B79C1C61A054}"/>
              </a:ext>
            </a:extLst>
          </p:cNvPr>
          <p:cNvSpPr txBox="1"/>
          <p:nvPr/>
        </p:nvSpPr>
        <p:spPr>
          <a:xfrm>
            <a:off x="385141" y="595274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hlinkClick r:id="rId3"/>
              </a:rPr>
              <a:t>Interactive factor collection game - Claude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525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FC92-2185-BB0A-4F6A-C2DC052E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3C9FB3F-BE05-2338-5B02-404126AD8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12" y="384749"/>
            <a:ext cx="1075331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How to Play:</a:t>
            </a:r>
          </a:p>
          <a:p>
            <a:r>
              <a:rPr lang="en-US"/>
              <a:t>• Click on balls that are </a:t>
            </a:r>
            <a:r>
              <a:rPr lang="en-US" b="1"/>
              <a:t>factors</a:t>
            </a:r>
            <a:r>
              <a:rPr lang="en-US"/>
              <a:t> of the target number on the flask</a:t>
            </a:r>
          </a:p>
          <a:p>
            <a:r>
              <a:rPr lang="en-US"/>
              <a:t>• A factor divides the target number evenly (no remainder)</a:t>
            </a:r>
          </a:p>
          <a:p>
            <a:r>
              <a:rPr lang="en-US"/>
              <a:t>• Correct answers: </a:t>
            </a:r>
            <a:r>
              <a:rPr lang="en-US" b="1"/>
              <a:t>+10 points</a:t>
            </a:r>
            <a:endParaRPr lang="en-US"/>
          </a:p>
          <a:p>
            <a:r>
              <a:rPr lang="en-US"/>
              <a:t>• Wrong answers: </a:t>
            </a:r>
            <a:r>
              <a:rPr lang="en-US" b="1"/>
              <a:t>-5 points</a:t>
            </a:r>
            <a:endParaRPr lang="en-US"/>
          </a:p>
          <a:p>
            <a:r>
              <a:rPr lang="en-US"/>
              <a:t>• Try to collect all the factors and maximize your score!</a:t>
            </a:r>
          </a:p>
          <a:p>
            <a:r>
              <a:rPr lang="en-US"/>
              <a:t>• Once score of 200 is attained the user will progress to next level.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A383D-65A9-FC76-C71C-B2D233913A17}"/>
              </a:ext>
            </a:extLst>
          </p:cNvPr>
          <p:cNvSpPr txBox="1"/>
          <p:nvPr/>
        </p:nvSpPr>
        <p:spPr>
          <a:xfrm>
            <a:off x="693253" y="5885188"/>
            <a:ext cx="8033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Interactive bar graph creation - Claude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8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EF8B-001F-1091-B6D6-5FECC895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B8DBCA-F9FC-82AE-FA2D-C87DF657CBD6}"/>
              </a:ext>
            </a:extLst>
          </p:cNvPr>
          <p:cNvSpPr txBox="1"/>
          <p:nvPr/>
        </p:nvSpPr>
        <p:spPr>
          <a:xfrm>
            <a:off x="409333" y="248131"/>
            <a:ext cx="11697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Feedback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91E006-711C-177D-6CBB-9E1CF7EFC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786188"/>
            <a:ext cx="10563467" cy="56356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9EE4A0-A885-98C0-6705-7361CDE07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623633"/>
            <a:ext cx="10563467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41413"/>
                </a:solidFill>
                <a:effectLst/>
                <a:latin typeface="anthropic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141413"/>
              </a:solidFill>
              <a:effectLst/>
              <a:latin typeface="anthropic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DCCE031-8CD8-ADD9-E5D2-4288A09C4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328987"/>
            <a:ext cx="10563467" cy="56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9C4D159-8262-841A-D7A2-3165FA0CB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103871"/>
            <a:ext cx="10563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FF1C7-9B6B-0132-43FA-7C4AA63932E7}"/>
              </a:ext>
            </a:extLst>
          </p:cNvPr>
          <p:cNvSpPr txBox="1"/>
          <p:nvPr/>
        </p:nvSpPr>
        <p:spPr>
          <a:xfrm>
            <a:off x="1" y="719191"/>
            <a:ext cx="1178266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For Number 2:</a:t>
            </a:r>
            <a:r>
              <a:rPr lang="en-US" sz="1600"/>
              <a:t> ✗ Wrong! Test for 2: A number is divisible by 2 if it ends in 0, 2, 4, 6, or 8. [target number] ends in [last digit].</a:t>
            </a:r>
          </a:p>
          <a:p>
            <a:pPr>
              <a:buNone/>
            </a:pPr>
            <a:r>
              <a:rPr lang="en-US" sz="1600" b="1"/>
              <a:t>For Number 3:</a:t>
            </a:r>
            <a:r>
              <a:rPr lang="en-US" sz="1600"/>
              <a:t> ✗ Wrong! Test for 3: Sum the digits. [digit] + [digit] + [digit] + [digit] = [sum]. Since [sum] ÷ 3 has a remainder, [target number] is not divisible by 3.</a:t>
            </a:r>
          </a:p>
          <a:p>
            <a:pPr>
              <a:buNone/>
            </a:pPr>
            <a:r>
              <a:rPr lang="en-US" sz="1600" b="1"/>
              <a:t>For Number 4:</a:t>
            </a:r>
            <a:r>
              <a:rPr lang="en-US" sz="1600"/>
              <a:t> ✗ Wrong! Test for 4: Check if the last 2 digits form a number divisible by 4. The last two digits are [last two digits], and [last two digits] ÷ 4 has a remainder.</a:t>
            </a:r>
          </a:p>
          <a:p>
            <a:pPr>
              <a:buNone/>
            </a:pPr>
            <a:r>
              <a:rPr lang="en-US" sz="1600" b="1"/>
              <a:t>For Number 5:</a:t>
            </a:r>
            <a:r>
              <a:rPr lang="en-US" sz="1600"/>
              <a:t> ✗ Wrong! Test for 5: A number is divisible by 5 if it ends in 0 or 5. [target number] ends in [last digit].</a:t>
            </a:r>
          </a:p>
          <a:p>
            <a:r>
              <a:rPr lang="en-US" sz="1600" b="1"/>
              <a:t>For Number 6:</a:t>
            </a:r>
            <a:r>
              <a:rPr lang="en-US" sz="1600"/>
              <a:t> ✗ Wrong! Test for 6: Must be divisible by both 2 and 3. [target number] is odd, so not divisible by 2.</a:t>
            </a:r>
          </a:p>
          <a:p>
            <a:r>
              <a:rPr lang="en-US" sz="1600"/>
              <a:t>OR</a:t>
            </a:r>
          </a:p>
          <a:p>
            <a:r>
              <a:rPr lang="en-US" sz="1600"/>
              <a:t>✗ Wrong! Test for 6: Must be divisible by both 2 and 3. [target number] is even, but digit sum ([sum]) is not divisible by 3.</a:t>
            </a:r>
          </a:p>
          <a:p>
            <a:r>
              <a:rPr lang="en-US" sz="1600" b="1"/>
              <a:t>For Number 9:</a:t>
            </a:r>
            <a:r>
              <a:rPr lang="en-US" sz="1600"/>
              <a:t> ✗ Wrong! Test for 9: Sum the digits. [digit] + [digit] + [digit] + [digit] = [sum]. Since [sum] ÷ 9 has a remainder, [target number] is not divisible by 9.</a:t>
            </a:r>
          </a:p>
          <a:p>
            <a:r>
              <a:rPr lang="en-US" sz="1600" b="1"/>
              <a:t>For Number 10:</a:t>
            </a:r>
            <a:r>
              <a:rPr lang="en-US" sz="1600"/>
              <a:t> ✗ Wrong! Test for 10: A number is divisible by 10 if it ends in 0. [target number] ends in [last digit].</a:t>
            </a:r>
          </a:p>
          <a:p>
            <a:pPr>
              <a:buNone/>
            </a:pPr>
            <a:r>
              <a:rPr lang="en-US" sz="1600" b="1"/>
              <a:t>For Number 11:</a:t>
            </a:r>
            <a:r>
              <a:rPr lang="en-US" sz="1600"/>
              <a:t> ✗ Wrong! Test for 11: Alternating sum of digits. +[digit] -[digit] +[digit] -[digit] = [alternating sum]. Not divisible by 11.</a:t>
            </a:r>
          </a:p>
          <a:p>
            <a:endParaRPr lang="en-US" sz="1600" b="1"/>
          </a:p>
          <a:p>
            <a:r>
              <a:rPr lang="en-US" sz="1600" b="1"/>
              <a:t>Example with target number 3690:</a:t>
            </a:r>
            <a:endParaRPr lang="en-US" sz="1600"/>
          </a:p>
          <a:p>
            <a:r>
              <a:rPr lang="en-US" sz="1600" b="1"/>
              <a:t>2</a:t>
            </a:r>
            <a:r>
              <a:rPr lang="en-US" sz="1600"/>
              <a:t>: ✗ Wrong! Test for 2: A number is divisible by 2 if it ends in 0, 2, 4, 6, or 8. 3690 ends in 0. </a:t>
            </a:r>
            <a:r>
              <a:rPr lang="en-US" sz="1600" i="1"/>
              <a:t>(This would actually be correct!)</a:t>
            </a:r>
            <a:endParaRPr lang="en-US" sz="1600"/>
          </a:p>
          <a:p>
            <a:r>
              <a:rPr lang="en-US" sz="1600" b="1"/>
              <a:t>3</a:t>
            </a:r>
            <a:r>
              <a:rPr lang="en-US" sz="1600"/>
              <a:t>: ✗ Wrong! Test for 3: Sum the digits. 3 + 6 + 9 + 0 = 18. Since 18 ÷ 3 has a remainder, 3690 is not divisible by 3. </a:t>
            </a:r>
            <a:r>
              <a:rPr lang="en-US" sz="1600" i="1"/>
              <a:t>(This would actually be correct!)</a:t>
            </a:r>
            <a:endParaRPr lang="en-US" sz="1600"/>
          </a:p>
          <a:p>
            <a:r>
              <a:rPr lang="en-US" sz="1600" b="1"/>
              <a:t>4</a:t>
            </a:r>
            <a:r>
              <a:rPr lang="en-US" sz="1600"/>
              <a:t>: ✗ Wrong! Test for 4: Check if the last 2 digits form a number divisible by 4. The last two digits are 90, and 90 ÷ 4 has a remainder.</a:t>
            </a:r>
          </a:p>
          <a:p>
            <a:r>
              <a:rPr lang="en-US" sz="1600" b="1"/>
              <a:t>11</a:t>
            </a:r>
            <a:r>
              <a:rPr lang="en-US" sz="1600"/>
              <a:t>: ✗ Wrong! Test for 11: Alternating sum of digits. +3 -6 +9 -0 = 6. Not divisible by 11.</a:t>
            </a:r>
          </a:p>
        </p:txBody>
      </p:sp>
    </p:spTree>
    <p:extLst>
      <p:ext uri="{BB962C8B-B14F-4D97-AF65-F5344CB8AC3E}">
        <p14:creationId xmlns:p14="http://schemas.microsoft.com/office/powerpoint/2010/main" val="77805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C7C3-A779-7B03-7F70-0D7A9A74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513AA-03F1-C438-CDB9-B709E3331F90}"/>
              </a:ext>
            </a:extLst>
          </p:cNvPr>
          <p:cNvSpPr txBox="1"/>
          <p:nvPr/>
        </p:nvSpPr>
        <p:spPr>
          <a:xfrm>
            <a:off x="409333" y="248131"/>
            <a:ext cx="11697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Feedback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338C3E-A084-C1D9-C9D2-6D35FD255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786188"/>
            <a:ext cx="10563467" cy="56356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94DAA41-022C-B0A6-AB53-6B7B6E754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623633"/>
            <a:ext cx="10563467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41413"/>
                </a:solidFill>
                <a:effectLst/>
                <a:latin typeface="anthropic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141413"/>
              </a:solidFill>
              <a:effectLst/>
              <a:latin typeface="anthropic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8620D2-CCCB-1DD2-1AD4-693BFF2EE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328987"/>
            <a:ext cx="10563467" cy="56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0F6D057-8959-7A98-5094-DA51E2AD1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103871"/>
            <a:ext cx="10563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C508F-367E-9869-6E06-43C9AD7E4BAA}"/>
              </a:ext>
            </a:extLst>
          </p:cNvPr>
          <p:cNvSpPr txBox="1"/>
          <p:nvPr/>
        </p:nvSpPr>
        <p:spPr>
          <a:xfrm>
            <a:off x="1" y="719191"/>
            <a:ext cx="1178266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For Number 2:</a:t>
            </a:r>
            <a:r>
              <a:rPr lang="en-US" sz="1600"/>
              <a:t> ✗ Wrong! Test for 2: A number is divisible by 2 if it ends in 0, 2, 4, 6, or 8. [target number] ends in [last digit].</a:t>
            </a:r>
          </a:p>
          <a:p>
            <a:pPr>
              <a:buNone/>
            </a:pPr>
            <a:r>
              <a:rPr lang="en-US" sz="1600" b="1"/>
              <a:t>For Number 3:</a:t>
            </a:r>
            <a:r>
              <a:rPr lang="en-US" sz="1600"/>
              <a:t> ✗ Wrong! Test for 3: Sum the digits. [digit] + [digit] + [digit] + [digit] = [sum]. Since [sum] ÷ 3 has a remainder, [target number] is not divisible by 3.</a:t>
            </a:r>
          </a:p>
          <a:p>
            <a:pPr>
              <a:buNone/>
            </a:pPr>
            <a:r>
              <a:rPr lang="en-US" sz="1600" b="1"/>
              <a:t>For Number 4:</a:t>
            </a:r>
            <a:r>
              <a:rPr lang="en-US" sz="1600"/>
              <a:t> ✗ Wrong! Test for 4: Check if the last 2 digits form a number divisible by 4. The last two digits are [last two digits], and [last two digits] ÷ 4 has a remainder.</a:t>
            </a:r>
          </a:p>
          <a:p>
            <a:pPr>
              <a:buNone/>
            </a:pPr>
            <a:r>
              <a:rPr lang="en-US" sz="1600" b="1"/>
              <a:t>For Number 5:</a:t>
            </a:r>
            <a:r>
              <a:rPr lang="en-US" sz="1600"/>
              <a:t> ✗ Wrong! Test for 5: A number is divisible by 5 if it ends in 0 or 5. [target number] ends in [last digit].</a:t>
            </a:r>
          </a:p>
          <a:p>
            <a:r>
              <a:rPr lang="en-US" sz="1600" b="1"/>
              <a:t>For Number 6:</a:t>
            </a:r>
            <a:r>
              <a:rPr lang="en-US" sz="1600"/>
              <a:t> ✗ Wrong! Test for 6: Must be divisible by both 2 and 3. [target number] is odd, so not divisible by 2.</a:t>
            </a:r>
          </a:p>
          <a:p>
            <a:r>
              <a:rPr lang="en-US" sz="1600"/>
              <a:t>OR</a:t>
            </a:r>
          </a:p>
          <a:p>
            <a:r>
              <a:rPr lang="en-US" sz="1600"/>
              <a:t>✗ Wrong! Test for 6: Must be divisible by both 2 and 3. [target number] is even, but digit sum ([sum]) is not divisible by 3.</a:t>
            </a:r>
          </a:p>
          <a:p>
            <a:r>
              <a:rPr lang="en-US" sz="1600" b="1"/>
              <a:t>For Number 9:</a:t>
            </a:r>
            <a:r>
              <a:rPr lang="en-US" sz="1600"/>
              <a:t> ✗ Wrong! Test for 9: Sum the digits. [digit] + [digit] + [digit] + [digit] = [sum]. Since [sum] ÷ 9 has a remainder, [target number] is not divisible by 9.</a:t>
            </a:r>
          </a:p>
          <a:p>
            <a:r>
              <a:rPr lang="en-US" sz="1600" b="1"/>
              <a:t>For Number 10:</a:t>
            </a:r>
            <a:r>
              <a:rPr lang="en-US" sz="1600"/>
              <a:t> ✗ Wrong! Test for 10: A number is divisible by 10 if it ends in 0. [target number] ends in [last digit].</a:t>
            </a:r>
          </a:p>
          <a:p>
            <a:pPr>
              <a:buNone/>
            </a:pPr>
            <a:r>
              <a:rPr lang="en-US" sz="1600" b="1"/>
              <a:t>For Number 11:</a:t>
            </a:r>
            <a:r>
              <a:rPr lang="en-US" sz="1600"/>
              <a:t> ✗ Wrong! Test for 11: Alternating sum of digits. +[digit] -[digit] +[digit] -[digit] = [alternating sum]. Not divisible by 11.</a:t>
            </a:r>
          </a:p>
          <a:p>
            <a:endParaRPr lang="en-US" sz="1600" b="1"/>
          </a:p>
          <a:p>
            <a:r>
              <a:rPr lang="en-US" sz="1600" b="1"/>
              <a:t>Example with target number 3690:</a:t>
            </a:r>
            <a:endParaRPr lang="en-US" sz="1600"/>
          </a:p>
          <a:p>
            <a:r>
              <a:rPr lang="en-US" sz="1600" b="1"/>
              <a:t>2</a:t>
            </a:r>
            <a:r>
              <a:rPr lang="en-US" sz="1600"/>
              <a:t>: ✗ Wrong! Test for 2: A number is divisible by 2 if it ends in 0, 2, 4, 6, or 8. 3690 ends in 0. </a:t>
            </a:r>
            <a:r>
              <a:rPr lang="en-US" sz="1600" i="1"/>
              <a:t>(This would actually be correct!)</a:t>
            </a:r>
            <a:endParaRPr lang="en-US" sz="1600"/>
          </a:p>
          <a:p>
            <a:r>
              <a:rPr lang="en-US" sz="1600" b="1"/>
              <a:t>3</a:t>
            </a:r>
            <a:r>
              <a:rPr lang="en-US" sz="1600"/>
              <a:t>: ✗ Wrong! Test for 3: Sum the digits. 3 + 6 + 9 + 0 = 18. Since 18 ÷ 3 has a remainder, 3690 is not divisible by 3. </a:t>
            </a:r>
            <a:r>
              <a:rPr lang="en-US" sz="1600" i="1"/>
              <a:t>(This would actually be correct!)</a:t>
            </a:r>
            <a:endParaRPr lang="en-US" sz="1600"/>
          </a:p>
          <a:p>
            <a:r>
              <a:rPr lang="en-US" sz="1600" b="1"/>
              <a:t>4</a:t>
            </a:r>
            <a:r>
              <a:rPr lang="en-US" sz="1600"/>
              <a:t>: ✗ Wrong! Test for 4: Check if the last 2 digits form a number divisible by 4. The last two digits are 90, and 90 ÷ 4 has a remainder.</a:t>
            </a:r>
          </a:p>
          <a:p>
            <a:r>
              <a:rPr lang="en-US" sz="1600" b="1"/>
              <a:t>11</a:t>
            </a:r>
            <a:r>
              <a:rPr lang="en-US" sz="1600"/>
              <a:t>: ✗ Wrong! Test for 11: Alternating sum of digits. +3 -6 +9 -0 = 6. Not divisible by 11.</a:t>
            </a:r>
          </a:p>
        </p:txBody>
      </p:sp>
    </p:spTree>
    <p:extLst>
      <p:ext uri="{BB962C8B-B14F-4D97-AF65-F5344CB8AC3E}">
        <p14:creationId xmlns:p14="http://schemas.microsoft.com/office/powerpoint/2010/main" val="17411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EF8B-001F-1091-B6D6-5FECC895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B8DBCA-F9FC-82AE-FA2D-C87DF657CBD6}"/>
              </a:ext>
            </a:extLst>
          </p:cNvPr>
          <p:cNvSpPr txBox="1"/>
          <p:nvPr/>
        </p:nvSpPr>
        <p:spPr>
          <a:xfrm>
            <a:off x="409333" y="248131"/>
            <a:ext cx="11697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Feedback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91E006-711C-177D-6CBB-9E1CF7EFC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786188"/>
            <a:ext cx="10563467" cy="56356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9EE4A0-A885-98C0-6705-7361CDE07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623633"/>
            <a:ext cx="10563467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41413"/>
                </a:solidFill>
                <a:effectLst/>
                <a:latin typeface="anthropic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141413"/>
              </a:solidFill>
              <a:effectLst/>
              <a:latin typeface="anthropic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DCCE031-8CD8-ADD9-E5D2-4288A09C4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328987"/>
            <a:ext cx="10563467" cy="56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9C4D159-8262-841A-D7A2-3165FA0CB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103871"/>
            <a:ext cx="10563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FF1C7-9B6B-0132-43FA-7C4AA63932E7}"/>
              </a:ext>
            </a:extLst>
          </p:cNvPr>
          <p:cNvSpPr txBox="1"/>
          <p:nvPr/>
        </p:nvSpPr>
        <p:spPr>
          <a:xfrm>
            <a:off x="86965" y="617463"/>
            <a:ext cx="1178266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For Number 2:</a:t>
            </a:r>
            <a:r>
              <a:rPr lang="en-US" sz="1600"/>
              <a:t> ✗ Wrong! Test for 2: A number is divisible by 2 if it ends in 0, 2, 4, 6, or 8. [target number] ends in [last digit].</a:t>
            </a:r>
          </a:p>
          <a:p>
            <a:pPr>
              <a:buNone/>
            </a:pPr>
            <a:r>
              <a:rPr lang="en-US" sz="1600"/>
              <a:t>✓ Correct! 2 is a factor: A number is divisible by 2 if it ends in 0, 2, 4, 6, or 8 . [target number] ends in [last digit]. </a:t>
            </a:r>
          </a:p>
          <a:p>
            <a:pPr>
              <a:buNone/>
            </a:pPr>
            <a:r>
              <a:rPr lang="en-US" sz="1600" b="1"/>
              <a:t>For Number 3:</a:t>
            </a:r>
            <a:r>
              <a:rPr lang="en-US" sz="1600"/>
              <a:t> ✗ Wrong! Test for 3: Sum the digits. [digit] + [digit] + [digit] + [digit] = [sum]. Since [sum] ÷ 3 has a remainder, [target number] is not divisible by 3.</a:t>
            </a:r>
          </a:p>
          <a:p>
            <a:pPr>
              <a:buNone/>
            </a:pPr>
            <a:r>
              <a:rPr lang="en-US" sz="1600"/>
              <a:t>✓ Correct! 3 is a factor : Sum the digits. [digit] + [digit] + [digit] + [digit] = [sum]. Since [sum] ÷ 3 has no remainder, [target number] is divisible by 3. </a:t>
            </a:r>
          </a:p>
          <a:p>
            <a:pPr>
              <a:buNone/>
            </a:pPr>
            <a:r>
              <a:rPr lang="en-US" sz="1600" b="1"/>
              <a:t>For Number 4:</a:t>
            </a:r>
            <a:r>
              <a:rPr lang="en-US" sz="1600"/>
              <a:t> ✗ Wrong! Test for 4: Check if the last 2 digits form a number divisible by 4. The last two digits are [last two digits], and [last two digits] ÷ 4 has a remainder.</a:t>
            </a:r>
          </a:p>
          <a:p>
            <a:pPr>
              <a:buNone/>
            </a:pPr>
            <a:r>
              <a:rPr lang="en-US" sz="1600"/>
              <a:t>✓ Correct! 3 is a factor : The last two digits of  [target number] are [last two digits], and [last two digits] ÷ 4 has no remainder.</a:t>
            </a:r>
          </a:p>
          <a:p>
            <a:pPr>
              <a:buNone/>
            </a:pPr>
            <a:r>
              <a:rPr lang="en-US" sz="1600" b="1"/>
              <a:t>For Number 5:</a:t>
            </a:r>
            <a:r>
              <a:rPr lang="en-US" sz="1600"/>
              <a:t> ✗ Wrong! Test for 5: A number is divisible by 5 if it ends in 0 or 5. [target number] ends in [last digit].</a:t>
            </a:r>
          </a:p>
          <a:p>
            <a:pPr>
              <a:buNone/>
            </a:pPr>
            <a:r>
              <a:rPr lang="en-US" sz="1600"/>
              <a:t>✓ Correct! 5 is a factor: A number is divisible by 5 if it ends in 0 or 5. [target number] ends in [last digit].</a:t>
            </a:r>
          </a:p>
          <a:p>
            <a:r>
              <a:rPr lang="en-US" sz="1600" b="1"/>
              <a:t>For Number 6:</a:t>
            </a:r>
            <a:r>
              <a:rPr lang="en-US" sz="1600"/>
              <a:t> ✗ Wrong! Test for 6: Must be divisible by both 2 and 3. [target number] is odd, so not divisible by 2.</a:t>
            </a:r>
          </a:p>
          <a:p>
            <a:r>
              <a:rPr lang="en-US" sz="1600"/>
              <a:t>                                                                                                OR</a:t>
            </a:r>
          </a:p>
          <a:p>
            <a:r>
              <a:rPr lang="en-US" sz="1600"/>
              <a:t>✗ Wrong! Test for 6: Must be divisible by both 2 and 3. [target number] is even, but digit sum ([sum]) is not divisible by 3.</a:t>
            </a:r>
          </a:p>
          <a:p>
            <a:r>
              <a:rPr lang="en-US" sz="1600"/>
              <a:t>✓ Correct! 6 is a factor: Must be divisible by both 2 and 3. [target number] is even, and the digit sum ([sum]) is divisible by 3.</a:t>
            </a:r>
          </a:p>
          <a:p>
            <a:r>
              <a:rPr lang="en-US" sz="1600" b="1"/>
              <a:t>For Number 9:</a:t>
            </a:r>
            <a:r>
              <a:rPr lang="en-US" sz="1600"/>
              <a:t> ✗ Wrong! Test for 9: Sum the digits. [digit] + [digit] + [digit] + [digit] = [sum]. Since [sum] ÷ 9 has a remainder, [target number] is not divisible by 9.</a:t>
            </a:r>
          </a:p>
          <a:p>
            <a:r>
              <a:rPr lang="en-US" sz="1600"/>
              <a:t>✓ Correct! 9 is a factor: Sum the digits. [digit] + [digit] + [digit] + [digit] = [sum]. Since [sum] ÷ 9 has no remainder, [target number] is divisible by 9.</a:t>
            </a:r>
          </a:p>
          <a:p>
            <a:r>
              <a:rPr lang="en-US" sz="1600" b="1"/>
              <a:t>For Number 10:</a:t>
            </a:r>
            <a:r>
              <a:rPr lang="en-US" sz="1600"/>
              <a:t> ✗ Wrong! Test for 10: A number is divisible by 10 if it ends in 0. [target number] ends in [last digit].</a:t>
            </a:r>
          </a:p>
          <a:p>
            <a:r>
              <a:rPr lang="en-US" sz="1600"/>
              <a:t>✓ Correct! 5 is a factor: A number is divisible by 10 if it ends in 0. [target number] ends in [last digit].</a:t>
            </a:r>
          </a:p>
          <a:p>
            <a:pPr>
              <a:buNone/>
            </a:pPr>
            <a:r>
              <a:rPr lang="en-US" sz="1600" b="1"/>
              <a:t>For Number 11:</a:t>
            </a:r>
            <a:r>
              <a:rPr lang="en-US" sz="1600"/>
              <a:t> ✗ Wrong! Test for 11: Alternating sum of digits. +[digit] -[digit] +[digit] -[digit] = [alternating sum]. Not divisible by 11.</a:t>
            </a:r>
          </a:p>
          <a:p>
            <a:r>
              <a:rPr lang="en-US" sz="1600"/>
              <a:t>✓ Correct! 11 is a factor: Alternating sum of digits. +[digit] -[digit] +[digit] -[digit] = [alternating sum] is 0.</a:t>
            </a:r>
          </a:p>
          <a:p>
            <a:r>
              <a:rPr lang="en-US" sz="1600" b="1"/>
              <a:t>OR</a:t>
            </a:r>
          </a:p>
          <a:p>
            <a:r>
              <a:rPr lang="en-US" sz="1600"/>
              <a:t>✓ Correct! 11 is a factor: Alternating sum of digits. +[digit] -[digit] +[digit] -[digit] = [alternating sum] is divisible by 11.</a:t>
            </a:r>
            <a:endParaRPr lang="en-US" sz="1600" b="1"/>
          </a:p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4256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1DD0-45CE-F4AB-9E6F-DBB2C05D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70E02-ED3E-0DF4-B23D-5240CB446075}"/>
              </a:ext>
            </a:extLst>
          </p:cNvPr>
          <p:cNvSpPr txBox="1"/>
          <p:nvPr/>
        </p:nvSpPr>
        <p:spPr>
          <a:xfrm>
            <a:off x="409333" y="248131"/>
            <a:ext cx="11697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Feedback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566F77-94A6-12C2-1A66-DA0503B60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786188"/>
            <a:ext cx="10563467" cy="56356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EE58CB1-110C-C763-8824-8D7909EC3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623633"/>
            <a:ext cx="10563467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41413"/>
                </a:solidFill>
                <a:effectLst/>
                <a:latin typeface="anthropic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141413"/>
              </a:solidFill>
              <a:effectLst/>
              <a:latin typeface="anthropic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E78F48-25E0-523A-309F-D933B1869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328987"/>
            <a:ext cx="10563467" cy="56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FE3A783-6E0A-A556-0BCB-153B49395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333" y="2103871"/>
            <a:ext cx="10563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B0563-1198-6B9A-37B0-A7043D9645EE}"/>
              </a:ext>
            </a:extLst>
          </p:cNvPr>
          <p:cNvSpPr txBox="1"/>
          <p:nvPr/>
        </p:nvSpPr>
        <p:spPr>
          <a:xfrm>
            <a:off x="409333" y="756313"/>
            <a:ext cx="113733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Example with target number 3690:</a:t>
            </a:r>
            <a:endParaRPr lang="en-US" sz="1800"/>
          </a:p>
          <a:p>
            <a:r>
              <a:rPr lang="en-US" sz="1800" b="1"/>
              <a:t>2</a:t>
            </a:r>
            <a:r>
              <a:rPr lang="en-US" sz="1800"/>
              <a:t>: ✓ Correct! 2 is a factor: A number is divisible by 2 if it ends in 0, 2, 4, 6, or 8. 3690 ends in 0. </a:t>
            </a:r>
          </a:p>
          <a:p>
            <a:r>
              <a:rPr lang="en-US" sz="1800" b="1"/>
              <a:t>3</a:t>
            </a:r>
            <a:r>
              <a:rPr lang="en-US" sz="1800"/>
              <a:t>: ✓ Correct! 3 is a factor : Sum the digits. 3 + 6 + 9 + 0 = 18. Since 18 ÷ 3 has no remainder, 3690 is divisible by 3. </a:t>
            </a:r>
          </a:p>
          <a:p>
            <a:r>
              <a:rPr lang="en-US" sz="1800" b="1"/>
              <a:t>4</a:t>
            </a:r>
            <a:r>
              <a:rPr lang="en-US" sz="1800"/>
              <a:t>: ✗ Wrong! Test for 4: Check if the last 2 digits form a number divisible by 4. The last two digits are 90, and 90 ÷ 4 has a remainder.</a:t>
            </a:r>
          </a:p>
          <a:p>
            <a:r>
              <a:rPr lang="en-US" sz="1800" b="1"/>
              <a:t>5</a:t>
            </a:r>
            <a:r>
              <a:rPr lang="en-US" sz="1800"/>
              <a:t>: ✓ Correct! 5 is a factor: A number is divisible by 5 if it ends in 0 or 5. 3690 ends in 0. </a:t>
            </a:r>
          </a:p>
          <a:p>
            <a:r>
              <a:rPr lang="en-US" sz="1800" b="1"/>
              <a:t>6</a:t>
            </a:r>
            <a:r>
              <a:rPr lang="en-US" sz="1800"/>
              <a:t>: ✓ Correct! 6 is a factor: Must be divisible by both 2 and 3. 3690 is even, and digit sum (3 + 6 + 9 + 0 = 18) is divisible by 3.</a:t>
            </a:r>
          </a:p>
          <a:p>
            <a:r>
              <a:rPr lang="en-US" sz="1800" b="1"/>
              <a:t>9</a:t>
            </a:r>
            <a:r>
              <a:rPr lang="en-US" sz="1800"/>
              <a:t>: ✓ Correct! 3 is a factor : Sum the digits. 3 + 6 + 9 + 0 = 18. Since 18 ÷ 9 has no remainder, 3690 is divisible by 9. </a:t>
            </a:r>
          </a:p>
          <a:p>
            <a:r>
              <a:rPr lang="en-US" sz="1800" b="1"/>
              <a:t>10:</a:t>
            </a:r>
            <a:r>
              <a:rPr lang="en-US" sz="1800"/>
              <a:t> ✓ Correct! 3 is a factor :  A number is divisible by 10 if it ends in 0. 3690 ends in 0.</a:t>
            </a:r>
          </a:p>
          <a:p>
            <a:r>
              <a:rPr lang="en-US" sz="1800" b="1"/>
              <a:t>11</a:t>
            </a:r>
            <a:r>
              <a:rPr lang="en-US" sz="1800"/>
              <a:t>: ✗ Wrong! Test for 11: Alternating sum of digits. +3 -6 +9 -0 = 6. Not divisible by 11.</a:t>
            </a:r>
          </a:p>
        </p:txBody>
      </p:sp>
    </p:spTree>
    <p:extLst>
      <p:ext uri="{BB962C8B-B14F-4D97-AF65-F5344CB8AC3E}">
        <p14:creationId xmlns:p14="http://schemas.microsoft.com/office/powerpoint/2010/main" val="3456674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1F323-6759-E57D-4BF9-F45BC2E1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12DE23D-2CF0-91EA-4B82-CBE7E63F6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95" y="101003"/>
            <a:ext cx="6409914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Graphic instructions</a:t>
            </a:r>
          </a:p>
          <a:p>
            <a:r>
              <a:rPr lang="en-US"/>
              <a:t>User reads the target number displayed in the flask (e.g., 3690)</a:t>
            </a:r>
          </a:p>
          <a:p>
            <a:r>
              <a:rPr lang="en-US"/>
              <a:t>User reviews available numbered balls (2,3,4,5,6,9,10 and 11)</a:t>
            </a:r>
          </a:p>
          <a:p>
            <a:r>
              <a:rPr lang="en-US"/>
              <a:t>User's goal: Identify which balls contain factors of the target number</a:t>
            </a:r>
          </a:p>
          <a:p>
            <a:endParaRPr lang="en-US"/>
          </a:p>
          <a:p>
            <a:r>
              <a:rPr lang="en-US"/>
              <a:t>User hovers over a ball → Ball enlarges slightly (visual feedback)</a:t>
            </a:r>
          </a:p>
          <a:p>
            <a:r>
              <a:rPr lang="en-US"/>
              <a:t>User clicks on a ball they believe is a factor</a:t>
            </a:r>
          </a:p>
          <a:p>
            <a:endParaRPr lang="en-US"/>
          </a:p>
          <a:p>
            <a:r>
              <a:rPr lang="en-US" b="1"/>
              <a:t>If Correct:</a:t>
            </a:r>
            <a:endParaRPr lang="en-US"/>
          </a:p>
          <a:p>
            <a:r>
              <a:rPr lang="en-US"/>
              <a:t>Ball becomes semi-transparent and displays a checkmark ✓</a:t>
            </a:r>
          </a:p>
          <a:p>
            <a:r>
              <a:rPr lang="en-US"/>
              <a:t>Flask fills with the same </a:t>
            </a:r>
            <a:r>
              <a:rPr lang="en-US" err="1"/>
              <a:t>colour</a:t>
            </a:r>
            <a:r>
              <a:rPr lang="en-US"/>
              <a:t> ball with the number on it visible on the flask.</a:t>
            </a:r>
          </a:p>
          <a:p>
            <a:r>
              <a:rPr lang="en-US"/>
              <a:t>Green success message appears: "✓ Correct! [number] is a factor!"</a:t>
            </a:r>
          </a:p>
          <a:p>
            <a:r>
              <a:rPr lang="en-US"/>
              <a:t>Score increases by +10 points</a:t>
            </a:r>
          </a:p>
          <a:p>
            <a:r>
              <a:rPr lang="en-US" b="1"/>
              <a:t>If Incorrect:</a:t>
            </a:r>
            <a:endParaRPr lang="en-US"/>
          </a:p>
          <a:p>
            <a:r>
              <a:rPr lang="en-US"/>
              <a:t>The ball falls outside the flask</a:t>
            </a:r>
          </a:p>
          <a:p>
            <a:r>
              <a:rPr lang="en-US"/>
              <a:t>Red error message appears: "✗ Wrong! [number] is NOT a factor!“ Along with </a:t>
            </a:r>
            <a:r>
              <a:rPr lang="en-US">
                <a:highlight>
                  <a:srgbClr val="FFFF00"/>
                </a:highlight>
              </a:rPr>
              <a:t>feedback</a:t>
            </a:r>
          </a:p>
          <a:p>
            <a:r>
              <a:rPr lang="en-US"/>
              <a:t>Score decreases by -5 points (minimum 0)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EEBDE-10A1-F8FD-B5D6-B236434029FC}"/>
              </a:ext>
            </a:extLst>
          </p:cNvPr>
          <p:cNvSpPr txBox="1"/>
          <p:nvPr/>
        </p:nvSpPr>
        <p:spPr>
          <a:xfrm>
            <a:off x="6450496" y="101003"/>
            <a:ext cx="541682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Continuing Play</a:t>
            </a:r>
          </a:p>
          <a:p>
            <a:r>
              <a:rPr lang="en-US"/>
              <a:t>User continues selecting balls until they've found all factors</a:t>
            </a:r>
          </a:p>
          <a:p>
            <a:r>
              <a:rPr lang="en-US"/>
              <a:t>Already selected balls cannot be clicked again</a:t>
            </a:r>
          </a:p>
          <a:p>
            <a:r>
              <a:rPr lang="en-US"/>
              <a:t>User can strategize to maximize score (avoiding wrong guesses)</a:t>
            </a:r>
          </a:p>
          <a:p>
            <a:endParaRPr lang="en-US" b="1"/>
          </a:p>
          <a:p>
            <a:r>
              <a:rPr lang="en-US" b="1"/>
              <a:t>Game Completion</a:t>
            </a:r>
          </a:p>
          <a:p>
            <a:r>
              <a:rPr lang="en-US"/>
              <a:t>User has attempted most or all balls.</a:t>
            </a:r>
          </a:p>
          <a:p>
            <a:r>
              <a:rPr lang="en-US"/>
              <a:t>User can review which factors they collected</a:t>
            </a:r>
          </a:p>
          <a:p>
            <a:r>
              <a:rPr lang="en-US"/>
              <a:t>User clicks "New Number" button</a:t>
            </a:r>
          </a:p>
          <a:p>
            <a:r>
              <a:rPr lang="en-US"/>
              <a:t>Once score is above 100 progress to next level.</a:t>
            </a:r>
          </a:p>
          <a:p>
            <a:endParaRPr lang="en-US"/>
          </a:p>
          <a:p>
            <a:r>
              <a:rPr lang="en-US" b="1"/>
              <a:t>Step 6: Starting New Round</a:t>
            </a:r>
          </a:p>
          <a:p>
            <a:r>
              <a:rPr lang="en-US"/>
              <a:t>User clicks "New Game" button</a:t>
            </a:r>
          </a:p>
          <a:p>
            <a:r>
              <a:rPr lang="en-US"/>
              <a:t>New random target number generates (1000-9999)</a:t>
            </a:r>
          </a:p>
          <a:p>
            <a:r>
              <a:rPr lang="en-US"/>
              <a:t>New set of balls appears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A7C1B-8E02-F335-C493-588348D37A32}"/>
              </a:ext>
            </a:extLst>
          </p:cNvPr>
          <p:cNvSpPr txBox="1"/>
          <p:nvPr/>
        </p:nvSpPr>
        <p:spPr>
          <a:xfrm>
            <a:off x="6450496" y="4922195"/>
            <a:ext cx="4224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Level 1: use numbers </a:t>
            </a:r>
            <a:r>
              <a:rPr lang="en-US" err="1"/>
              <a:t>upto</a:t>
            </a:r>
            <a:r>
              <a:rPr lang="en-US"/>
              <a:t> 999</a:t>
            </a:r>
          </a:p>
          <a:p>
            <a:r>
              <a:rPr lang="en-US"/>
              <a:t>Level 2: use numbers </a:t>
            </a:r>
            <a:r>
              <a:rPr lang="en-US" err="1"/>
              <a:t>upto</a:t>
            </a:r>
            <a:r>
              <a:rPr lang="en-US"/>
              <a:t> 9999</a:t>
            </a:r>
          </a:p>
          <a:p>
            <a:r>
              <a:rPr lang="en-US"/>
              <a:t>Level 3: use numbers </a:t>
            </a:r>
            <a:r>
              <a:rPr lang="en-US" err="1"/>
              <a:t>upto</a:t>
            </a:r>
            <a:r>
              <a:rPr lang="en-US"/>
              <a:t> 99999</a:t>
            </a:r>
          </a:p>
          <a:p>
            <a:r>
              <a:rPr lang="en-US"/>
              <a:t>Leve; 4: use numbers </a:t>
            </a:r>
            <a:r>
              <a:rPr lang="en-US" err="1"/>
              <a:t>upto</a:t>
            </a:r>
            <a:r>
              <a:rPr lang="en-US"/>
              <a:t> 999999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53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43B9-C788-A071-C348-EEFFCD7C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3255EF1-9BA7-FE21-A4AF-8C454F9E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3" y="258417"/>
            <a:ext cx="7741513" cy="56255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9BB80-0482-73E5-133B-4966808B9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079" y="2405270"/>
            <a:ext cx="3323348" cy="37716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6996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27D6-E729-B7B6-220B-CDB82C21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BCF52-A03C-F36E-8E53-5F59F4E6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9" y="207373"/>
            <a:ext cx="8180593" cy="60642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F58CA-EAA1-2592-1B7A-25546574A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728" y="2043108"/>
            <a:ext cx="3393178" cy="47244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4879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ca993b-b6bc-4113-99de-a211870a4452">
      <Terms xmlns="http://schemas.microsoft.com/office/infopath/2007/PartnerControls"/>
    </lcf76f155ced4ddcb4097134ff3c332f>
    <TaxCatchAll xmlns="9eca5fc9-8bfb-495c-bbec-76d384a6d7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53891E2FD5764EB975B6A6029DFCD2" ma:contentTypeVersion="11" ma:contentTypeDescription="Create a new document." ma:contentTypeScope="" ma:versionID="9d54884602efb6b161d1b87ebe9cdde1">
  <xsd:schema xmlns:xsd="http://www.w3.org/2001/XMLSchema" xmlns:xs="http://www.w3.org/2001/XMLSchema" xmlns:p="http://schemas.microsoft.com/office/2006/metadata/properties" xmlns:ns2="b0ca993b-b6bc-4113-99de-a211870a4452" xmlns:ns3="9eca5fc9-8bfb-495c-bbec-76d384a6d7de" targetNamespace="http://schemas.microsoft.com/office/2006/metadata/properties" ma:root="true" ma:fieldsID="f86acc7623f13b770a42fbb9b8836cbf" ns2:_="" ns3:_="">
    <xsd:import namespace="b0ca993b-b6bc-4113-99de-a211870a4452"/>
    <xsd:import namespace="9eca5fc9-8bfb-495c-bbec-76d384a6d7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a993b-b6bc-4113-99de-a211870a44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303834e-7c61-44a6-8d91-b93222de6d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a5fc9-8bfb-495c-bbec-76d384a6d7d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0edc9b6-d766-432f-9f5f-32df6f466364}" ma:internalName="TaxCatchAll" ma:showField="CatchAllData" ma:web="9eca5fc9-8bfb-495c-bbec-76d384a6d7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85B928-1B2F-4FFC-80B3-71CB5DC8EE9F}">
  <ds:schemaRefs>
    <ds:schemaRef ds:uri="9eca5fc9-8bfb-495c-bbec-76d384a6d7de"/>
    <ds:schemaRef ds:uri="b0ca993b-b6bc-4113-99de-a211870a445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213AD65-FAF5-4109-BBFE-CD61E9653FA2}">
  <ds:schemaRefs>
    <ds:schemaRef ds:uri="9eca5fc9-8bfb-495c-bbec-76d384a6d7de"/>
    <ds:schemaRef ds:uri="b0ca993b-b6bc-4113-99de-a211870a44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BB2AF32-E5EE-42A5-AF70-A7D541C2A0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Widget Title: Tests of Divisibility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Srijith Radhakrishnan Nair</dc:creator>
  <cp:revision>1</cp:revision>
  <dcterms:created xsi:type="dcterms:W3CDTF">2025-08-14T10:57:37Z</dcterms:created>
  <dcterms:modified xsi:type="dcterms:W3CDTF">2026-01-30T09:45:23Z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a19ba9-32d2-4070-bf38-4cfe923baeab_Enabled">
    <vt:lpwstr>true</vt:lpwstr>
  </property>
  <property fmtid="{D5CDD505-2E9C-101B-9397-08002B2CF9AE}" pid="3" name="MSIP_Label_62a19ba9-32d2-4070-bf38-4cfe923baeab_SetDate">
    <vt:lpwstr>2025-09-02T13:39:31Z</vt:lpwstr>
  </property>
  <property fmtid="{D5CDD505-2E9C-101B-9397-08002B2CF9AE}" pid="4" name="MSIP_Label_62a19ba9-32d2-4070-bf38-4cfe923baeab_Method">
    <vt:lpwstr>Privileged</vt:lpwstr>
  </property>
  <property fmtid="{D5CDD505-2E9C-101B-9397-08002B2CF9AE}" pid="5" name="MSIP_Label_62a19ba9-32d2-4070-bf38-4cfe923baeab_Name">
    <vt:lpwstr>Confidential – Tata ClassEdge only</vt:lpwstr>
  </property>
  <property fmtid="{D5CDD505-2E9C-101B-9397-08002B2CF9AE}" pid="6" name="MSIP_Label_62a19ba9-32d2-4070-bf38-4cfe923baeab_SiteId">
    <vt:lpwstr>75c3e1d9-ede6-4170-a7eb-fb975ba962e6</vt:lpwstr>
  </property>
  <property fmtid="{D5CDD505-2E9C-101B-9397-08002B2CF9AE}" pid="7" name="MSIP_Label_62a19ba9-32d2-4070-bf38-4cfe923baeab_ActionId">
    <vt:lpwstr>f1c64d07-22fb-4674-b92a-cdc04cdb29e4</vt:lpwstr>
  </property>
  <property fmtid="{D5CDD505-2E9C-101B-9397-08002B2CF9AE}" pid="8" name="MSIP_Label_62a19ba9-32d2-4070-bf38-4cfe923baeab_ContentBits">
    <vt:lpwstr>2</vt:lpwstr>
  </property>
  <property fmtid="{D5CDD505-2E9C-101B-9397-08002B2CF9AE}" pid="9" name="MSIP_Label_62a19ba9-32d2-4070-bf38-4cfe923baeab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– Tata ClassEdge only</vt:lpwstr>
  </property>
  <property fmtid="{D5CDD505-2E9C-101B-9397-08002B2CF9AE}" pid="12" name="ContentTypeId">
    <vt:lpwstr>0x0101005353891E2FD5764EB975B6A6029DFCD2</vt:lpwstr>
  </property>
  <property fmtid="{D5CDD505-2E9C-101B-9397-08002B2CF9AE}" pid="13" name="MediaServiceImageTags">
    <vt:lpwstr/>
  </property>
</Properties>
</file>